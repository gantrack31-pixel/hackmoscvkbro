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3"/>
    <p:sldMasterId id="214748368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</p:sldIdLst>
  <p:sldSz cy="5143500" cx="9144000"/>
  <p:notesSz cx="6858000" cy="9144000"/>
  <p:embeddedFontLst>
    <p:embeddedFont>
      <p:font typeface="Play"/>
      <p:regular r:id="rId60"/>
      <p:bold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1" Type="http://schemas.openxmlformats.org/officeDocument/2006/relationships/font" Target="fonts/Play-bold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Play-regular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9" name="Google Shape;65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8" name="Google Shape;68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0" name="Google Shape;72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1" name="Google Shape;77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1" name="Google Shape;81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8" name="Google Shape;84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5" name="Google Shape;87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1" name="Google Shape;90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7" name="Google Shape;95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3" name="Google Shape;983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4" name="Google Shape;102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3" name="Google Shape;1053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6" name="Google Shape;107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7" name="Google Shape;1077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4" name="Google Shape;1104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6" name="Google Shape;1116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5" name="Google Shape;1135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4" name="Google Shape;1164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5" name="Google Shape;1165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1" name="Google Shape;1201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2" name="Google Shape;1202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0" name="Google Shape;1210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1" name="Google Shape;1211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3" name="Google Shape;1223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4" name="Google Shape;1224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8" name="Google Shape;1348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9" name="Google Shape;1349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0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2" name="Google Shape;1472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3" name="Google Shape;1473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9" name="Shape 1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" name="Google Shape;1650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1" name="Google Shape;1651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2" name="Google Shape;1652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2" name="Shape 1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3" name="Google Shape;1913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4" name="Google Shape;1914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5" name="Google Shape;1915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9" name="Shape 2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" name="Google Shape;2100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1" name="Google Shape;2101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2" name="Google Shape;2102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8" name="Shape 2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" name="Google Shape;2109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0" name="Google Shape;2110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1" name="Google Shape;2111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5" name="Shape 2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6" name="Google Shape;2166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7" name="Google Shape;2167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8" name="Google Shape;2168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0" name="Shape 2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" name="Google Shape;2191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2" name="Google Shape;2192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3" name="Google Shape;2193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4" name="Shape 2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5" name="Google Shape;2245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6" name="Google Shape;2246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7" name="Google Shape;2247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6" name="Shape 2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7" name="Google Shape;2257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8" name="Google Shape;2258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9" name="Google Shape;2259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5" name="Shape 2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6" name="Google Shape;2266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7" name="Google Shape;2267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8" name="Google Shape;2268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2" name="Shape 2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3" name="Google Shape;2333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4" name="Google Shape;2334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5" name="Google Shape;2335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1" name="Shape 2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2" name="Google Shape;2352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3" name="Google Shape;2353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4" name="Google Shape;2354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0" name="Shape 2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1" name="Google Shape;2381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2" name="Google Shape;2382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3" name="Google Shape;2383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3" name="Shape 2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4" name="Google Shape;2424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5" name="Google Shape;2425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6" name="Google Shape;2426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5" name="Shape 2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6" name="Google Shape;2446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7" name="Google Shape;2447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8" name="Google Shape;2448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3" name="Shape 2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4" name="Google Shape;2494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5" name="Google Shape;2495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6" name="Google Shape;2496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5" name="Shape 2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6" name="Google Shape;2526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7" name="Google Shape;2527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8" name="Google Shape;2528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4" name="Shape 2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5" name="Google Shape;2545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6" name="Google Shape;2546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7" name="Google Shape;2547;p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1" name="Shape 2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2" name="Google Shape;2582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3" name="Google Shape;2583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4" name="Google Shape;2584;p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6" name="Shape 2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7" name="Google Shape;2667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8" name="Google Shape;2668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9" name="Google Shape;2669;p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4" name="Google Shape;14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" name="Google Shape;15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9" name="Google Shape;1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" name="Google Shape;20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" name="Google Shape;2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" name="Google Shape;24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" name="Google Shape;25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" name="Google Shape;27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" name="Google Shape;28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" name="Google Shape;29;p3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3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33" name="Google Shape;33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" name="Google Shape;34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36" name="Google Shape;36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" name="Google Shape;37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9" name="Google Shape;3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0" name="Google Shape;40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1" name="Google Shape;4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2" name="Google Shape;42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3" name="Google Shape;43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45" name="Google Shape;45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46" name="Google Shape;46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" name="Google Shape;47;p4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4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50" name="Google Shape;50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" name="Google Shape;51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52" name="Google Shape;52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3" name="Google Shape;53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Разделитель">
  <p:cSld name="1_Разделитель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57" name="Google Shape;57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58" name="Google Shape;58;p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9" name="Google Shape;59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1" name="Google Shape;61;p6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62" name="Google Shape;62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63" name="Google Shape;63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64" name="Google Shape;64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65" name="Google Shape;65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лайд &quot;Спасибо!&quot;">
  <p:cSld name="4_Слайд &quot;Спасибо!&quot;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69" name="Google Shape;6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0" name="Google Shape;7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" name="Google Shape;71;p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2" name="Google Shape;72;p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73" name="Google Shape;73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74" name="Google Shape;7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5" name="Google Shape;75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одержание">
  <p:cSld name="1_Содержание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78" name="Google Shape;78;p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79" name="Google Shape;79;p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80" name="Google Shape;80;p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81" name="Google Shape;81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" name="Google Shape;82;p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одержание">
  <p:cSld name="2_Содержание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90" name="Google Shape;90;p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91" name="Google Shape;91;p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92" name="Google Shape;92;p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93" name="Google Shape;9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одержание">
  <p:cSld name="3_Содержание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02" name="Google Shape;102;p1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03" name="Google Shape;103;p1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04" name="Google Shape;104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05" name="Google Shape;105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p1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Визитка">
  <p:cSld name="1_Визитка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" name="Google Shape;111;p1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12" name="Google Shape;112;p1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13" name="Google Shape;113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14" name="Google Shape;114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15;p1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1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p1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Визитка">
  <p:cSld name="4_Визитка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1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23" name="Google Shape;123;p1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24" name="Google Shape;124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25" name="Google Shape;12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1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1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1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вободный дизайн">
  <p:cSld name="1_Свободный дизайн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3" name="Google Shape;133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34" name="Google Shape;134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35" name="Google Shape;13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1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7" name="Google Shape;137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9" name="Google Shape;139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0" name="Google Shape;140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1" name="Google Shape;14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Контент">
  <p:cSld name="1_Контент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45" name="Google Shape;145;p1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46" name="Google Shape;146;p1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7" name="Google Shape;147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8" name="Google Shape;148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Контент">
  <p:cSld name="3_Контент"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2" name="Google Shape;152;p1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53" name="Google Shape;153;p1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54" name="Google Shape;154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5" name="Google Shape;155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Контент">
  <p:cSld name="5_Контент"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9" name="Google Shape;159;p1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0" name="Google Shape;160;p1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1" name="Google Shape;161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2" name="Google Shape;162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Контент">
  <p:cSld name="7_Контент"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66" name="Google Shape;166;p1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7" name="Google Shape;167;p1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8" name="Google Shape;168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9" name="Google Shape;169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Контент">
  <p:cSld name="8_Контент"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73" name="Google Shape;173;p1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74" name="Google Shape;174;p1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75" name="Google Shape;175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76" name="Google Shape;176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Контент">
  <p:cSld name="13_Контент"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1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0" name="Google Shape;180;p1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1" name="Google Shape;181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2" name="Google Shape;182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1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2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6" name="Google Shape;186;p2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7" name="Google Shape;187;p2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8" name="Google Shape;188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вободный дизайн">
  <p:cSld name="2_Свободный дизайн">
    <p:bg>
      <p:bgPr>
        <a:solidFill>
          <a:schemeClr val="dk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1" name="Google Shape;191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2" name="Google Shape;192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3" name="Google Shape;193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94" name="Google Shape;194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5" name="Google Shape;195;p21"/>
          <p:cNvSpPr txBox="1"/>
          <p:nvPr>
            <p:ph type="title"/>
          </p:nvPr>
        </p:nvSpPr>
        <p:spPr>
          <a:xfrm>
            <a:off x="177970" y="175372"/>
            <a:ext cx="6792985" cy="907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6" name="Google Shape;196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7" name="Google Shape;197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8" name="Google Shape;198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9" name="Google Shape;19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0" name="Google Shape;200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Разделитель">
  <p:cSld name="2_Разделитель">
    <p:bg>
      <p:bgPr>
        <a:solidFill>
          <a:schemeClr val="dk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3" name="Google Shape;203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04" name="Google Shape;204;p2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5" name="Google Shape;205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p22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7" name="Google Shape;207;p22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08" name="Google Shape;208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9" name="Google Shape;209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10" name="Google Shape;210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1" name="Google Shape;211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13" name="Google Shape;21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4" name="Google Shape;21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16" name="Google Shape;216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7" name="Google Shape;217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23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9" name="Google Shape;219;p23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20" name="Google Shape;220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21" name="Google Shape;221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22" name="Google Shape;222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4" name="Google Shape;224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" name="Google Shape;22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6" name="Google Shape;226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7" name="Google Shape;227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" name="Google Shape;228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29" name="Google Shape;229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0" name="Google Shape;230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1" name="Google Shape;231;p24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2" name="Google Shape;232;p24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35" name="Google Shape;235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6" name="Google Shape;236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38" name="Google Shape;238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9" name="Google Shape;239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41" name="Google Shape;24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2" name="Google Shape;242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3" name="Google Shape;243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4" name="Google Shape;244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5" name="Google Shape;245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47" name="Google Shape;247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48" name="Google Shape;248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25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0" name="Google Shape;250;p25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1" name="Google Shape;251;p25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52" name="Google Shape;252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54" name="Google Shape;254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55" name="Google Shape;255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лайд &quot;Спасибо!&quot;">
  <p:cSld name="2_Слайд &quot;Спасибо!&quot;">
    <p:bg>
      <p:bgPr>
        <a:solidFill>
          <a:schemeClr val="dk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57" name="Google Shape;257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0" name="Google Shape;260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1" name="Google Shape;261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" name="Google Shape;262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63" name="Google Shape;263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64" name="Google Shape;264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5" name="Google Shape;265;p26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6" name="Google Shape;266;p26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7" name="Google Shape;267;p26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68" name="Google Shape;268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" name="Google Shape;269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0" name="Google Shape;270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1" name="Google Shape;271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лайд &quot;Спасибо!&quot;">
  <p:cSld name="3_Слайд &quot;Спасибо!&quot;">
    <p:bg>
      <p:bgPr>
        <a:solidFill>
          <a:schemeClr val="dk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4" name="Google Shape;274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5" name="Google Shape;275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6" name="Google Shape;276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7" name="Google Shape;277;p2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8" name="Google Shape;278;p2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1" name="Google Shape;281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Содержание">
  <p:cSld name="5_Содержание">
    <p:bg>
      <p:bgPr>
        <a:solidFill>
          <a:schemeClr val="dk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84" name="Google Shape;284;p2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85" name="Google Shape;285;p2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86" name="Google Shape;286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7" name="Google Shape;287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8" name="Google Shape;288;p2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9" name="Google Shape;289;p2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0" name="Google Shape;290;p2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1" name="Google Shape;291;p2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2" name="Google Shape;292;p2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Содержание">
  <p:cSld name="6_Содержание">
    <p:bg>
      <p:bgPr>
        <a:solidFill>
          <a:schemeClr val="dk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96" name="Google Shape;296;p2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97" name="Google Shape;297;p2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98" name="Google Shape;298;p2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99" name="Google Shape;299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0" name="Google Shape;300;p2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1" name="Google Shape;301;p2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2" name="Google Shape;302;p2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3" name="Google Shape;303;p2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4" name="Google Shape;304;p2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одержание">
  <p:cSld name="4_Содержание">
    <p:bg>
      <p:bgPr>
        <a:solidFill>
          <a:schemeClr val="dk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08" name="Google Shape;308;p3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09" name="Google Shape;309;p3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0" name="Google Shape;310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11" name="Google Shape;311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2" name="Google Shape;312;p3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4" name="Google Shape;314;p3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Визитка">
  <p:cSld name="3_Визитка">
    <p:bg>
      <p:bgPr>
        <a:solidFill>
          <a:schemeClr val="dk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3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18" name="Google Shape;318;p3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9" name="Google Shape;319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20" name="Google Shape;320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1" name="Google Shape;321;p3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3" name="Google Shape;323;p3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4" name="Google Shape;324;p3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5" name="Google Shape;325;p3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Визитка">
  <p:cSld name="2_Визитка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3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29" name="Google Shape;329;p3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30" name="Google Shape;330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31" name="Google Shape;331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2" name="Google Shape;332;p3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4" name="Google Shape;334;p3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5" name="Google Shape;335;p3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Контент">
  <p:cSld name="2_Контент">
    <p:bg>
      <p:bgPr>
        <a:solidFill>
          <a:schemeClr val="dk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3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39" name="Google Shape;339;p3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0" name="Google Shape;340;p3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1" name="Google Shape;341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2" name="Google Shape;342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Контент">
  <p:cSld name="4_Контент">
    <p:bg>
      <p:bgPr>
        <a:solidFill>
          <a:schemeClr val="dk1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46" name="Google Shape;346;p3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7" name="Google Shape;347;p3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8" name="Google Shape;348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9" name="Google Shape;349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Контент">
  <p:cSld name="6_Контент">
    <p:bg>
      <p:bgPr>
        <a:solidFill>
          <a:schemeClr val="dk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53" name="Google Shape;353;p3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54" name="Google Shape;354;p3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55" name="Google Shape;355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56" name="Google Shape;356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Контент">
  <p:cSld name="12_Контент">
    <p:bg>
      <p:bgPr>
        <a:solidFill>
          <a:schemeClr val="dk1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0" name="Google Shape;360;p3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1" name="Google Shape;361;p3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2" name="Google Shape;362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63" name="Google Shape;363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Контент">
  <p:cSld name="9_Контент">
    <p:bg>
      <p:bgPr>
        <a:solidFill>
          <a:schemeClr val="dk1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7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7" name="Google Shape;367;p3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8" name="Google Shape;368;p3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9" name="Google Shape;369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0" name="Google Shape;370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Контент">
  <p:cSld name="10_Контент">
    <p:bg>
      <p:bgPr>
        <a:solidFill>
          <a:schemeClr val="dk1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3" name="Google Shape;373;p3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74" name="Google Shape;374;p3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75" name="Google Shape;375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6" name="Google Shape;376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7" name="Google Shape;377;p38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Контент">
  <p:cSld name="11_Контент">
    <p:bg>
      <p:bgPr>
        <a:solidFill>
          <a:schemeClr val="lt1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0" name="Google Shape;380;p3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1" name="Google Shape;381;p3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2" name="Google Shape;382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83" name="Google Shape;383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4" name="Google Shape;384;p3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Контент">
  <p:cSld name="14_Контент">
    <p:bg>
      <p:bgPr>
        <a:solidFill>
          <a:schemeClr val="dk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4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8" name="Google Shape;388;p4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9" name="Google Shape;389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0" name="Google Shape;390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1" name="Google Shape;391;p40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EFAULT">
  <p:cSld name="1_DEFAULT">
    <p:bg>
      <p:bgPr>
        <a:solidFill>
          <a:schemeClr val="dk1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393;p4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94" name="Google Shape;394;p4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95" name="Google Shape;395;p4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6" name="Google Shape;396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24.xml"/><Relationship Id="rId24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26.xml"/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26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28.xml"/><Relationship Id="rId28" Type="http://schemas.openxmlformats.org/officeDocument/2006/relationships/slideLayout" Target="../slideLayouts/slideLayout31.xml"/><Relationship Id="rId27" Type="http://schemas.openxmlformats.org/officeDocument/2006/relationships/slideLayout" Target="../slideLayouts/slideLayout30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29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31" Type="http://schemas.openxmlformats.org/officeDocument/2006/relationships/slideLayout" Target="../slideLayouts/slideLayout34.xml"/><Relationship Id="rId3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14.xml"/><Relationship Id="rId33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3.xml"/><Relationship Id="rId3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16.xml"/><Relationship Id="rId35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15.xml"/><Relationship Id="rId34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18.xml"/><Relationship Id="rId37" Type="http://schemas.openxmlformats.org/officeDocument/2006/relationships/theme" Target="../theme/theme2.xml"/><Relationship Id="rId14" Type="http://schemas.openxmlformats.org/officeDocument/2006/relationships/slideLayout" Target="../slideLayouts/slideLayout17.xml"/><Relationship Id="rId36" Type="http://schemas.openxmlformats.org/officeDocument/2006/relationships/slideLayout" Target="../slideLayouts/slideLayout39.xml"/><Relationship Id="rId17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19.xml"/><Relationship Id="rId19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7.png"/><Relationship Id="rId4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7.png"/><Relationship Id="rId4" Type="http://schemas.openxmlformats.org/officeDocument/2006/relationships/image" Target="../media/image36.png"/><Relationship Id="rId5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8.png"/><Relationship Id="rId4" Type="http://schemas.openxmlformats.org/officeDocument/2006/relationships/image" Target="../media/image42.png"/><Relationship Id="rId5" Type="http://schemas.openxmlformats.org/officeDocument/2006/relationships/image" Target="../media/image3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8.png"/><Relationship Id="rId4" Type="http://schemas.openxmlformats.org/officeDocument/2006/relationships/image" Target="../media/image4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0.png"/><Relationship Id="rId4" Type="http://schemas.openxmlformats.org/officeDocument/2006/relationships/image" Target="../media/image2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0.png"/><Relationship Id="rId4" Type="http://schemas.openxmlformats.org/officeDocument/2006/relationships/image" Target="../media/image46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5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3.png"/><Relationship Id="rId4" Type="http://schemas.openxmlformats.org/officeDocument/2006/relationships/image" Target="../media/image49.png"/><Relationship Id="rId9" Type="http://schemas.openxmlformats.org/officeDocument/2006/relationships/image" Target="../media/image57.png"/><Relationship Id="rId5" Type="http://schemas.openxmlformats.org/officeDocument/2006/relationships/image" Target="../media/image55.png"/><Relationship Id="rId6" Type="http://schemas.openxmlformats.org/officeDocument/2006/relationships/image" Target="../media/image47.png"/><Relationship Id="rId7" Type="http://schemas.openxmlformats.org/officeDocument/2006/relationships/image" Target="../media/image53.png"/><Relationship Id="rId8" Type="http://schemas.openxmlformats.org/officeDocument/2006/relationships/image" Target="../media/image7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1.png"/><Relationship Id="rId4" Type="http://schemas.openxmlformats.org/officeDocument/2006/relationships/image" Target="../media/image5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8.png"/><Relationship Id="rId4" Type="http://schemas.openxmlformats.org/officeDocument/2006/relationships/image" Target="../media/image56.png"/><Relationship Id="rId9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4.png"/><Relationship Id="rId7" Type="http://schemas.openxmlformats.org/officeDocument/2006/relationships/image" Target="../media/image66.png"/><Relationship Id="rId8" Type="http://schemas.openxmlformats.org/officeDocument/2006/relationships/image" Target="../media/image6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65.png"/><Relationship Id="rId7" Type="http://schemas.openxmlformats.org/officeDocument/2006/relationships/image" Target="../media/image7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www.figma.com/design/ZqnJmQv3y1q5dQEY1x2vRI/3d-illustrations--new-?node-id=2886-21&amp;t=OZJn45b7leDx5mRP-1" TargetMode="External"/><Relationship Id="rId4" Type="http://schemas.openxmlformats.org/officeDocument/2006/relationships/image" Target="../media/image67.png"/><Relationship Id="rId9" Type="http://schemas.openxmlformats.org/officeDocument/2006/relationships/hyperlink" Target="https://cloud.mail.ru/public/98q6/MMSAZWdZh" TargetMode="External"/><Relationship Id="rId5" Type="http://schemas.openxmlformats.org/officeDocument/2006/relationships/image" Target="../media/image73.png"/><Relationship Id="rId6" Type="http://schemas.openxmlformats.org/officeDocument/2006/relationships/hyperlink" Target="https://www.figma.com/design/T27vULCzrdvXtcqWCiWq6L/%D0%97%D0%B0%D0%BF%D1%83%D1%81%D0%BA-%D1%81-%D0%90%D0%BB%D1%8C%D1%84%D0%B0-%D0%B1%D0%B0%D0%BD%D0%BA%D0%BE%D0%BC?node-id=63-1718&amp;t=KnvlhDvqqFjInNQc-1" TargetMode="External"/><Relationship Id="rId7" Type="http://schemas.openxmlformats.org/officeDocument/2006/relationships/hyperlink" Target="https://www.figma.com/design/ZqnJmQv3y1q5dQEY1x2vRI/3d-illustrations--new-?node-id=1004-31&amp;t=OZJn45b7leDx5mRP-1" TargetMode="External"/><Relationship Id="rId8" Type="http://schemas.openxmlformats.org/officeDocument/2006/relationships/hyperlink" Target="https://www.figma.com/design/XDoZigdi1nFZOAaGPNvXPu/illustrations-WorkSpace?node-id=13-7385&amp;t=0YP9B6NpoFNdh4A4-1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6.png"/><Relationship Id="rId4" Type="http://schemas.openxmlformats.org/officeDocument/2006/relationships/image" Target="../media/image74.png"/><Relationship Id="rId5" Type="http://schemas.openxmlformats.org/officeDocument/2006/relationships/image" Target="../media/image77.png"/><Relationship Id="rId6" Type="http://schemas.openxmlformats.org/officeDocument/2006/relationships/image" Target="../media/image1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8.png"/><Relationship Id="rId4" Type="http://schemas.openxmlformats.org/officeDocument/2006/relationships/image" Target="../media/image7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8.png"/><Relationship Id="rId4" Type="http://schemas.openxmlformats.org/officeDocument/2006/relationships/image" Target="../media/image7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0.png"/><Relationship Id="rId4" Type="http://schemas.openxmlformats.org/officeDocument/2006/relationships/image" Target="../media/image8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0.png"/><Relationship Id="rId4" Type="http://schemas.openxmlformats.org/officeDocument/2006/relationships/image" Target="../media/image8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8.png"/><Relationship Id="rId4" Type="http://schemas.openxmlformats.org/officeDocument/2006/relationships/image" Target="../media/image7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88.png"/><Relationship Id="rId4" Type="http://schemas.openxmlformats.org/officeDocument/2006/relationships/image" Target="../media/image102.png"/><Relationship Id="rId5" Type="http://schemas.openxmlformats.org/officeDocument/2006/relationships/image" Target="../media/image8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82.png"/><Relationship Id="rId4" Type="http://schemas.openxmlformats.org/officeDocument/2006/relationships/image" Target="../media/image98.png"/><Relationship Id="rId5" Type="http://schemas.openxmlformats.org/officeDocument/2006/relationships/image" Target="../media/image9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94.png"/><Relationship Id="rId4" Type="http://schemas.openxmlformats.org/officeDocument/2006/relationships/image" Target="../media/image83.png"/><Relationship Id="rId9" Type="http://schemas.openxmlformats.org/officeDocument/2006/relationships/image" Target="../media/image93.png"/><Relationship Id="rId5" Type="http://schemas.openxmlformats.org/officeDocument/2006/relationships/image" Target="../media/image86.png"/><Relationship Id="rId6" Type="http://schemas.openxmlformats.org/officeDocument/2006/relationships/image" Target="../media/image90.png"/><Relationship Id="rId7" Type="http://schemas.openxmlformats.org/officeDocument/2006/relationships/image" Target="../media/image89.png"/><Relationship Id="rId8" Type="http://schemas.openxmlformats.org/officeDocument/2006/relationships/image" Target="../media/image84.png"/><Relationship Id="rId11" Type="http://schemas.openxmlformats.org/officeDocument/2006/relationships/image" Target="../media/image96.png"/><Relationship Id="rId10" Type="http://schemas.openxmlformats.org/officeDocument/2006/relationships/image" Target="../media/image100.png"/><Relationship Id="rId13" Type="http://schemas.openxmlformats.org/officeDocument/2006/relationships/image" Target="../media/image97.png"/><Relationship Id="rId12" Type="http://schemas.openxmlformats.org/officeDocument/2006/relationships/image" Target="../media/image85.png"/><Relationship Id="rId15" Type="http://schemas.openxmlformats.org/officeDocument/2006/relationships/image" Target="../media/image91.png"/><Relationship Id="rId14" Type="http://schemas.openxmlformats.org/officeDocument/2006/relationships/image" Target="../media/image92.png"/></Relationships>
</file>

<file path=ppt/slides/_rels/slide41.xml.rels><?xml version="1.0" encoding="UTF-8" standalone="yes"?><Relationships xmlns="http://schemas.openxmlformats.org/package/2006/relationships"><Relationship Id="rId20" Type="http://schemas.openxmlformats.org/officeDocument/2006/relationships/image" Target="../media/image118.png"/><Relationship Id="rId22" Type="http://schemas.openxmlformats.org/officeDocument/2006/relationships/image" Target="../media/image116.png"/><Relationship Id="rId21" Type="http://schemas.openxmlformats.org/officeDocument/2006/relationships/image" Target="../media/image74.png"/><Relationship Id="rId23" Type="http://schemas.openxmlformats.org/officeDocument/2006/relationships/image" Target="../media/image10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99.png"/><Relationship Id="rId4" Type="http://schemas.openxmlformats.org/officeDocument/2006/relationships/image" Target="../media/image112.png"/><Relationship Id="rId9" Type="http://schemas.openxmlformats.org/officeDocument/2006/relationships/image" Target="../media/image109.png"/><Relationship Id="rId5" Type="http://schemas.openxmlformats.org/officeDocument/2006/relationships/image" Target="../media/image108.png"/><Relationship Id="rId6" Type="http://schemas.openxmlformats.org/officeDocument/2006/relationships/image" Target="../media/image106.png"/><Relationship Id="rId7" Type="http://schemas.openxmlformats.org/officeDocument/2006/relationships/image" Target="../media/image110.png"/><Relationship Id="rId8" Type="http://schemas.openxmlformats.org/officeDocument/2006/relationships/image" Target="../media/image104.png"/><Relationship Id="rId11" Type="http://schemas.openxmlformats.org/officeDocument/2006/relationships/image" Target="../media/image127.png"/><Relationship Id="rId10" Type="http://schemas.openxmlformats.org/officeDocument/2006/relationships/image" Target="../media/image103.png"/><Relationship Id="rId13" Type="http://schemas.openxmlformats.org/officeDocument/2006/relationships/image" Target="../media/image105.png"/><Relationship Id="rId12" Type="http://schemas.openxmlformats.org/officeDocument/2006/relationships/image" Target="../media/image107.png"/><Relationship Id="rId15" Type="http://schemas.openxmlformats.org/officeDocument/2006/relationships/image" Target="../media/image113.png"/><Relationship Id="rId14" Type="http://schemas.openxmlformats.org/officeDocument/2006/relationships/image" Target="../media/image101.png"/><Relationship Id="rId17" Type="http://schemas.openxmlformats.org/officeDocument/2006/relationships/image" Target="../media/image115.png"/><Relationship Id="rId16" Type="http://schemas.openxmlformats.org/officeDocument/2006/relationships/image" Target="../media/image111.png"/><Relationship Id="rId19" Type="http://schemas.openxmlformats.org/officeDocument/2006/relationships/image" Target="../media/image117.png"/><Relationship Id="rId18" Type="http://schemas.openxmlformats.org/officeDocument/2006/relationships/image" Target="../media/image11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23.png"/><Relationship Id="rId4" Type="http://schemas.openxmlformats.org/officeDocument/2006/relationships/image" Target="../media/image120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19.png"/><Relationship Id="rId4" Type="http://schemas.openxmlformats.org/officeDocument/2006/relationships/image" Target="../media/image125.png"/></Relationships>
</file>

<file path=ppt/slides/_rels/slide44.xml.rels><?xml version="1.0" encoding="UTF-8" standalone="yes"?><Relationships xmlns="http://schemas.openxmlformats.org/package/2006/relationships"><Relationship Id="rId20" Type="http://schemas.openxmlformats.org/officeDocument/2006/relationships/image" Target="../media/image141.png"/><Relationship Id="rId22" Type="http://schemas.openxmlformats.org/officeDocument/2006/relationships/image" Target="../media/image145.png"/><Relationship Id="rId21" Type="http://schemas.openxmlformats.org/officeDocument/2006/relationships/image" Target="../media/image153.png"/><Relationship Id="rId24" Type="http://schemas.openxmlformats.org/officeDocument/2006/relationships/image" Target="../media/image142.png"/><Relationship Id="rId23" Type="http://schemas.openxmlformats.org/officeDocument/2006/relationships/image" Target="../media/image150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24.png"/><Relationship Id="rId4" Type="http://schemas.openxmlformats.org/officeDocument/2006/relationships/image" Target="../media/image122.png"/><Relationship Id="rId9" Type="http://schemas.openxmlformats.org/officeDocument/2006/relationships/image" Target="../media/image129.png"/><Relationship Id="rId5" Type="http://schemas.openxmlformats.org/officeDocument/2006/relationships/image" Target="../media/image131.png"/><Relationship Id="rId6" Type="http://schemas.openxmlformats.org/officeDocument/2006/relationships/image" Target="../media/image130.png"/><Relationship Id="rId7" Type="http://schemas.openxmlformats.org/officeDocument/2006/relationships/image" Target="../media/image121.png"/><Relationship Id="rId8" Type="http://schemas.openxmlformats.org/officeDocument/2006/relationships/image" Target="../media/image132.png"/><Relationship Id="rId11" Type="http://schemas.openxmlformats.org/officeDocument/2006/relationships/image" Target="../media/image128.png"/><Relationship Id="rId10" Type="http://schemas.openxmlformats.org/officeDocument/2006/relationships/image" Target="../media/image126.png"/><Relationship Id="rId13" Type="http://schemas.openxmlformats.org/officeDocument/2006/relationships/image" Target="../media/image149.png"/><Relationship Id="rId12" Type="http://schemas.openxmlformats.org/officeDocument/2006/relationships/image" Target="../media/image137.png"/><Relationship Id="rId15" Type="http://schemas.openxmlformats.org/officeDocument/2006/relationships/image" Target="../media/image148.png"/><Relationship Id="rId14" Type="http://schemas.openxmlformats.org/officeDocument/2006/relationships/image" Target="../media/image134.png"/><Relationship Id="rId17" Type="http://schemas.openxmlformats.org/officeDocument/2006/relationships/image" Target="../media/image135.png"/><Relationship Id="rId16" Type="http://schemas.openxmlformats.org/officeDocument/2006/relationships/image" Target="../media/image133.png"/><Relationship Id="rId19" Type="http://schemas.openxmlformats.org/officeDocument/2006/relationships/image" Target="../media/image138.png"/><Relationship Id="rId18" Type="http://schemas.openxmlformats.org/officeDocument/2006/relationships/image" Target="../media/image13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54.png"/><Relationship Id="rId4" Type="http://schemas.openxmlformats.org/officeDocument/2006/relationships/image" Target="../media/image144.png"/><Relationship Id="rId5" Type="http://schemas.openxmlformats.org/officeDocument/2006/relationships/image" Target="../media/image140.png"/><Relationship Id="rId6" Type="http://schemas.openxmlformats.org/officeDocument/2006/relationships/image" Target="../media/image15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39.png"/><Relationship Id="rId4" Type="http://schemas.openxmlformats.org/officeDocument/2006/relationships/image" Target="../media/image147.png"/><Relationship Id="rId5" Type="http://schemas.openxmlformats.org/officeDocument/2006/relationships/image" Target="../media/image151.png"/><Relationship Id="rId6" Type="http://schemas.openxmlformats.org/officeDocument/2006/relationships/image" Target="../media/image146.png"/><Relationship Id="rId7" Type="http://schemas.openxmlformats.org/officeDocument/2006/relationships/image" Target="../media/image40.png"/><Relationship Id="rId8" Type="http://schemas.openxmlformats.org/officeDocument/2006/relationships/image" Target="../media/image26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43.png"/><Relationship Id="rId4" Type="http://schemas.openxmlformats.org/officeDocument/2006/relationships/image" Target="../media/image160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59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56.png"/><Relationship Id="rId4" Type="http://schemas.openxmlformats.org/officeDocument/2006/relationships/image" Target="../media/image162.png"/><Relationship Id="rId5" Type="http://schemas.openxmlformats.org/officeDocument/2006/relationships/image" Target="../media/image158.png"/><Relationship Id="rId6" Type="http://schemas.openxmlformats.org/officeDocument/2006/relationships/image" Target="../media/image155.png"/><Relationship Id="rId7" Type="http://schemas.openxmlformats.org/officeDocument/2006/relationships/image" Target="../media/image157.png"/><Relationship Id="rId8" Type="http://schemas.openxmlformats.org/officeDocument/2006/relationships/image" Target="../media/image161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67.png"/><Relationship Id="rId4" Type="http://schemas.openxmlformats.org/officeDocument/2006/relationships/image" Target="../media/image163.png"/><Relationship Id="rId5" Type="http://schemas.openxmlformats.org/officeDocument/2006/relationships/image" Target="../media/image165.png"/><Relationship Id="rId6" Type="http://schemas.openxmlformats.org/officeDocument/2006/relationships/image" Target="../media/image166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64.png"/><Relationship Id="rId4" Type="http://schemas.openxmlformats.org/officeDocument/2006/relationships/image" Target="../media/image171.png"/><Relationship Id="rId5" Type="http://schemas.openxmlformats.org/officeDocument/2006/relationships/image" Target="../media/image170.png"/><Relationship Id="rId6" Type="http://schemas.openxmlformats.org/officeDocument/2006/relationships/image" Target="../media/image169.png"/><Relationship Id="rId7" Type="http://schemas.openxmlformats.org/officeDocument/2006/relationships/image" Target="../media/image168.png"/></Relationships>
</file>

<file path=ppt/slides/_rels/slide53.xml.rels><?xml version="1.0" encoding="UTF-8" standalone="yes"?><Relationships xmlns="http://schemas.openxmlformats.org/package/2006/relationships"><Relationship Id="rId40" Type="http://schemas.openxmlformats.org/officeDocument/2006/relationships/image" Target="../media/image210.png"/><Relationship Id="rId20" Type="http://schemas.openxmlformats.org/officeDocument/2006/relationships/image" Target="../media/image185.png"/><Relationship Id="rId41" Type="http://schemas.openxmlformats.org/officeDocument/2006/relationships/image" Target="../media/image213.png"/><Relationship Id="rId22" Type="http://schemas.openxmlformats.org/officeDocument/2006/relationships/image" Target="../media/image188.png"/><Relationship Id="rId21" Type="http://schemas.openxmlformats.org/officeDocument/2006/relationships/image" Target="../media/image189.png"/><Relationship Id="rId24" Type="http://schemas.openxmlformats.org/officeDocument/2006/relationships/image" Target="../media/image204.png"/><Relationship Id="rId23" Type="http://schemas.openxmlformats.org/officeDocument/2006/relationships/image" Target="../media/image191.png"/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74.png"/><Relationship Id="rId4" Type="http://schemas.openxmlformats.org/officeDocument/2006/relationships/image" Target="../media/image177.png"/><Relationship Id="rId9" Type="http://schemas.openxmlformats.org/officeDocument/2006/relationships/image" Target="../media/image183.png"/><Relationship Id="rId26" Type="http://schemas.openxmlformats.org/officeDocument/2006/relationships/image" Target="../media/image194.png"/><Relationship Id="rId25" Type="http://schemas.openxmlformats.org/officeDocument/2006/relationships/image" Target="../media/image195.png"/><Relationship Id="rId28" Type="http://schemas.openxmlformats.org/officeDocument/2006/relationships/image" Target="../media/image202.png"/><Relationship Id="rId27" Type="http://schemas.openxmlformats.org/officeDocument/2006/relationships/image" Target="../media/image193.png"/><Relationship Id="rId5" Type="http://schemas.openxmlformats.org/officeDocument/2006/relationships/image" Target="../media/image173.png"/><Relationship Id="rId6" Type="http://schemas.openxmlformats.org/officeDocument/2006/relationships/image" Target="../media/image180.png"/><Relationship Id="rId29" Type="http://schemas.openxmlformats.org/officeDocument/2006/relationships/image" Target="../media/image200.png"/><Relationship Id="rId7" Type="http://schemas.openxmlformats.org/officeDocument/2006/relationships/image" Target="../media/image172.png"/><Relationship Id="rId8" Type="http://schemas.openxmlformats.org/officeDocument/2006/relationships/image" Target="../media/image175.png"/><Relationship Id="rId31" Type="http://schemas.openxmlformats.org/officeDocument/2006/relationships/image" Target="../media/image197.png"/><Relationship Id="rId30" Type="http://schemas.openxmlformats.org/officeDocument/2006/relationships/image" Target="../media/image198.png"/><Relationship Id="rId11" Type="http://schemas.openxmlformats.org/officeDocument/2006/relationships/image" Target="../media/image178.png"/><Relationship Id="rId33" Type="http://schemas.openxmlformats.org/officeDocument/2006/relationships/image" Target="../media/image199.png"/><Relationship Id="rId10" Type="http://schemas.openxmlformats.org/officeDocument/2006/relationships/image" Target="../media/image186.png"/><Relationship Id="rId32" Type="http://schemas.openxmlformats.org/officeDocument/2006/relationships/image" Target="../media/image196.png"/><Relationship Id="rId13" Type="http://schemas.openxmlformats.org/officeDocument/2006/relationships/image" Target="../media/image182.png"/><Relationship Id="rId35" Type="http://schemas.openxmlformats.org/officeDocument/2006/relationships/image" Target="../media/image201.png"/><Relationship Id="rId12" Type="http://schemas.openxmlformats.org/officeDocument/2006/relationships/image" Target="../media/image176.png"/><Relationship Id="rId34" Type="http://schemas.openxmlformats.org/officeDocument/2006/relationships/image" Target="../media/image203.png"/><Relationship Id="rId15" Type="http://schemas.openxmlformats.org/officeDocument/2006/relationships/image" Target="../media/image192.png"/><Relationship Id="rId37" Type="http://schemas.openxmlformats.org/officeDocument/2006/relationships/image" Target="../media/image206.png"/><Relationship Id="rId14" Type="http://schemas.openxmlformats.org/officeDocument/2006/relationships/image" Target="../media/image179.png"/><Relationship Id="rId36" Type="http://schemas.openxmlformats.org/officeDocument/2006/relationships/image" Target="../media/image212.png"/><Relationship Id="rId17" Type="http://schemas.openxmlformats.org/officeDocument/2006/relationships/image" Target="../media/image184.png"/><Relationship Id="rId39" Type="http://schemas.openxmlformats.org/officeDocument/2006/relationships/image" Target="../media/image205.png"/><Relationship Id="rId16" Type="http://schemas.openxmlformats.org/officeDocument/2006/relationships/image" Target="../media/image181.png"/><Relationship Id="rId38" Type="http://schemas.openxmlformats.org/officeDocument/2006/relationships/image" Target="../media/image207.png"/><Relationship Id="rId19" Type="http://schemas.openxmlformats.org/officeDocument/2006/relationships/image" Target="../media/image190.png"/><Relationship Id="rId18" Type="http://schemas.openxmlformats.org/officeDocument/2006/relationships/image" Target="../media/image187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08.png"/><Relationship Id="rId4" Type="http://schemas.openxmlformats.org/officeDocument/2006/relationships/image" Target="../media/image211.png"/><Relationship Id="rId9" Type="http://schemas.openxmlformats.org/officeDocument/2006/relationships/image" Target="../media/image221.png"/><Relationship Id="rId5" Type="http://schemas.openxmlformats.org/officeDocument/2006/relationships/image" Target="../media/image209.png"/><Relationship Id="rId6" Type="http://schemas.openxmlformats.org/officeDocument/2006/relationships/image" Target="../media/image217.png"/><Relationship Id="rId7" Type="http://schemas.openxmlformats.org/officeDocument/2006/relationships/image" Target="../media/image218.png"/><Relationship Id="rId8" Type="http://schemas.openxmlformats.org/officeDocument/2006/relationships/image" Target="../media/image216.png"/><Relationship Id="rId11" Type="http://schemas.openxmlformats.org/officeDocument/2006/relationships/image" Target="../media/image214.png"/><Relationship Id="rId10" Type="http://schemas.openxmlformats.org/officeDocument/2006/relationships/image" Target="../media/image215.png"/><Relationship Id="rId13" Type="http://schemas.openxmlformats.org/officeDocument/2006/relationships/image" Target="../media/image222.png"/><Relationship Id="rId12" Type="http://schemas.openxmlformats.org/officeDocument/2006/relationships/image" Target="../media/image219.png"/><Relationship Id="rId14" Type="http://schemas.openxmlformats.org/officeDocument/2006/relationships/image" Target="../media/image2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lang="en-US"/>
              <a:t>VK Tech</a:t>
            </a:r>
            <a:endParaRPr/>
          </a:p>
        </p:txBody>
      </p:sp>
      <p:sp>
        <p:nvSpPr>
          <p:cNvPr id="402" name="Google Shape;402;p4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/>
              <a:t>Разработчик корпоративного ПО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3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Play"/>
              <a:buNone/>
            </a:pPr>
            <a:r>
              <a:rPr lang="en-US"/>
              <a:t>VK Tech</a:t>
            </a:r>
            <a:endParaRPr/>
          </a:p>
        </p:txBody>
      </p:sp>
      <p:sp>
        <p:nvSpPr>
          <p:cNvPr id="408" name="Google Shape;408;p43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/>
              <a:t>Разработчик корпоративного ПО</a:t>
            </a:r>
            <a:endParaRPr/>
          </a:p>
        </p:txBody>
      </p:sp>
      <p:sp>
        <p:nvSpPr>
          <p:cNvPr id="409" name="Google Shape;409;p43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/>
              <a:t>Имя Фамилия</a:t>
            </a:r>
            <a:endParaRPr/>
          </a:p>
        </p:txBody>
      </p:sp>
      <p:sp>
        <p:nvSpPr>
          <p:cNvPr id="410" name="Google Shape;410;p43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-US"/>
              <a:t>Должность</a:t>
            </a:r>
            <a:endParaRPr/>
          </a:p>
        </p:txBody>
      </p:sp>
      <p:sp>
        <p:nvSpPr>
          <p:cNvPr id="411" name="Google Shape;411;p43"/>
          <p:cNvSpPr/>
          <p:nvPr/>
        </p:nvSpPr>
        <p:spPr>
          <a:xfrm>
            <a:off x="670220" y="3817914"/>
            <a:ext cx="675226" cy="675226"/>
          </a:xfrm>
          <a:prstGeom prst="roundRect">
            <a:avLst>
              <a:gd fmla="val 231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43"/>
          <p:cNvSpPr txBox="1"/>
          <p:nvPr/>
        </p:nvSpPr>
        <p:spPr>
          <a:xfrm>
            <a:off x="581272" y="4025085"/>
            <a:ext cx="86902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ctr">
              <a:lnSpc>
                <a:spcPct val="52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Вставить</a:t>
            </a:r>
            <a:endParaRPr/>
          </a:p>
          <a:p>
            <a:pPr indent="-171450" lvl="0" marL="171450" marR="0" rtl="0" algn="ctr">
              <a:lnSpc>
                <a:spcPct val="52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фото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4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</a:pPr>
            <a:r>
              <a:rPr lang="en-US"/>
              <a:t>Редактируемый слайд-разделитель</a:t>
            </a:r>
            <a:endParaRPr/>
          </a:p>
        </p:txBody>
      </p:sp>
      <p:sp>
        <p:nvSpPr>
          <p:cNvPr id="418" name="Google Shape;418;p44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US"/>
              <a:t>Дополнительное описание</a:t>
            </a:r>
            <a:endParaRPr/>
          </a:p>
        </p:txBody>
      </p:sp>
      <p:grpSp>
        <p:nvGrpSpPr>
          <p:cNvPr id="419" name="Google Shape;419;p44"/>
          <p:cNvGrpSpPr/>
          <p:nvPr/>
        </p:nvGrpSpPr>
        <p:grpSpPr>
          <a:xfrm>
            <a:off x="282380" y="3403462"/>
            <a:ext cx="1195387" cy="99124"/>
            <a:chOff x="658813" y="5548708"/>
            <a:chExt cx="2283170" cy="189326"/>
          </a:xfrm>
        </p:grpSpPr>
        <p:sp>
          <p:nvSpPr>
            <p:cNvPr id="420" name="Google Shape;420;p44"/>
            <p:cNvSpPr/>
            <p:nvPr/>
          </p:nvSpPr>
          <p:spPr>
            <a:xfrm>
              <a:off x="658813" y="5548708"/>
              <a:ext cx="189326" cy="1893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44"/>
            <p:cNvSpPr/>
            <p:nvPr/>
          </p:nvSpPr>
          <p:spPr>
            <a:xfrm>
              <a:off x="1182274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44"/>
            <p:cNvSpPr/>
            <p:nvPr/>
          </p:nvSpPr>
          <p:spPr>
            <a:xfrm>
              <a:off x="1705735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44"/>
            <p:cNvSpPr/>
            <p:nvPr/>
          </p:nvSpPr>
          <p:spPr>
            <a:xfrm>
              <a:off x="2229196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44"/>
            <p:cNvSpPr/>
            <p:nvPr/>
          </p:nvSpPr>
          <p:spPr>
            <a:xfrm>
              <a:off x="2752657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5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</a:pPr>
            <a:r>
              <a:rPr lang="en-US"/>
              <a:t>Спасибо за внимание!</a:t>
            </a:r>
            <a:endParaRPr/>
          </a:p>
        </p:txBody>
      </p:sp>
      <p:sp>
        <p:nvSpPr>
          <p:cNvPr id="430" name="Google Shape;430;p45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/>
              <a:t>Имя Фамилия</a:t>
            </a:r>
            <a:endParaRPr/>
          </a:p>
        </p:txBody>
      </p:sp>
      <p:sp>
        <p:nvSpPr>
          <p:cNvPr id="431" name="Google Shape;431;p45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-US"/>
              <a:t>Должность</a:t>
            </a:r>
            <a:endParaRPr/>
          </a:p>
        </p:txBody>
      </p:sp>
      <p:sp>
        <p:nvSpPr>
          <p:cNvPr id="432" name="Google Shape;432;p45"/>
          <p:cNvSpPr/>
          <p:nvPr/>
        </p:nvSpPr>
        <p:spPr>
          <a:xfrm>
            <a:off x="670220" y="3817914"/>
            <a:ext cx="675226" cy="675226"/>
          </a:xfrm>
          <a:prstGeom prst="roundRect">
            <a:avLst>
              <a:gd fmla="val 231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45"/>
          <p:cNvSpPr txBox="1"/>
          <p:nvPr/>
        </p:nvSpPr>
        <p:spPr>
          <a:xfrm>
            <a:off x="581272" y="4025085"/>
            <a:ext cx="86902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ctr">
              <a:lnSpc>
                <a:spcPct val="52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Вставить</a:t>
            </a:r>
            <a:endParaRPr/>
          </a:p>
          <a:p>
            <a:pPr indent="-171450" lvl="0" marL="171450" marR="0" rtl="0" algn="ctr">
              <a:lnSpc>
                <a:spcPct val="52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фото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6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</a:pPr>
            <a:r>
              <a:rPr lang="en-US"/>
              <a:t>Спасибо за внимание!</a:t>
            </a:r>
            <a:endParaRPr/>
          </a:p>
        </p:txBody>
      </p:sp>
      <p:sp>
        <p:nvSpPr>
          <p:cNvPr id="439" name="Google Shape;439;p46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/>
              <a:t>QR-код</a:t>
            </a:r>
            <a:endParaRPr/>
          </a:p>
        </p:txBody>
      </p:sp>
      <p:sp>
        <p:nvSpPr>
          <p:cNvPr id="440" name="Google Shape;440;p46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-US"/>
              <a:t>Дополнительная информация</a:t>
            </a:r>
            <a:endParaRPr/>
          </a:p>
        </p:txBody>
      </p:sp>
      <p:sp>
        <p:nvSpPr>
          <p:cNvPr id="441" name="Google Shape;441;p46"/>
          <p:cNvSpPr/>
          <p:nvPr/>
        </p:nvSpPr>
        <p:spPr>
          <a:xfrm>
            <a:off x="670220" y="3817914"/>
            <a:ext cx="675226" cy="675226"/>
          </a:xfrm>
          <a:prstGeom prst="roundRect">
            <a:avLst>
              <a:gd fmla="val 231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46"/>
          <p:cNvSpPr txBox="1"/>
          <p:nvPr/>
        </p:nvSpPr>
        <p:spPr>
          <a:xfrm>
            <a:off x="581272" y="4025085"/>
            <a:ext cx="86902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ctr">
              <a:lnSpc>
                <a:spcPct val="52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Вставить</a:t>
            </a:r>
            <a:endParaRPr/>
          </a:p>
          <a:p>
            <a:pPr indent="-171450" lvl="0" marL="171450" marR="0" rtl="0" algn="ctr">
              <a:lnSpc>
                <a:spcPct val="52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QR</a:t>
            </a:r>
            <a:endParaRPr b="0" i="0" sz="1000" u="none" cap="none" strike="noStrike">
              <a:solidFill>
                <a:schemeClr val="dk2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en-US"/>
              <a:t>Спасибо за внимание!</a:t>
            </a:r>
            <a:endParaRPr/>
          </a:p>
        </p:txBody>
      </p:sp>
      <p:sp>
        <p:nvSpPr>
          <p:cNvPr id="448" name="Google Shape;448;p4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7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/>
              <a:t>Дополнительная</a:t>
            </a:r>
            <a:endParaRPr/>
          </a:p>
          <a:p>
            <a:pPr indent="-171450" lvl="0" marL="17145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/>
              <a:t>информация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</a:t>
            </a:r>
            <a:endParaRPr/>
          </a:p>
        </p:txBody>
      </p:sp>
      <p:sp>
        <p:nvSpPr>
          <p:cNvPr id="454" name="Google Shape;454;p4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55" name="Google Shape;455;p4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56" name="Google Shape;456;p4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57" name="Google Shape;457;p4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58" name="Google Shape;458;p4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59" name="Google Shape;459;p4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/>
          </a:p>
        </p:txBody>
      </p:sp>
      <p:pic>
        <p:nvPicPr>
          <p:cNvPr descr=" " id="460" name="Google Shape;460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7841" y="613177"/>
            <a:ext cx="5033058" cy="4529186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48"/>
          <p:cNvSpPr/>
          <p:nvPr/>
        </p:nvSpPr>
        <p:spPr>
          <a:xfrm flipH="1">
            <a:off x="4572000" y="644899"/>
            <a:ext cx="525867" cy="525801"/>
          </a:xfrm>
          <a:prstGeom prst="roundRect">
            <a:avLst>
              <a:gd fmla="val 27600" name="adj"/>
            </a:avLst>
          </a:prstGeom>
          <a:solidFill>
            <a:srgbClr val="0077FF">
              <a:alpha val="10196"/>
            </a:srgbClr>
          </a:solidFill>
          <a:ln cap="flat" cmpd="sng" w="9525">
            <a:solidFill>
              <a:srgbClr val="007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462" name="Google Shape;462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736042" y="810822"/>
            <a:ext cx="197782" cy="193954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48"/>
          <p:cNvSpPr/>
          <p:nvPr/>
        </p:nvSpPr>
        <p:spPr>
          <a:xfrm flipH="1">
            <a:off x="4572000" y="1303624"/>
            <a:ext cx="525867" cy="525801"/>
          </a:xfrm>
          <a:prstGeom prst="roundRect">
            <a:avLst>
              <a:gd fmla="val 27600" name="adj"/>
            </a:avLst>
          </a:prstGeom>
          <a:solidFill>
            <a:srgbClr val="0077FF">
              <a:alpha val="10196"/>
            </a:srgbClr>
          </a:solidFill>
          <a:ln cap="flat" cmpd="sng" w="9525">
            <a:solidFill>
              <a:srgbClr val="007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464" name="Google Shape;464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736042" y="1469547"/>
            <a:ext cx="197782" cy="193954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48"/>
          <p:cNvSpPr/>
          <p:nvPr/>
        </p:nvSpPr>
        <p:spPr>
          <a:xfrm flipH="1">
            <a:off x="4572000" y="1962349"/>
            <a:ext cx="525867" cy="525801"/>
          </a:xfrm>
          <a:prstGeom prst="roundRect">
            <a:avLst>
              <a:gd fmla="val 27600" name="adj"/>
            </a:avLst>
          </a:prstGeom>
          <a:solidFill>
            <a:srgbClr val="0077FF">
              <a:alpha val="10196"/>
            </a:srgbClr>
          </a:solidFill>
          <a:ln cap="flat" cmpd="sng" w="9525">
            <a:solidFill>
              <a:srgbClr val="007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466" name="Google Shape;466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736042" y="2128272"/>
            <a:ext cx="197782" cy="193954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48"/>
          <p:cNvSpPr/>
          <p:nvPr/>
        </p:nvSpPr>
        <p:spPr>
          <a:xfrm flipH="1">
            <a:off x="4572000" y="2621074"/>
            <a:ext cx="525867" cy="525801"/>
          </a:xfrm>
          <a:prstGeom prst="roundRect">
            <a:avLst>
              <a:gd fmla="val 27600" name="adj"/>
            </a:avLst>
          </a:prstGeom>
          <a:solidFill>
            <a:srgbClr val="0077FF">
              <a:alpha val="10196"/>
            </a:srgbClr>
          </a:solidFill>
          <a:ln cap="flat" cmpd="sng" w="9525">
            <a:solidFill>
              <a:srgbClr val="007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468" name="Google Shape;468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736042" y="2786997"/>
            <a:ext cx="197782" cy="193954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48"/>
          <p:cNvSpPr/>
          <p:nvPr/>
        </p:nvSpPr>
        <p:spPr>
          <a:xfrm flipH="1">
            <a:off x="4572000" y="3312798"/>
            <a:ext cx="525867" cy="525801"/>
          </a:xfrm>
          <a:prstGeom prst="roundRect">
            <a:avLst>
              <a:gd fmla="val 27600" name="adj"/>
            </a:avLst>
          </a:prstGeom>
          <a:solidFill>
            <a:srgbClr val="0077FF">
              <a:alpha val="10196"/>
            </a:srgbClr>
          </a:solidFill>
          <a:ln cap="flat" cmpd="sng" w="9525">
            <a:solidFill>
              <a:srgbClr val="007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470" name="Google Shape;470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736042" y="3478721"/>
            <a:ext cx="197782" cy="193954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48"/>
          <p:cNvSpPr/>
          <p:nvPr/>
        </p:nvSpPr>
        <p:spPr>
          <a:xfrm flipH="1">
            <a:off x="4572000" y="4004522"/>
            <a:ext cx="525867" cy="525801"/>
          </a:xfrm>
          <a:prstGeom prst="roundRect">
            <a:avLst>
              <a:gd fmla="val 27600" name="adj"/>
            </a:avLst>
          </a:prstGeom>
          <a:solidFill>
            <a:srgbClr val="0077FF">
              <a:alpha val="10196"/>
            </a:srgbClr>
          </a:solidFill>
          <a:ln cap="flat" cmpd="sng" w="9525">
            <a:solidFill>
              <a:srgbClr val="007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472" name="Google Shape;472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736042" y="4170445"/>
            <a:ext cx="197782" cy="1939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477" name="Google Shape;477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7841" y="613177"/>
            <a:ext cx="5033058" cy="45291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78" name="Google Shape;478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38656" y="3935016"/>
            <a:ext cx="4299473" cy="634175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49"/>
          <p:cNvSpPr/>
          <p:nvPr/>
        </p:nvSpPr>
        <p:spPr>
          <a:xfrm>
            <a:off x="4666757" y="4060626"/>
            <a:ext cx="383004" cy="382956"/>
          </a:xfrm>
          <a:prstGeom prst="roundRect">
            <a:avLst>
              <a:gd fmla="val 28477" name="adj"/>
            </a:avLst>
          </a:prstGeom>
          <a:solidFill>
            <a:srgbClr val="005E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480" name="Google Shape;480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38656" y="3088172"/>
            <a:ext cx="4299473" cy="634175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49"/>
          <p:cNvSpPr/>
          <p:nvPr/>
        </p:nvSpPr>
        <p:spPr>
          <a:xfrm>
            <a:off x="4666757" y="3213782"/>
            <a:ext cx="383004" cy="382956"/>
          </a:xfrm>
          <a:prstGeom prst="roundRect">
            <a:avLst>
              <a:gd fmla="val 28477" name="adj"/>
            </a:avLst>
          </a:prstGeom>
          <a:solidFill>
            <a:srgbClr val="005E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482" name="Google Shape;482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38656" y="2238114"/>
            <a:ext cx="4299473" cy="634175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49"/>
          <p:cNvSpPr/>
          <p:nvPr/>
        </p:nvSpPr>
        <p:spPr>
          <a:xfrm>
            <a:off x="4666757" y="2363724"/>
            <a:ext cx="383004" cy="382956"/>
          </a:xfrm>
          <a:prstGeom prst="roundRect">
            <a:avLst>
              <a:gd fmla="val 28477" name="adj"/>
            </a:avLst>
          </a:prstGeom>
          <a:solidFill>
            <a:srgbClr val="005E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484" name="Google Shape;484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38656" y="1391271"/>
            <a:ext cx="4299473" cy="634175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49"/>
          <p:cNvSpPr/>
          <p:nvPr/>
        </p:nvSpPr>
        <p:spPr>
          <a:xfrm>
            <a:off x="4666757" y="1516881"/>
            <a:ext cx="383004" cy="382956"/>
          </a:xfrm>
          <a:prstGeom prst="roundRect">
            <a:avLst>
              <a:gd fmla="val 28477" name="adj"/>
            </a:avLst>
          </a:prstGeom>
          <a:solidFill>
            <a:srgbClr val="005E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486" name="Google Shape;486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38656" y="527754"/>
            <a:ext cx="4299473" cy="634175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4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</a:t>
            </a:r>
            <a:endParaRPr/>
          </a:p>
        </p:txBody>
      </p:sp>
      <p:sp>
        <p:nvSpPr>
          <p:cNvPr id="488" name="Google Shape;488;p4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89" name="Google Shape;489;p4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90" name="Google Shape;490;p4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91" name="Google Shape;491;p4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92" name="Google Shape;492;p4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93" name="Google Shape;493;p49"/>
          <p:cNvSpPr/>
          <p:nvPr/>
        </p:nvSpPr>
        <p:spPr>
          <a:xfrm>
            <a:off x="4666757" y="653364"/>
            <a:ext cx="383004" cy="382956"/>
          </a:xfrm>
          <a:prstGeom prst="roundRect">
            <a:avLst>
              <a:gd fmla="val 28477" name="adj"/>
            </a:avLst>
          </a:prstGeom>
          <a:solidFill>
            <a:srgbClr val="005E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494" name="Google Shape;494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4759368" y="749755"/>
            <a:ext cx="197782" cy="1939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95" name="Google Shape;495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4759368" y="1611381"/>
            <a:ext cx="197782" cy="1939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96" name="Google Shape;496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4759368" y="2458224"/>
            <a:ext cx="197782" cy="1939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97" name="Google Shape;497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4759368" y="3308282"/>
            <a:ext cx="197782" cy="1939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98" name="Google Shape;498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4759368" y="4155126"/>
            <a:ext cx="197782" cy="1939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5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</a:t>
            </a:r>
            <a:endParaRPr/>
          </a:p>
        </p:txBody>
      </p:sp>
      <p:sp>
        <p:nvSpPr>
          <p:cNvPr id="504" name="Google Shape;504;p5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lang="en-US"/>
              <a:t>Содержание</a:t>
            </a:r>
            <a:endParaRPr/>
          </a:p>
        </p:txBody>
      </p:sp>
      <p:sp>
        <p:nvSpPr>
          <p:cNvPr id="505" name="Google Shape;505;p5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US"/>
              <a:t>Пункт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US"/>
              <a:t>Пункт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US"/>
              <a:t>Пункт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US"/>
              <a:t>Пункт</a:t>
            </a:r>
            <a:endParaRPr/>
          </a:p>
        </p:txBody>
      </p:sp>
      <p:sp>
        <p:nvSpPr>
          <p:cNvPr id="506" name="Google Shape;506;p50"/>
          <p:cNvSpPr/>
          <p:nvPr/>
        </p:nvSpPr>
        <p:spPr>
          <a:xfrm>
            <a:off x="354563" y="2341984"/>
            <a:ext cx="4142792" cy="2090058"/>
          </a:xfrm>
          <a:prstGeom prst="roundRect">
            <a:avLst>
              <a:gd fmla="val 238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50"/>
          <p:cNvSpPr txBox="1"/>
          <p:nvPr/>
        </p:nvSpPr>
        <p:spPr>
          <a:xfrm>
            <a:off x="1968694" y="3225476"/>
            <a:ext cx="86902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ctr">
              <a:lnSpc>
                <a:spcPct val="5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Вставить</a:t>
            </a:r>
            <a:endParaRPr/>
          </a:p>
          <a:p>
            <a:pPr indent="-171450" lvl="0" marL="171450" marR="0" rtl="0" algn="ctr">
              <a:lnSpc>
                <a:spcPct val="52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фото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5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Пункт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Пункт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Пункт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Пункт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Пункт</a:t>
            </a:r>
            <a:endParaRPr/>
          </a:p>
        </p:txBody>
      </p:sp>
      <p:sp>
        <p:nvSpPr>
          <p:cNvPr id="513" name="Google Shape;513;p5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/>
              <a:t>Имя Фамилия</a:t>
            </a:r>
            <a:endParaRPr/>
          </a:p>
        </p:txBody>
      </p:sp>
      <p:sp>
        <p:nvSpPr>
          <p:cNvPr id="514" name="Google Shape;514;p5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>
                <a:solidFill>
                  <a:schemeClr val="dk1"/>
                </a:solidFill>
              </a:rPr>
              <a:t>Должность</a:t>
            </a:r>
            <a:endParaRPr/>
          </a:p>
        </p:txBody>
      </p:sp>
      <p:sp>
        <p:nvSpPr>
          <p:cNvPr id="515" name="Google Shape;515;p5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Слайд-визитка</a:t>
            </a:r>
            <a:endParaRPr/>
          </a:p>
        </p:txBody>
      </p:sp>
      <p:sp>
        <p:nvSpPr>
          <p:cNvPr id="516" name="Google Shape;516;p51"/>
          <p:cNvSpPr/>
          <p:nvPr/>
        </p:nvSpPr>
        <p:spPr>
          <a:xfrm>
            <a:off x="283720" y="1186015"/>
            <a:ext cx="3733803" cy="2090058"/>
          </a:xfrm>
          <a:prstGeom prst="roundRect">
            <a:avLst>
              <a:gd fmla="val 238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51"/>
          <p:cNvSpPr txBox="1"/>
          <p:nvPr/>
        </p:nvSpPr>
        <p:spPr>
          <a:xfrm>
            <a:off x="1716107" y="2088169"/>
            <a:ext cx="86902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ctr">
              <a:lnSpc>
                <a:spcPct val="5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Вставить</a:t>
            </a:r>
            <a:endParaRPr/>
          </a:p>
          <a:p>
            <a:pPr indent="-171450" lvl="0" marL="171450" marR="0" rtl="0" algn="ctr">
              <a:lnSpc>
                <a:spcPct val="52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фото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5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Пункт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Пункт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Пункт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Пункт</a:t>
            </a:r>
            <a:endParaRPr/>
          </a:p>
        </p:txBody>
      </p:sp>
      <p:sp>
        <p:nvSpPr>
          <p:cNvPr id="523" name="Google Shape;523;p5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/>
              <a:t>Должность</a:t>
            </a:r>
            <a:endParaRPr/>
          </a:p>
        </p:txBody>
      </p:sp>
      <p:sp>
        <p:nvSpPr>
          <p:cNvPr id="524" name="Google Shape;524;p5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Имя Фамилия</a:t>
            </a:r>
            <a:endParaRPr/>
          </a:p>
        </p:txBody>
      </p:sp>
      <p:sp>
        <p:nvSpPr>
          <p:cNvPr id="525" name="Google Shape;525;p52"/>
          <p:cNvSpPr/>
          <p:nvPr/>
        </p:nvSpPr>
        <p:spPr>
          <a:xfrm>
            <a:off x="4933540" y="704038"/>
            <a:ext cx="3733803" cy="3735421"/>
          </a:xfrm>
          <a:prstGeom prst="roundRect">
            <a:avLst>
              <a:gd fmla="val 238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52"/>
          <p:cNvSpPr txBox="1"/>
          <p:nvPr/>
        </p:nvSpPr>
        <p:spPr>
          <a:xfrm>
            <a:off x="6365927" y="2503365"/>
            <a:ext cx="86902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ctr">
              <a:lnSpc>
                <a:spcPct val="5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Вставить</a:t>
            </a:r>
            <a:endParaRPr/>
          </a:p>
          <a:p>
            <a:pPr indent="-171450" lvl="0" marL="171450" marR="0" rtl="0" algn="ctr">
              <a:lnSpc>
                <a:spcPct val="52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фото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3"/>
          <p:cNvSpPr txBox="1"/>
          <p:nvPr>
            <p:ph type="title"/>
          </p:nvPr>
        </p:nvSpPr>
        <p:spPr>
          <a:xfrm>
            <a:off x="177970" y="282949"/>
            <a:ext cx="6792985" cy="3977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Слайд-визитка команды</a:t>
            </a:r>
            <a:endParaRPr/>
          </a:p>
        </p:txBody>
      </p:sp>
      <p:sp>
        <p:nvSpPr>
          <p:cNvPr id="532" name="Google Shape;532;p53"/>
          <p:cNvSpPr/>
          <p:nvPr/>
        </p:nvSpPr>
        <p:spPr>
          <a:xfrm>
            <a:off x="303214" y="1022533"/>
            <a:ext cx="8451939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53"/>
          <p:cNvSpPr/>
          <p:nvPr/>
        </p:nvSpPr>
        <p:spPr>
          <a:xfrm>
            <a:off x="303214" y="1022533"/>
            <a:ext cx="1395256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53"/>
          <p:cNvSpPr/>
          <p:nvPr/>
        </p:nvSpPr>
        <p:spPr>
          <a:xfrm>
            <a:off x="625195" y="1022533"/>
            <a:ext cx="751291" cy="751198"/>
          </a:xfrm>
          <a:prstGeom prst="roundRect">
            <a:avLst>
              <a:gd fmla="val 49860" name="adj"/>
            </a:avLst>
          </a:pr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53"/>
          <p:cNvSpPr/>
          <p:nvPr/>
        </p:nvSpPr>
        <p:spPr>
          <a:xfrm>
            <a:off x="276488" y="1847732"/>
            <a:ext cx="1448708" cy="450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Имя Фамилия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53"/>
          <p:cNvSpPr/>
          <p:nvPr/>
        </p:nvSpPr>
        <p:spPr>
          <a:xfrm>
            <a:off x="369430" y="2318978"/>
            <a:ext cx="1262825" cy="1720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98492"/>
              </a:buClr>
              <a:buSzPts val="1200"/>
              <a:buFont typeface="Play"/>
              <a:buNone/>
            </a:pPr>
            <a:r>
              <a:rPr b="0" i="0" lang="en-US" sz="1200" u="none" cap="none" strike="noStrike">
                <a:solidFill>
                  <a:srgbClr val="798492"/>
                </a:solidFill>
                <a:latin typeface="Play"/>
                <a:ea typeface="Play"/>
                <a:cs typeface="Play"/>
                <a:sym typeface="Play"/>
              </a:rPr>
              <a:t>Должность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53"/>
          <p:cNvSpPr/>
          <p:nvPr/>
        </p:nvSpPr>
        <p:spPr>
          <a:xfrm>
            <a:off x="2067385" y="1022533"/>
            <a:ext cx="1395256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53"/>
          <p:cNvSpPr/>
          <p:nvPr/>
        </p:nvSpPr>
        <p:spPr>
          <a:xfrm>
            <a:off x="2389366" y="1022533"/>
            <a:ext cx="751291" cy="751198"/>
          </a:xfrm>
          <a:prstGeom prst="roundRect">
            <a:avLst>
              <a:gd fmla="val 49860" name="adj"/>
            </a:avLst>
          </a:pr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53"/>
          <p:cNvSpPr/>
          <p:nvPr/>
        </p:nvSpPr>
        <p:spPr>
          <a:xfrm>
            <a:off x="2040659" y="1847732"/>
            <a:ext cx="1448708" cy="450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Имя Фамилия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53"/>
          <p:cNvSpPr/>
          <p:nvPr/>
        </p:nvSpPr>
        <p:spPr>
          <a:xfrm>
            <a:off x="2133601" y="2318978"/>
            <a:ext cx="1262825" cy="1720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98492"/>
              </a:buClr>
              <a:buSzPts val="1200"/>
              <a:buFont typeface="Play"/>
              <a:buNone/>
            </a:pPr>
            <a:r>
              <a:rPr b="0" i="0" lang="en-US" sz="1200" u="none" cap="none" strike="noStrike">
                <a:solidFill>
                  <a:srgbClr val="798492"/>
                </a:solidFill>
                <a:latin typeface="Play"/>
                <a:ea typeface="Play"/>
                <a:cs typeface="Play"/>
                <a:sym typeface="Play"/>
              </a:rPr>
              <a:t>Должность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53"/>
          <p:cNvSpPr/>
          <p:nvPr/>
        </p:nvSpPr>
        <p:spPr>
          <a:xfrm>
            <a:off x="3831556" y="1022533"/>
            <a:ext cx="1395256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53"/>
          <p:cNvSpPr/>
          <p:nvPr/>
        </p:nvSpPr>
        <p:spPr>
          <a:xfrm>
            <a:off x="4153536" y="1022533"/>
            <a:ext cx="751291" cy="751198"/>
          </a:xfrm>
          <a:prstGeom prst="roundRect">
            <a:avLst>
              <a:gd fmla="val 49860" name="adj"/>
            </a:avLst>
          </a:pr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53"/>
          <p:cNvSpPr/>
          <p:nvPr/>
        </p:nvSpPr>
        <p:spPr>
          <a:xfrm>
            <a:off x="3804829" y="1847732"/>
            <a:ext cx="1448708" cy="450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Имя Фамилия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53"/>
          <p:cNvSpPr/>
          <p:nvPr/>
        </p:nvSpPr>
        <p:spPr>
          <a:xfrm>
            <a:off x="3897772" y="2318978"/>
            <a:ext cx="1262825" cy="1720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98492"/>
              </a:buClr>
              <a:buSzPts val="1200"/>
              <a:buFont typeface="Play"/>
              <a:buNone/>
            </a:pPr>
            <a:r>
              <a:rPr b="0" i="0" lang="en-US" sz="1200" u="none" cap="none" strike="noStrike">
                <a:solidFill>
                  <a:srgbClr val="798492"/>
                </a:solidFill>
                <a:latin typeface="Play"/>
                <a:ea typeface="Play"/>
                <a:cs typeface="Play"/>
                <a:sym typeface="Play"/>
              </a:rPr>
              <a:t>Должность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53"/>
          <p:cNvSpPr/>
          <p:nvPr/>
        </p:nvSpPr>
        <p:spPr>
          <a:xfrm>
            <a:off x="5595727" y="1022533"/>
            <a:ext cx="1395256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53"/>
          <p:cNvSpPr/>
          <p:nvPr/>
        </p:nvSpPr>
        <p:spPr>
          <a:xfrm>
            <a:off x="5917707" y="1022533"/>
            <a:ext cx="751291" cy="751198"/>
          </a:xfrm>
          <a:prstGeom prst="roundRect">
            <a:avLst>
              <a:gd fmla="val 49860" name="adj"/>
            </a:avLst>
          </a:pr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53"/>
          <p:cNvSpPr/>
          <p:nvPr/>
        </p:nvSpPr>
        <p:spPr>
          <a:xfrm>
            <a:off x="5569000" y="1847732"/>
            <a:ext cx="1448708" cy="450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Имя Фамилия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53"/>
          <p:cNvSpPr/>
          <p:nvPr/>
        </p:nvSpPr>
        <p:spPr>
          <a:xfrm>
            <a:off x="5661942" y="2318978"/>
            <a:ext cx="1262825" cy="1720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98492"/>
              </a:buClr>
              <a:buSzPts val="1200"/>
              <a:buFont typeface="Play"/>
              <a:buNone/>
            </a:pPr>
            <a:r>
              <a:rPr b="0" i="0" lang="en-US" sz="1200" u="none" cap="none" strike="noStrike">
                <a:solidFill>
                  <a:srgbClr val="798492"/>
                </a:solidFill>
                <a:latin typeface="Play"/>
                <a:ea typeface="Play"/>
                <a:cs typeface="Play"/>
                <a:sym typeface="Play"/>
              </a:rPr>
              <a:t>Должность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53"/>
          <p:cNvSpPr/>
          <p:nvPr/>
        </p:nvSpPr>
        <p:spPr>
          <a:xfrm>
            <a:off x="7359897" y="1022533"/>
            <a:ext cx="1395256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53"/>
          <p:cNvSpPr/>
          <p:nvPr/>
        </p:nvSpPr>
        <p:spPr>
          <a:xfrm>
            <a:off x="7681878" y="1022533"/>
            <a:ext cx="751291" cy="751198"/>
          </a:xfrm>
          <a:prstGeom prst="roundRect">
            <a:avLst>
              <a:gd fmla="val 49860" name="adj"/>
            </a:avLst>
          </a:pr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53"/>
          <p:cNvSpPr/>
          <p:nvPr/>
        </p:nvSpPr>
        <p:spPr>
          <a:xfrm>
            <a:off x="7333171" y="1847732"/>
            <a:ext cx="1448708" cy="450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Имя Фамилия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53"/>
          <p:cNvSpPr/>
          <p:nvPr/>
        </p:nvSpPr>
        <p:spPr>
          <a:xfrm>
            <a:off x="7426113" y="2318978"/>
            <a:ext cx="1262825" cy="1720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98492"/>
              </a:buClr>
              <a:buSzPts val="1200"/>
              <a:buFont typeface="Play"/>
              <a:buNone/>
            </a:pPr>
            <a:r>
              <a:rPr b="0" i="0" lang="en-US" sz="1200" u="none" cap="none" strike="noStrike">
                <a:solidFill>
                  <a:srgbClr val="798492"/>
                </a:solidFill>
                <a:latin typeface="Play"/>
                <a:ea typeface="Play"/>
                <a:cs typeface="Play"/>
                <a:sym typeface="Play"/>
              </a:rPr>
              <a:t>Должность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53"/>
          <p:cNvSpPr/>
          <p:nvPr/>
        </p:nvSpPr>
        <p:spPr>
          <a:xfrm>
            <a:off x="276488" y="2955549"/>
            <a:ext cx="8451939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53"/>
          <p:cNvSpPr/>
          <p:nvPr/>
        </p:nvSpPr>
        <p:spPr>
          <a:xfrm>
            <a:off x="303214" y="2797849"/>
            <a:ext cx="8451939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53"/>
          <p:cNvSpPr/>
          <p:nvPr/>
        </p:nvSpPr>
        <p:spPr>
          <a:xfrm>
            <a:off x="303214" y="2797849"/>
            <a:ext cx="1395256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53"/>
          <p:cNvSpPr/>
          <p:nvPr/>
        </p:nvSpPr>
        <p:spPr>
          <a:xfrm>
            <a:off x="625195" y="2797849"/>
            <a:ext cx="751291" cy="751198"/>
          </a:xfrm>
          <a:prstGeom prst="roundRect">
            <a:avLst>
              <a:gd fmla="val 49860" name="adj"/>
            </a:avLst>
          </a:pr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53"/>
          <p:cNvSpPr/>
          <p:nvPr/>
        </p:nvSpPr>
        <p:spPr>
          <a:xfrm>
            <a:off x="276488" y="3623048"/>
            <a:ext cx="1448708" cy="450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Имя Фамилия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53"/>
          <p:cNvSpPr/>
          <p:nvPr/>
        </p:nvSpPr>
        <p:spPr>
          <a:xfrm>
            <a:off x="369430" y="4094294"/>
            <a:ext cx="1262825" cy="1720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98492"/>
              </a:buClr>
              <a:buSzPts val="1200"/>
              <a:buFont typeface="Play"/>
              <a:buNone/>
            </a:pPr>
            <a:r>
              <a:rPr b="0" i="0" lang="en-US" sz="1200" u="none" cap="none" strike="noStrike">
                <a:solidFill>
                  <a:srgbClr val="798492"/>
                </a:solidFill>
                <a:latin typeface="Play"/>
                <a:ea typeface="Play"/>
                <a:cs typeface="Play"/>
                <a:sym typeface="Play"/>
              </a:rPr>
              <a:t>Должность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53"/>
          <p:cNvSpPr/>
          <p:nvPr/>
        </p:nvSpPr>
        <p:spPr>
          <a:xfrm>
            <a:off x="2067385" y="2797849"/>
            <a:ext cx="1395256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53"/>
          <p:cNvSpPr/>
          <p:nvPr/>
        </p:nvSpPr>
        <p:spPr>
          <a:xfrm>
            <a:off x="2389366" y="2797849"/>
            <a:ext cx="751291" cy="751198"/>
          </a:xfrm>
          <a:prstGeom prst="roundRect">
            <a:avLst>
              <a:gd fmla="val 49860" name="adj"/>
            </a:avLst>
          </a:pr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53"/>
          <p:cNvSpPr/>
          <p:nvPr/>
        </p:nvSpPr>
        <p:spPr>
          <a:xfrm>
            <a:off x="2040659" y="3623048"/>
            <a:ext cx="1448708" cy="450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Имя Фамилия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53"/>
          <p:cNvSpPr/>
          <p:nvPr/>
        </p:nvSpPr>
        <p:spPr>
          <a:xfrm>
            <a:off x="2133601" y="4094294"/>
            <a:ext cx="1262825" cy="1720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98492"/>
              </a:buClr>
              <a:buSzPts val="1200"/>
              <a:buFont typeface="Play"/>
              <a:buNone/>
            </a:pPr>
            <a:r>
              <a:rPr b="0" i="0" lang="en-US" sz="1200" u="none" cap="none" strike="noStrike">
                <a:solidFill>
                  <a:srgbClr val="798492"/>
                </a:solidFill>
                <a:latin typeface="Play"/>
                <a:ea typeface="Play"/>
                <a:cs typeface="Play"/>
                <a:sym typeface="Play"/>
              </a:rPr>
              <a:t>Должность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53"/>
          <p:cNvSpPr/>
          <p:nvPr/>
        </p:nvSpPr>
        <p:spPr>
          <a:xfrm>
            <a:off x="3831556" y="2797849"/>
            <a:ext cx="1395256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53"/>
          <p:cNvSpPr/>
          <p:nvPr/>
        </p:nvSpPr>
        <p:spPr>
          <a:xfrm>
            <a:off x="4153536" y="2797849"/>
            <a:ext cx="751291" cy="751198"/>
          </a:xfrm>
          <a:prstGeom prst="roundRect">
            <a:avLst>
              <a:gd fmla="val 49860" name="adj"/>
            </a:avLst>
          </a:pr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53"/>
          <p:cNvSpPr/>
          <p:nvPr/>
        </p:nvSpPr>
        <p:spPr>
          <a:xfrm>
            <a:off x="3804829" y="3623048"/>
            <a:ext cx="1448708" cy="450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Имя Фамилия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53"/>
          <p:cNvSpPr/>
          <p:nvPr/>
        </p:nvSpPr>
        <p:spPr>
          <a:xfrm>
            <a:off x="3897772" y="4094294"/>
            <a:ext cx="1262825" cy="1720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98492"/>
              </a:buClr>
              <a:buSzPts val="1200"/>
              <a:buFont typeface="Play"/>
              <a:buNone/>
            </a:pPr>
            <a:r>
              <a:rPr b="0" i="0" lang="en-US" sz="1200" u="none" cap="none" strike="noStrike">
                <a:solidFill>
                  <a:srgbClr val="798492"/>
                </a:solidFill>
                <a:latin typeface="Play"/>
                <a:ea typeface="Play"/>
                <a:cs typeface="Play"/>
                <a:sym typeface="Play"/>
              </a:rPr>
              <a:t>Должность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53"/>
          <p:cNvSpPr/>
          <p:nvPr/>
        </p:nvSpPr>
        <p:spPr>
          <a:xfrm>
            <a:off x="5595727" y="2797849"/>
            <a:ext cx="1395256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53"/>
          <p:cNvSpPr/>
          <p:nvPr/>
        </p:nvSpPr>
        <p:spPr>
          <a:xfrm>
            <a:off x="5917707" y="2797849"/>
            <a:ext cx="751291" cy="751198"/>
          </a:xfrm>
          <a:prstGeom prst="roundRect">
            <a:avLst>
              <a:gd fmla="val 49860" name="adj"/>
            </a:avLst>
          </a:pr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53"/>
          <p:cNvSpPr/>
          <p:nvPr/>
        </p:nvSpPr>
        <p:spPr>
          <a:xfrm>
            <a:off x="5569000" y="3623048"/>
            <a:ext cx="1448708" cy="450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Имя Фамилия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53"/>
          <p:cNvSpPr/>
          <p:nvPr/>
        </p:nvSpPr>
        <p:spPr>
          <a:xfrm>
            <a:off x="5661942" y="4094294"/>
            <a:ext cx="1262825" cy="1720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98492"/>
              </a:buClr>
              <a:buSzPts val="1200"/>
              <a:buFont typeface="Play"/>
              <a:buNone/>
            </a:pPr>
            <a:r>
              <a:rPr b="0" i="0" lang="en-US" sz="1200" u="none" cap="none" strike="noStrike">
                <a:solidFill>
                  <a:srgbClr val="798492"/>
                </a:solidFill>
                <a:latin typeface="Play"/>
                <a:ea typeface="Play"/>
                <a:cs typeface="Play"/>
                <a:sym typeface="Play"/>
              </a:rPr>
              <a:t>Должность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53"/>
          <p:cNvSpPr/>
          <p:nvPr/>
        </p:nvSpPr>
        <p:spPr>
          <a:xfrm>
            <a:off x="7359897" y="2797849"/>
            <a:ext cx="1395256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53"/>
          <p:cNvSpPr/>
          <p:nvPr/>
        </p:nvSpPr>
        <p:spPr>
          <a:xfrm>
            <a:off x="7681878" y="2797849"/>
            <a:ext cx="751291" cy="751198"/>
          </a:xfrm>
          <a:prstGeom prst="roundRect">
            <a:avLst>
              <a:gd fmla="val 49860" name="adj"/>
            </a:avLst>
          </a:pr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53"/>
          <p:cNvSpPr/>
          <p:nvPr/>
        </p:nvSpPr>
        <p:spPr>
          <a:xfrm>
            <a:off x="7333171" y="3623048"/>
            <a:ext cx="1448708" cy="450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ay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Имя Фамилия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53"/>
          <p:cNvSpPr/>
          <p:nvPr/>
        </p:nvSpPr>
        <p:spPr>
          <a:xfrm>
            <a:off x="7426113" y="4094294"/>
            <a:ext cx="1262825" cy="1720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98492"/>
              </a:buClr>
              <a:buSzPts val="1200"/>
              <a:buFont typeface="Play"/>
              <a:buNone/>
            </a:pPr>
            <a:r>
              <a:rPr b="0" i="0" lang="en-US" sz="1200" u="none" cap="none" strike="noStrike">
                <a:solidFill>
                  <a:srgbClr val="798492"/>
                </a:solidFill>
                <a:latin typeface="Play"/>
                <a:ea typeface="Play"/>
                <a:cs typeface="Play"/>
                <a:sym typeface="Play"/>
              </a:rPr>
              <a:t>Должность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54"/>
          <p:cNvSpPr txBox="1"/>
          <p:nvPr>
            <p:ph type="title"/>
          </p:nvPr>
        </p:nvSpPr>
        <p:spPr>
          <a:xfrm>
            <a:off x="177970" y="282949"/>
            <a:ext cx="6792985" cy="3977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Слайд-визитка команды</a:t>
            </a:r>
            <a:endParaRPr/>
          </a:p>
        </p:txBody>
      </p:sp>
      <p:sp>
        <p:nvSpPr>
          <p:cNvPr id="580" name="Google Shape;580;p54"/>
          <p:cNvSpPr/>
          <p:nvPr/>
        </p:nvSpPr>
        <p:spPr>
          <a:xfrm>
            <a:off x="276488" y="2955549"/>
            <a:ext cx="8451939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81" name="Google Shape;581;p54"/>
          <p:cNvGrpSpPr/>
          <p:nvPr/>
        </p:nvGrpSpPr>
        <p:grpSpPr>
          <a:xfrm>
            <a:off x="276488" y="1051426"/>
            <a:ext cx="8591024" cy="3498570"/>
            <a:chOff x="762095" y="2374900"/>
            <a:chExt cx="22874494" cy="9315306"/>
          </a:xfrm>
        </p:grpSpPr>
        <p:pic>
          <p:nvPicPr>
            <p:cNvPr descr=" " id="582" name="Google Shape;582;p5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2374900"/>
              <a:ext cx="4216927" cy="38530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83" name="Google Shape;583;p5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50560" y="2755900"/>
              <a:ext cx="3439997" cy="2197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4" name="Google Shape;584;p54"/>
            <p:cNvSpPr/>
            <p:nvPr/>
          </p:nvSpPr>
          <p:spPr>
            <a:xfrm>
              <a:off x="1727416" y="5176428"/>
              <a:ext cx="2286286" cy="670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54"/>
            <p:cNvSpPr/>
            <p:nvPr/>
          </p:nvSpPr>
          <p:spPr>
            <a:xfrm>
              <a:off x="1150561" y="5176425"/>
              <a:ext cx="3439996" cy="4514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Play"/>
                <a:buNone/>
              </a:pPr>
              <a:r>
                <a:rPr b="0" i="0" lang="en-US" sz="900" u="none" cap="none" strike="noStrike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Имя Фамилия</a:t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" name="Google Shape;586;p54"/>
            <p:cNvSpPr/>
            <p:nvPr/>
          </p:nvSpPr>
          <p:spPr>
            <a:xfrm>
              <a:off x="1932304" y="5592987"/>
              <a:ext cx="1876507" cy="3469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798492"/>
                </a:buClr>
                <a:buSzPts val="800"/>
                <a:buFont typeface="Play"/>
                <a:buNone/>
              </a:pPr>
              <a:r>
                <a:rPr b="0" i="0" lang="en-US" sz="800" u="none" cap="none" strike="noStrike">
                  <a:solidFill>
                    <a:srgbClr val="798492"/>
                  </a:solidFill>
                  <a:latin typeface="Play"/>
                  <a:ea typeface="Play"/>
                  <a:cs typeface="Play"/>
                  <a:sym typeface="Play"/>
                </a:rPr>
                <a:t>Должность</a:t>
              </a:r>
              <a:endParaRPr b="0" i="0" sz="124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7" name="Google Shape;587;p54"/>
            <p:cNvSpPr/>
            <p:nvPr/>
          </p:nvSpPr>
          <p:spPr>
            <a:xfrm>
              <a:off x="5818517" y="2374900"/>
              <a:ext cx="2931812" cy="8486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Play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Название команды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" name="Google Shape;588;p54"/>
            <p:cNvSpPr/>
            <p:nvPr/>
          </p:nvSpPr>
          <p:spPr>
            <a:xfrm>
              <a:off x="6141280" y="3877742"/>
              <a:ext cx="2286286" cy="24375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54"/>
            <p:cNvSpPr/>
            <p:nvPr/>
          </p:nvSpPr>
          <p:spPr>
            <a:xfrm>
              <a:off x="6717093" y="3877742"/>
              <a:ext cx="1134658" cy="1134516"/>
            </a:xfrm>
            <a:prstGeom prst="roundRect">
              <a:avLst>
                <a:gd fmla="val 83822" name="adj"/>
              </a:avLst>
            </a:pr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54"/>
            <p:cNvSpPr/>
            <p:nvPr/>
          </p:nvSpPr>
          <p:spPr>
            <a:xfrm>
              <a:off x="6100916" y="5124016"/>
              <a:ext cx="2367014" cy="3855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714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Play"/>
                <a:buNone/>
              </a:pPr>
              <a:r>
                <a:rPr b="0" i="0" lang="en-US" sz="700" u="none" cap="none" strike="noStrike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Имя Фамилия</a:t>
              </a:r>
              <a:endPara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1" name="Google Shape;591;p54"/>
            <p:cNvSpPr/>
            <p:nvPr/>
          </p:nvSpPr>
          <p:spPr>
            <a:xfrm>
              <a:off x="6343516" y="5540586"/>
              <a:ext cx="1881812" cy="8274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798492"/>
                </a:buClr>
                <a:buSzPts val="700"/>
                <a:buFont typeface="Play"/>
                <a:buNone/>
              </a:pPr>
              <a:r>
                <a:rPr b="0" i="0" lang="en-US" sz="700" u="none" cap="none" strike="noStrike">
                  <a:solidFill>
                    <a:srgbClr val="798492"/>
                  </a:solidFill>
                  <a:latin typeface="Play"/>
                  <a:ea typeface="Play"/>
                  <a:cs typeface="Play"/>
                  <a:sym typeface="Play"/>
                </a:rPr>
                <a:t>Должность</a:t>
              </a:r>
              <a:endPara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2" name="Google Shape;592;p54"/>
            <p:cNvSpPr/>
            <p:nvPr/>
          </p:nvSpPr>
          <p:spPr>
            <a:xfrm>
              <a:off x="6141280" y="6538813"/>
              <a:ext cx="2286286" cy="24375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54"/>
            <p:cNvSpPr/>
            <p:nvPr/>
          </p:nvSpPr>
          <p:spPr>
            <a:xfrm>
              <a:off x="6717093" y="6538813"/>
              <a:ext cx="1134658" cy="1134516"/>
            </a:xfrm>
            <a:prstGeom prst="roundRect">
              <a:avLst>
                <a:gd fmla="val 83822" name="adj"/>
              </a:avLst>
            </a:pr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54"/>
            <p:cNvSpPr/>
            <p:nvPr/>
          </p:nvSpPr>
          <p:spPr>
            <a:xfrm>
              <a:off x="6100916" y="7785088"/>
              <a:ext cx="2367014" cy="3855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714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Play"/>
                <a:buNone/>
              </a:pPr>
              <a:r>
                <a:rPr b="0" i="0" lang="en-US" sz="700" u="none" cap="none" strike="noStrike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Имя Фамилия</a:t>
              </a:r>
              <a:endPara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5" name="Google Shape;595;p54"/>
            <p:cNvSpPr/>
            <p:nvPr/>
          </p:nvSpPr>
          <p:spPr>
            <a:xfrm>
              <a:off x="6343516" y="8201658"/>
              <a:ext cx="1881812" cy="8274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798492"/>
                </a:buClr>
                <a:buSzPts val="700"/>
                <a:buFont typeface="Play"/>
                <a:buNone/>
              </a:pPr>
              <a:r>
                <a:rPr b="0" i="0" lang="en-US" sz="700" u="none" cap="none" strike="noStrike">
                  <a:solidFill>
                    <a:srgbClr val="798492"/>
                  </a:solidFill>
                  <a:latin typeface="Play"/>
                  <a:ea typeface="Play"/>
                  <a:cs typeface="Play"/>
                  <a:sym typeface="Play"/>
                </a:rPr>
                <a:t>Должность</a:t>
              </a:r>
              <a:endPara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6" name="Google Shape;596;p54"/>
            <p:cNvSpPr/>
            <p:nvPr/>
          </p:nvSpPr>
          <p:spPr>
            <a:xfrm>
              <a:off x="6141280" y="9199885"/>
              <a:ext cx="2286286" cy="24375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54"/>
            <p:cNvSpPr/>
            <p:nvPr/>
          </p:nvSpPr>
          <p:spPr>
            <a:xfrm>
              <a:off x="6717093" y="9199885"/>
              <a:ext cx="1134658" cy="1134516"/>
            </a:xfrm>
            <a:prstGeom prst="roundRect">
              <a:avLst>
                <a:gd fmla="val 83822" name="adj"/>
              </a:avLst>
            </a:pr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54"/>
            <p:cNvSpPr/>
            <p:nvPr/>
          </p:nvSpPr>
          <p:spPr>
            <a:xfrm>
              <a:off x="6100916" y="10446159"/>
              <a:ext cx="2367014" cy="3855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714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Play"/>
                <a:buNone/>
              </a:pPr>
              <a:r>
                <a:rPr b="0" i="0" lang="en-US" sz="700" u="none" cap="none" strike="noStrike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Имя Фамилия</a:t>
              </a:r>
              <a:endPara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" name="Google Shape;599;p54"/>
            <p:cNvSpPr/>
            <p:nvPr/>
          </p:nvSpPr>
          <p:spPr>
            <a:xfrm>
              <a:off x="6343516" y="10862729"/>
              <a:ext cx="1881812" cy="8274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798492"/>
                </a:buClr>
                <a:buSzPts val="700"/>
                <a:buFont typeface="Play"/>
                <a:buNone/>
              </a:pPr>
              <a:r>
                <a:rPr b="0" i="0" lang="en-US" sz="700" u="none" cap="none" strike="noStrike">
                  <a:solidFill>
                    <a:srgbClr val="798492"/>
                  </a:solidFill>
                  <a:latin typeface="Play"/>
                  <a:ea typeface="Play"/>
                  <a:cs typeface="Play"/>
                  <a:sym typeface="Play"/>
                </a:rPr>
                <a:t>Должность</a:t>
              </a:r>
              <a:endPara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0" name="Google Shape;600;p54"/>
            <p:cNvSpPr/>
            <p:nvPr/>
          </p:nvSpPr>
          <p:spPr>
            <a:xfrm>
              <a:off x="9540082" y="2374900"/>
              <a:ext cx="2931812" cy="8486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Play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Название команды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54"/>
            <p:cNvSpPr/>
            <p:nvPr/>
          </p:nvSpPr>
          <p:spPr>
            <a:xfrm>
              <a:off x="9862845" y="3877742"/>
              <a:ext cx="2286286" cy="24375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54"/>
            <p:cNvSpPr/>
            <p:nvPr/>
          </p:nvSpPr>
          <p:spPr>
            <a:xfrm>
              <a:off x="10438658" y="3877742"/>
              <a:ext cx="1134658" cy="1134516"/>
            </a:xfrm>
            <a:prstGeom prst="roundRect">
              <a:avLst>
                <a:gd fmla="val 83822" name="adj"/>
              </a:avLst>
            </a:pr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54"/>
            <p:cNvSpPr/>
            <p:nvPr/>
          </p:nvSpPr>
          <p:spPr>
            <a:xfrm>
              <a:off x="9822481" y="5124016"/>
              <a:ext cx="2367014" cy="3855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714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Play"/>
                <a:buNone/>
              </a:pPr>
              <a:r>
                <a:rPr b="0" i="0" lang="en-US" sz="700" u="none" cap="none" strike="noStrike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Имя Фамилия</a:t>
              </a:r>
              <a:endPara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" name="Google Shape;604;p54"/>
            <p:cNvSpPr/>
            <p:nvPr/>
          </p:nvSpPr>
          <p:spPr>
            <a:xfrm>
              <a:off x="10065081" y="5540586"/>
              <a:ext cx="1881812" cy="8274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798492"/>
                </a:buClr>
                <a:buSzPts val="700"/>
                <a:buFont typeface="Play"/>
                <a:buNone/>
              </a:pPr>
              <a:r>
                <a:rPr b="0" i="0" lang="en-US" sz="700" u="none" cap="none" strike="noStrike">
                  <a:solidFill>
                    <a:srgbClr val="798492"/>
                  </a:solidFill>
                  <a:latin typeface="Play"/>
                  <a:ea typeface="Play"/>
                  <a:cs typeface="Play"/>
                  <a:sym typeface="Play"/>
                </a:rPr>
                <a:t>Должность</a:t>
              </a:r>
              <a:endPara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" name="Google Shape;605;p54"/>
            <p:cNvSpPr/>
            <p:nvPr/>
          </p:nvSpPr>
          <p:spPr>
            <a:xfrm>
              <a:off x="9862845" y="6538813"/>
              <a:ext cx="2286286" cy="24375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54"/>
            <p:cNvSpPr/>
            <p:nvPr/>
          </p:nvSpPr>
          <p:spPr>
            <a:xfrm>
              <a:off x="10438658" y="6538813"/>
              <a:ext cx="1134658" cy="1134516"/>
            </a:xfrm>
            <a:prstGeom prst="roundRect">
              <a:avLst>
                <a:gd fmla="val 83822" name="adj"/>
              </a:avLst>
            </a:pr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54"/>
            <p:cNvSpPr/>
            <p:nvPr/>
          </p:nvSpPr>
          <p:spPr>
            <a:xfrm>
              <a:off x="9822481" y="7785088"/>
              <a:ext cx="2367014" cy="3855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714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Play"/>
                <a:buNone/>
              </a:pPr>
              <a:r>
                <a:rPr b="0" i="0" lang="en-US" sz="700" u="none" cap="none" strike="noStrike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Имя Фамилия</a:t>
              </a:r>
              <a:endPara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" name="Google Shape;608;p54"/>
            <p:cNvSpPr/>
            <p:nvPr/>
          </p:nvSpPr>
          <p:spPr>
            <a:xfrm>
              <a:off x="10065081" y="8201658"/>
              <a:ext cx="1881812" cy="8274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798492"/>
                </a:buClr>
                <a:buSzPts val="700"/>
                <a:buFont typeface="Play"/>
                <a:buNone/>
              </a:pPr>
              <a:r>
                <a:rPr b="0" i="0" lang="en-US" sz="700" u="none" cap="none" strike="noStrike">
                  <a:solidFill>
                    <a:srgbClr val="798492"/>
                  </a:solidFill>
                  <a:latin typeface="Play"/>
                  <a:ea typeface="Play"/>
                  <a:cs typeface="Play"/>
                  <a:sym typeface="Play"/>
                </a:rPr>
                <a:t>Должность</a:t>
              </a:r>
              <a:endPara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54"/>
            <p:cNvSpPr/>
            <p:nvPr/>
          </p:nvSpPr>
          <p:spPr>
            <a:xfrm>
              <a:off x="9862845" y="9199885"/>
              <a:ext cx="2286286" cy="24375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54"/>
            <p:cNvSpPr/>
            <p:nvPr/>
          </p:nvSpPr>
          <p:spPr>
            <a:xfrm>
              <a:off x="10438658" y="9199885"/>
              <a:ext cx="1134658" cy="1134516"/>
            </a:xfrm>
            <a:prstGeom prst="roundRect">
              <a:avLst>
                <a:gd fmla="val 83822" name="adj"/>
              </a:avLst>
            </a:pr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54"/>
            <p:cNvSpPr/>
            <p:nvPr/>
          </p:nvSpPr>
          <p:spPr>
            <a:xfrm>
              <a:off x="9822481" y="10446159"/>
              <a:ext cx="2367014" cy="3855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714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Play"/>
                <a:buNone/>
              </a:pPr>
              <a:r>
                <a:rPr b="0" i="0" lang="en-US" sz="700" u="none" cap="none" strike="noStrike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Имя Фамилия</a:t>
              </a:r>
              <a:endPara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p54"/>
            <p:cNvSpPr/>
            <p:nvPr/>
          </p:nvSpPr>
          <p:spPr>
            <a:xfrm>
              <a:off x="10065081" y="10862729"/>
              <a:ext cx="1881812" cy="8274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798492"/>
                </a:buClr>
                <a:buSzPts val="700"/>
                <a:buFont typeface="Play"/>
                <a:buNone/>
              </a:pPr>
              <a:r>
                <a:rPr b="0" i="0" lang="en-US" sz="700" u="none" cap="none" strike="noStrike">
                  <a:solidFill>
                    <a:srgbClr val="798492"/>
                  </a:solidFill>
                  <a:latin typeface="Play"/>
                  <a:ea typeface="Play"/>
                  <a:cs typeface="Play"/>
                  <a:sym typeface="Play"/>
                </a:rPr>
                <a:t>Должность</a:t>
              </a:r>
              <a:endPara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54"/>
            <p:cNvSpPr/>
            <p:nvPr/>
          </p:nvSpPr>
          <p:spPr>
            <a:xfrm>
              <a:off x="13261647" y="2374900"/>
              <a:ext cx="2931812" cy="8486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Play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Название команды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54"/>
            <p:cNvSpPr/>
            <p:nvPr/>
          </p:nvSpPr>
          <p:spPr>
            <a:xfrm>
              <a:off x="13584410" y="3877742"/>
              <a:ext cx="2286286" cy="24375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54"/>
            <p:cNvSpPr/>
            <p:nvPr/>
          </p:nvSpPr>
          <p:spPr>
            <a:xfrm>
              <a:off x="14160223" y="3877742"/>
              <a:ext cx="1134658" cy="1134516"/>
            </a:xfrm>
            <a:prstGeom prst="roundRect">
              <a:avLst>
                <a:gd fmla="val 83822" name="adj"/>
              </a:avLst>
            </a:pr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54"/>
            <p:cNvSpPr/>
            <p:nvPr/>
          </p:nvSpPr>
          <p:spPr>
            <a:xfrm>
              <a:off x="13544046" y="5124016"/>
              <a:ext cx="2367014" cy="3855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714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Play"/>
                <a:buNone/>
              </a:pPr>
              <a:r>
                <a:rPr b="0" i="0" lang="en-US" sz="700" u="none" cap="none" strike="noStrike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Имя Фамилия</a:t>
              </a:r>
              <a:endPara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7" name="Google Shape;617;p54"/>
            <p:cNvSpPr/>
            <p:nvPr/>
          </p:nvSpPr>
          <p:spPr>
            <a:xfrm>
              <a:off x="13786647" y="5540586"/>
              <a:ext cx="1881812" cy="8274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798492"/>
                </a:buClr>
                <a:buSzPts val="700"/>
                <a:buFont typeface="Play"/>
                <a:buNone/>
              </a:pPr>
              <a:r>
                <a:rPr b="0" i="0" lang="en-US" sz="700" u="none" cap="none" strike="noStrike">
                  <a:solidFill>
                    <a:srgbClr val="798492"/>
                  </a:solidFill>
                  <a:latin typeface="Play"/>
                  <a:ea typeface="Play"/>
                  <a:cs typeface="Play"/>
                  <a:sym typeface="Play"/>
                </a:rPr>
                <a:t>Должность</a:t>
              </a:r>
              <a:endPara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8" name="Google Shape;618;p54"/>
            <p:cNvSpPr/>
            <p:nvPr/>
          </p:nvSpPr>
          <p:spPr>
            <a:xfrm>
              <a:off x="13584410" y="6538813"/>
              <a:ext cx="2286286" cy="24375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54"/>
            <p:cNvSpPr/>
            <p:nvPr/>
          </p:nvSpPr>
          <p:spPr>
            <a:xfrm>
              <a:off x="14160223" y="6538813"/>
              <a:ext cx="1134658" cy="1134516"/>
            </a:xfrm>
            <a:prstGeom prst="roundRect">
              <a:avLst>
                <a:gd fmla="val 83822" name="adj"/>
              </a:avLst>
            </a:pr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54"/>
            <p:cNvSpPr/>
            <p:nvPr/>
          </p:nvSpPr>
          <p:spPr>
            <a:xfrm>
              <a:off x="13544046" y="7785088"/>
              <a:ext cx="2367014" cy="3855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714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Play"/>
                <a:buNone/>
              </a:pPr>
              <a:r>
                <a:rPr b="0" i="0" lang="en-US" sz="700" u="none" cap="none" strike="noStrike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Имя Фамилия</a:t>
              </a:r>
              <a:endPara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1" name="Google Shape;621;p54"/>
            <p:cNvSpPr/>
            <p:nvPr/>
          </p:nvSpPr>
          <p:spPr>
            <a:xfrm>
              <a:off x="13786647" y="8201658"/>
              <a:ext cx="1881812" cy="8274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798492"/>
                </a:buClr>
                <a:buSzPts val="700"/>
                <a:buFont typeface="Play"/>
                <a:buNone/>
              </a:pPr>
              <a:r>
                <a:rPr b="0" i="0" lang="en-US" sz="700" u="none" cap="none" strike="noStrike">
                  <a:solidFill>
                    <a:srgbClr val="798492"/>
                  </a:solidFill>
                  <a:latin typeface="Play"/>
                  <a:ea typeface="Play"/>
                  <a:cs typeface="Play"/>
                  <a:sym typeface="Play"/>
                </a:rPr>
                <a:t>Должность</a:t>
              </a:r>
              <a:endPara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2" name="Google Shape;622;p54"/>
            <p:cNvSpPr/>
            <p:nvPr/>
          </p:nvSpPr>
          <p:spPr>
            <a:xfrm>
              <a:off x="13584410" y="9199885"/>
              <a:ext cx="2286286" cy="24375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54"/>
            <p:cNvSpPr/>
            <p:nvPr/>
          </p:nvSpPr>
          <p:spPr>
            <a:xfrm>
              <a:off x="14160223" y="9199885"/>
              <a:ext cx="1134658" cy="1134516"/>
            </a:xfrm>
            <a:prstGeom prst="roundRect">
              <a:avLst>
                <a:gd fmla="val 83822" name="adj"/>
              </a:avLst>
            </a:pr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54"/>
            <p:cNvSpPr/>
            <p:nvPr/>
          </p:nvSpPr>
          <p:spPr>
            <a:xfrm>
              <a:off x="13544046" y="10446159"/>
              <a:ext cx="2367014" cy="3855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714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Play"/>
                <a:buNone/>
              </a:pPr>
              <a:r>
                <a:rPr b="0" i="0" lang="en-US" sz="700" u="none" cap="none" strike="noStrike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Имя Фамилия</a:t>
              </a:r>
              <a:endPara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" name="Google Shape;625;p54"/>
            <p:cNvSpPr/>
            <p:nvPr/>
          </p:nvSpPr>
          <p:spPr>
            <a:xfrm>
              <a:off x="13786647" y="10862729"/>
              <a:ext cx="1881812" cy="8274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798492"/>
                </a:buClr>
                <a:buSzPts val="700"/>
                <a:buFont typeface="Play"/>
                <a:buNone/>
              </a:pPr>
              <a:r>
                <a:rPr b="0" i="0" lang="en-US" sz="700" u="none" cap="none" strike="noStrike">
                  <a:solidFill>
                    <a:srgbClr val="798492"/>
                  </a:solidFill>
                  <a:latin typeface="Play"/>
                  <a:ea typeface="Play"/>
                  <a:cs typeface="Play"/>
                  <a:sym typeface="Play"/>
                </a:rPr>
                <a:t>Должность</a:t>
              </a:r>
              <a:endPara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" name="Google Shape;626;p54"/>
            <p:cNvSpPr/>
            <p:nvPr/>
          </p:nvSpPr>
          <p:spPr>
            <a:xfrm>
              <a:off x="16983212" y="2374900"/>
              <a:ext cx="2931812" cy="8486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Play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Название команды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" name="Google Shape;627;p54"/>
            <p:cNvSpPr/>
            <p:nvPr/>
          </p:nvSpPr>
          <p:spPr>
            <a:xfrm>
              <a:off x="17305975" y="3877742"/>
              <a:ext cx="2286286" cy="24375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54"/>
            <p:cNvSpPr/>
            <p:nvPr/>
          </p:nvSpPr>
          <p:spPr>
            <a:xfrm>
              <a:off x="17881789" y="3877742"/>
              <a:ext cx="1134658" cy="1134516"/>
            </a:xfrm>
            <a:prstGeom prst="roundRect">
              <a:avLst>
                <a:gd fmla="val 83822" name="adj"/>
              </a:avLst>
            </a:pr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54"/>
            <p:cNvSpPr/>
            <p:nvPr/>
          </p:nvSpPr>
          <p:spPr>
            <a:xfrm>
              <a:off x="17265611" y="5124016"/>
              <a:ext cx="2367014" cy="3855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714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Play"/>
                <a:buNone/>
              </a:pPr>
              <a:r>
                <a:rPr b="0" i="0" lang="en-US" sz="700" u="none" cap="none" strike="noStrike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Имя Фамилия</a:t>
              </a:r>
              <a:endPara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0" name="Google Shape;630;p54"/>
            <p:cNvSpPr/>
            <p:nvPr/>
          </p:nvSpPr>
          <p:spPr>
            <a:xfrm>
              <a:off x="17508212" y="5540586"/>
              <a:ext cx="1881812" cy="8274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798492"/>
                </a:buClr>
                <a:buSzPts val="700"/>
                <a:buFont typeface="Play"/>
                <a:buNone/>
              </a:pPr>
              <a:r>
                <a:rPr b="0" i="0" lang="en-US" sz="700" u="none" cap="none" strike="noStrike">
                  <a:solidFill>
                    <a:srgbClr val="798492"/>
                  </a:solidFill>
                  <a:latin typeface="Play"/>
                  <a:ea typeface="Play"/>
                  <a:cs typeface="Play"/>
                  <a:sym typeface="Play"/>
                </a:rPr>
                <a:t>Должность</a:t>
              </a:r>
              <a:endPara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1" name="Google Shape;631;p54"/>
            <p:cNvSpPr/>
            <p:nvPr/>
          </p:nvSpPr>
          <p:spPr>
            <a:xfrm>
              <a:off x="17305975" y="6538813"/>
              <a:ext cx="2286286" cy="24375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54"/>
            <p:cNvSpPr/>
            <p:nvPr/>
          </p:nvSpPr>
          <p:spPr>
            <a:xfrm>
              <a:off x="17881789" y="6538813"/>
              <a:ext cx="1134658" cy="1134516"/>
            </a:xfrm>
            <a:prstGeom prst="roundRect">
              <a:avLst>
                <a:gd fmla="val 83822" name="adj"/>
              </a:avLst>
            </a:pr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54"/>
            <p:cNvSpPr/>
            <p:nvPr/>
          </p:nvSpPr>
          <p:spPr>
            <a:xfrm>
              <a:off x="17265611" y="7785088"/>
              <a:ext cx="2367014" cy="3855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714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Play"/>
                <a:buNone/>
              </a:pPr>
              <a:r>
                <a:rPr b="0" i="0" lang="en-US" sz="700" u="none" cap="none" strike="noStrike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Имя Фамилия</a:t>
              </a:r>
              <a:endPara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4" name="Google Shape;634;p54"/>
            <p:cNvSpPr/>
            <p:nvPr/>
          </p:nvSpPr>
          <p:spPr>
            <a:xfrm>
              <a:off x="17508212" y="8201658"/>
              <a:ext cx="1881812" cy="8274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798492"/>
                </a:buClr>
                <a:buSzPts val="700"/>
                <a:buFont typeface="Play"/>
                <a:buNone/>
              </a:pPr>
              <a:r>
                <a:rPr b="0" i="0" lang="en-US" sz="700" u="none" cap="none" strike="noStrike">
                  <a:solidFill>
                    <a:srgbClr val="798492"/>
                  </a:solidFill>
                  <a:latin typeface="Play"/>
                  <a:ea typeface="Play"/>
                  <a:cs typeface="Play"/>
                  <a:sym typeface="Play"/>
                </a:rPr>
                <a:t>Должность</a:t>
              </a:r>
              <a:endPara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" name="Google Shape;635;p54"/>
            <p:cNvSpPr/>
            <p:nvPr/>
          </p:nvSpPr>
          <p:spPr>
            <a:xfrm>
              <a:off x="17305975" y="9199885"/>
              <a:ext cx="2286286" cy="24375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54"/>
            <p:cNvSpPr/>
            <p:nvPr/>
          </p:nvSpPr>
          <p:spPr>
            <a:xfrm>
              <a:off x="17881789" y="9199885"/>
              <a:ext cx="1134658" cy="1134516"/>
            </a:xfrm>
            <a:prstGeom prst="roundRect">
              <a:avLst>
                <a:gd fmla="val 83822" name="adj"/>
              </a:avLst>
            </a:pr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54"/>
            <p:cNvSpPr/>
            <p:nvPr/>
          </p:nvSpPr>
          <p:spPr>
            <a:xfrm>
              <a:off x="17265611" y="10446159"/>
              <a:ext cx="2367014" cy="3855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714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Play"/>
                <a:buNone/>
              </a:pPr>
              <a:r>
                <a:rPr b="0" i="0" lang="en-US" sz="700" u="none" cap="none" strike="noStrike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Имя Фамилия</a:t>
              </a:r>
              <a:endPara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8" name="Google Shape;638;p54"/>
            <p:cNvSpPr/>
            <p:nvPr/>
          </p:nvSpPr>
          <p:spPr>
            <a:xfrm>
              <a:off x="17508212" y="10862729"/>
              <a:ext cx="1881812" cy="8274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798492"/>
                </a:buClr>
                <a:buSzPts val="700"/>
                <a:buFont typeface="Play"/>
                <a:buNone/>
              </a:pPr>
              <a:r>
                <a:rPr b="0" i="0" lang="en-US" sz="700" u="none" cap="none" strike="noStrike">
                  <a:solidFill>
                    <a:srgbClr val="798492"/>
                  </a:solidFill>
                  <a:latin typeface="Play"/>
                  <a:ea typeface="Play"/>
                  <a:cs typeface="Play"/>
                  <a:sym typeface="Play"/>
                </a:rPr>
                <a:t>Должность</a:t>
              </a:r>
              <a:endPara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9" name="Google Shape;639;p54"/>
            <p:cNvSpPr/>
            <p:nvPr/>
          </p:nvSpPr>
          <p:spPr>
            <a:xfrm>
              <a:off x="20704777" y="2374900"/>
              <a:ext cx="2931812" cy="8486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Play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Название команды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0" name="Google Shape;640;p54"/>
            <p:cNvSpPr/>
            <p:nvPr/>
          </p:nvSpPr>
          <p:spPr>
            <a:xfrm>
              <a:off x="21027540" y="3877742"/>
              <a:ext cx="2286286" cy="24375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54"/>
            <p:cNvSpPr/>
            <p:nvPr/>
          </p:nvSpPr>
          <p:spPr>
            <a:xfrm>
              <a:off x="21603354" y="3877742"/>
              <a:ext cx="1134658" cy="1134516"/>
            </a:xfrm>
            <a:prstGeom prst="roundRect">
              <a:avLst>
                <a:gd fmla="val 83822" name="adj"/>
              </a:avLst>
            </a:pr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54"/>
            <p:cNvSpPr/>
            <p:nvPr/>
          </p:nvSpPr>
          <p:spPr>
            <a:xfrm>
              <a:off x="20987176" y="5124016"/>
              <a:ext cx="2367014" cy="3855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714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Play"/>
                <a:buNone/>
              </a:pPr>
              <a:r>
                <a:rPr b="0" i="0" lang="en-US" sz="700" u="none" cap="none" strike="noStrike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Имя Фамилия</a:t>
              </a:r>
              <a:endPara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" name="Google Shape;643;p54"/>
            <p:cNvSpPr/>
            <p:nvPr/>
          </p:nvSpPr>
          <p:spPr>
            <a:xfrm>
              <a:off x="21229777" y="5540586"/>
              <a:ext cx="1881812" cy="8274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798492"/>
                </a:buClr>
                <a:buSzPts val="700"/>
                <a:buFont typeface="Play"/>
                <a:buNone/>
              </a:pPr>
              <a:r>
                <a:rPr b="0" i="0" lang="en-US" sz="700" u="none" cap="none" strike="noStrike">
                  <a:solidFill>
                    <a:srgbClr val="798492"/>
                  </a:solidFill>
                  <a:latin typeface="Play"/>
                  <a:ea typeface="Play"/>
                  <a:cs typeface="Play"/>
                  <a:sym typeface="Play"/>
                </a:rPr>
                <a:t>Должность</a:t>
              </a:r>
              <a:endPara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4" name="Google Shape;644;p54"/>
            <p:cNvSpPr/>
            <p:nvPr/>
          </p:nvSpPr>
          <p:spPr>
            <a:xfrm>
              <a:off x="21027540" y="6538813"/>
              <a:ext cx="2286286" cy="24375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54"/>
            <p:cNvSpPr/>
            <p:nvPr/>
          </p:nvSpPr>
          <p:spPr>
            <a:xfrm>
              <a:off x="21603354" y="6538813"/>
              <a:ext cx="1134658" cy="1134516"/>
            </a:xfrm>
            <a:prstGeom prst="roundRect">
              <a:avLst>
                <a:gd fmla="val 83822" name="adj"/>
              </a:avLst>
            </a:pr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54"/>
            <p:cNvSpPr/>
            <p:nvPr/>
          </p:nvSpPr>
          <p:spPr>
            <a:xfrm>
              <a:off x="20987176" y="7785088"/>
              <a:ext cx="2367014" cy="3855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714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Play"/>
                <a:buNone/>
              </a:pPr>
              <a:r>
                <a:rPr b="0" i="0" lang="en-US" sz="700" u="none" cap="none" strike="noStrike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Имя Фамилия</a:t>
              </a:r>
              <a:endPara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7" name="Google Shape;647;p54"/>
            <p:cNvSpPr/>
            <p:nvPr/>
          </p:nvSpPr>
          <p:spPr>
            <a:xfrm>
              <a:off x="21229777" y="8201658"/>
              <a:ext cx="1881812" cy="8274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798492"/>
                </a:buClr>
                <a:buSzPts val="700"/>
                <a:buFont typeface="Play"/>
                <a:buNone/>
              </a:pPr>
              <a:r>
                <a:rPr b="0" i="0" lang="en-US" sz="700" u="none" cap="none" strike="noStrike">
                  <a:solidFill>
                    <a:srgbClr val="798492"/>
                  </a:solidFill>
                  <a:latin typeface="Play"/>
                  <a:ea typeface="Play"/>
                  <a:cs typeface="Play"/>
                  <a:sym typeface="Play"/>
                </a:rPr>
                <a:t>Должность</a:t>
              </a:r>
              <a:endPara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8" name="Google Shape;648;p54"/>
            <p:cNvSpPr/>
            <p:nvPr/>
          </p:nvSpPr>
          <p:spPr>
            <a:xfrm>
              <a:off x="21027540" y="9199885"/>
              <a:ext cx="2286286" cy="24375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54"/>
            <p:cNvSpPr/>
            <p:nvPr/>
          </p:nvSpPr>
          <p:spPr>
            <a:xfrm>
              <a:off x="21603354" y="9199885"/>
              <a:ext cx="1134658" cy="1134516"/>
            </a:xfrm>
            <a:prstGeom prst="roundRect">
              <a:avLst>
                <a:gd fmla="val 83822" name="adj"/>
              </a:avLst>
            </a:pr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54"/>
            <p:cNvSpPr/>
            <p:nvPr/>
          </p:nvSpPr>
          <p:spPr>
            <a:xfrm>
              <a:off x="20987176" y="10446159"/>
              <a:ext cx="2367014" cy="3855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714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Play"/>
                <a:buNone/>
              </a:pPr>
              <a:r>
                <a:rPr b="0" i="0" lang="en-US" sz="700" u="none" cap="none" strike="noStrike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Имя Фамилия</a:t>
              </a:r>
              <a:endPara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1" name="Google Shape;651;p54"/>
            <p:cNvSpPr/>
            <p:nvPr/>
          </p:nvSpPr>
          <p:spPr>
            <a:xfrm>
              <a:off x="21229777" y="10862729"/>
              <a:ext cx="1881812" cy="8274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798492"/>
                </a:buClr>
                <a:buSzPts val="700"/>
                <a:buFont typeface="Play"/>
                <a:buNone/>
              </a:pPr>
              <a:r>
                <a:rPr b="0" i="0" lang="en-US" sz="700" u="none" cap="none" strike="noStrike">
                  <a:solidFill>
                    <a:srgbClr val="798492"/>
                  </a:solidFill>
                  <a:latin typeface="Play"/>
                  <a:ea typeface="Play"/>
                  <a:cs typeface="Play"/>
                  <a:sym typeface="Play"/>
                </a:rPr>
                <a:t>Должность</a:t>
              </a:r>
              <a:endPara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 " id="652" name="Google Shape;652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43677" y="1514358"/>
            <a:ext cx="1164829" cy="30540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653" name="Google Shape;653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41009" y="1514358"/>
            <a:ext cx="1164829" cy="30540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654" name="Google Shape;654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35260" y="1514358"/>
            <a:ext cx="1164829" cy="30540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655" name="Google Shape;655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6826" y="1514358"/>
            <a:ext cx="1164829" cy="30540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656" name="Google Shape;656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30693" y="1514358"/>
            <a:ext cx="1164829" cy="30540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55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5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55"/>
          <p:cNvSpPr/>
          <p:nvPr/>
        </p:nvSpPr>
        <p:spPr>
          <a:xfrm>
            <a:off x="285749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55"/>
          <p:cNvSpPr/>
          <p:nvPr/>
        </p:nvSpPr>
        <p:spPr>
          <a:xfrm>
            <a:off x="438148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5"/>
          <p:cNvSpPr/>
          <p:nvPr/>
        </p:nvSpPr>
        <p:spPr>
          <a:xfrm>
            <a:off x="438148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5"/>
          <p:cNvSpPr/>
          <p:nvPr/>
        </p:nvSpPr>
        <p:spPr>
          <a:xfrm>
            <a:off x="438148" y="1590803"/>
            <a:ext cx="1817678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55"/>
          <p:cNvSpPr/>
          <p:nvPr/>
        </p:nvSpPr>
        <p:spPr>
          <a:xfrm>
            <a:off x="438148" y="1819373"/>
            <a:ext cx="1804978" cy="2290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55"/>
          <p:cNvSpPr/>
          <p:nvPr/>
        </p:nvSpPr>
        <p:spPr>
          <a:xfrm>
            <a:off x="2452675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5"/>
          <p:cNvSpPr/>
          <p:nvPr/>
        </p:nvSpPr>
        <p:spPr>
          <a:xfrm>
            <a:off x="2605074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55"/>
          <p:cNvSpPr/>
          <p:nvPr/>
        </p:nvSpPr>
        <p:spPr>
          <a:xfrm>
            <a:off x="2605074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55"/>
          <p:cNvSpPr/>
          <p:nvPr/>
        </p:nvSpPr>
        <p:spPr>
          <a:xfrm>
            <a:off x="2605074" y="1590803"/>
            <a:ext cx="1817678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55"/>
          <p:cNvSpPr/>
          <p:nvPr/>
        </p:nvSpPr>
        <p:spPr>
          <a:xfrm>
            <a:off x="2605074" y="1819373"/>
            <a:ext cx="1804978" cy="2290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55"/>
          <p:cNvSpPr/>
          <p:nvPr/>
        </p:nvSpPr>
        <p:spPr>
          <a:xfrm>
            <a:off x="4619601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5"/>
          <p:cNvSpPr/>
          <p:nvPr/>
        </p:nvSpPr>
        <p:spPr>
          <a:xfrm>
            <a:off x="4772001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55"/>
          <p:cNvSpPr/>
          <p:nvPr/>
        </p:nvSpPr>
        <p:spPr>
          <a:xfrm>
            <a:off x="4772001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55"/>
          <p:cNvSpPr/>
          <p:nvPr/>
        </p:nvSpPr>
        <p:spPr>
          <a:xfrm>
            <a:off x="4772001" y="1590803"/>
            <a:ext cx="1817678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55"/>
          <p:cNvSpPr/>
          <p:nvPr/>
        </p:nvSpPr>
        <p:spPr>
          <a:xfrm>
            <a:off x="4772001" y="1819373"/>
            <a:ext cx="1804978" cy="2290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55"/>
          <p:cNvSpPr/>
          <p:nvPr/>
        </p:nvSpPr>
        <p:spPr>
          <a:xfrm>
            <a:off x="6786527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55"/>
          <p:cNvSpPr/>
          <p:nvPr/>
        </p:nvSpPr>
        <p:spPr>
          <a:xfrm>
            <a:off x="6938927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55"/>
          <p:cNvSpPr/>
          <p:nvPr/>
        </p:nvSpPr>
        <p:spPr>
          <a:xfrm>
            <a:off x="6938927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55"/>
          <p:cNvSpPr/>
          <p:nvPr/>
        </p:nvSpPr>
        <p:spPr>
          <a:xfrm>
            <a:off x="6938927" y="1590803"/>
            <a:ext cx="1817678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55"/>
          <p:cNvSpPr/>
          <p:nvPr/>
        </p:nvSpPr>
        <p:spPr>
          <a:xfrm>
            <a:off x="6938927" y="1819373"/>
            <a:ext cx="1804978" cy="2290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55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</a:t>
            </a:r>
            <a:br>
              <a:rPr lang="en-US"/>
            </a:br>
            <a:r>
              <a:rPr lang="en-US"/>
              <a:t>в две или в одну строчку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56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6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56"/>
          <p:cNvSpPr/>
          <p:nvPr/>
        </p:nvSpPr>
        <p:spPr>
          <a:xfrm>
            <a:off x="285749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56"/>
          <p:cNvSpPr/>
          <p:nvPr/>
        </p:nvSpPr>
        <p:spPr>
          <a:xfrm>
            <a:off x="438148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6"/>
          <p:cNvSpPr/>
          <p:nvPr/>
        </p:nvSpPr>
        <p:spPr>
          <a:xfrm>
            <a:off x="438148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56"/>
          <p:cNvSpPr/>
          <p:nvPr/>
        </p:nvSpPr>
        <p:spPr>
          <a:xfrm>
            <a:off x="438148" y="1590803"/>
            <a:ext cx="1817678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56"/>
          <p:cNvSpPr/>
          <p:nvPr/>
        </p:nvSpPr>
        <p:spPr>
          <a:xfrm>
            <a:off x="438148" y="1819373"/>
            <a:ext cx="1804978" cy="428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698" name="Google Shape;698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148" y="2323851"/>
            <a:ext cx="1766878" cy="1747891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6"/>
          <p:cNvSpPr/>
          <p:nvPr/>
        </p:nvSpPr>
        <p:spPr>
          <a:xfrm>
            <a:off x="2452675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6"/>
          <p:cNvSpPr/>
          <p:nvPr/>
        </p:nvSpPr>
        <p:spPr>
          <a:xfrm>
            <a:off x="2605074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56"/>
          <p:cNvSpPr/>
          <p:nvPr/>
        </p:nvSpPr>
        <p:spPr>
          <a:xfrm>
            <a:off x="2605074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56"/>
          <p:cNvSpPr/>
          <p:nvPr/>
        </p:nvSpPr>
        <p:spPr>
          <a:xfrm>
            <a:off x="2605074" y="1590803"/>
            <a:ext cx="1817678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56"/>
          <p:cNvSpPr/>
          <p:nvPr/>
        </p:nvSpPr>
        <p:spPr>
          <a:xfrm>
            <a:off x="2605074" y="1819373"/>
            <a:ext cx="1804978" cy="428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704" name="Google Shape;704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05074" y="2323851"/>
            <a:ext cx="1766878" cy="1747891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56"/>
          <p:cNvSpPr/>
          <p:nvPr/>
        </p:nvSpPr>
        <p:spPr>
          <a:xfrm>
            <a:off x="4619601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56"/>
          <p:cNvSpPr/>
          <p:nvPr/>
        </p:nvSpPr>
        <p:spPr>
          <a:xfrm>
            <a:off x="4772001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6"/>
          <p:cNvSpPr/>
          <p:nvPr/>
        </p:nvSpPr>
        <p:spPr>
          <a:xfrm>
            <a:off x="4772001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6"/>
          <p:cNvSpPr/>
          <p:nvPr/>
        </p:nvSpPr>
        <p:spPr>
          <a:xfrm>
            <a:off x="4772001" y="1590803"/>
            <a:ext cx="1817678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56"/>
          <p:cNvSpPr/>
          <p:nvPr/>
        </p:nvSpPr>
        <p:spPr>
          <a:xfrm>
            <a:off x="4772001" y="1819373"/>
            <a:ext cx="1804978" cy="428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710" name="Google Shape;710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2001" y="2323851"/>
            <a:ext cx="1766878" cy="1747891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6"/>
          <p:cNvSpPr/>
          <p:nvPr/>
        </p:nvSpPr>
        <p:spPr>
          <a:xfrm>
            <a:off x="6786527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56"/>
          <p:cNvSpPr/>
          <p:nvPr/>
        </p:nvSpPr>
        <p:spPr>
          <a:xfrm>
            <a:off x="6938927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56"/>
          <p:cNvSpPr/>
          <p:nvPr/>
        </p:nvSpPr>
        <p:spPr>
          <a:xfrm>
            <a:off x="6938927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56"/>
          <p:cNvSpPr/>
          <p:nvPr/>
        </p:nvSpPr>
        <p:spPr>
          <a:xfrm>
            <a:off x="6938927" y="1590803"/>
            <a:ext cx="1817678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56"/>
          <p:cNvSpPr/>
          <p:nvPr/>
        </p:nvSpPr>
        <p:spPr>
          <a:xfrm>
            <a:off x="6938927" y="1819373"/>
            <a:ext cx="1804978" cy="428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716" name="Google Shape;716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8927" y="2323851"/>
            <a:ext cx="1766878" cy="1747891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p56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</a:t>
            </a:r>
            <a:br>
              <a:rPr lang="en-US"/>
            </a:br>
            <a:r>
              <a:rPr lang="en-US"/>
              <a:t>в две или одну строку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7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57"/>
          <p:cNvSpPr/>
          <p:nvPr/>
        </p:nvSpPr>
        <p:spPr>
          <a:xfrm>
            <a:off x="285748" y="286047"/>
            <a:ext cx="8572456" cy="4176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57"/>
          <p:cNvSpPr/>
          <p:nvPr/>
        </p:nvSpPr>
        <p:spPr>
          <a:xfrm>
            <a:off x="285748" y="1209852"/>
            <a:ext cx="8572456" cy="3252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57"/>
          <p:cNvSpPr/>
          <p:nvPr/>
        </p:nvSpPr>
        <p:spPr>
          <a:xfrm>
            <a:off x="285748" y="1209852"/>
            <a:ext cx="8572456" cy="1578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57"/>
          <p:cNvSpPr/>
          <p:nvPr/>
        </p:nvSpPr>
        <p:spPr>
          <a:xfrm>
            <a:off x="285749" y="1209852"/>
            <a:ext cx="2071677" cy="1578563"/>
          </a:xfrm>
          <a:prstGeom prst="roundRect">
            <a:avLst>
              <a:gd fmla="val 608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57"/>
          <p:cNvSpPr/>
          <p:nvPr/>
        </p:nvSpPr>
        <p:spPr>
          <a:xfrm>
            <a:off x="438148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57"/>
          <p:cNvSpPr/>
          <p:nvPr/>
        </p:nvSpPr>
        <p:spPr>
          <a:xfrm>
            <a:off x="438148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57"/>
          <p:cNvSpPr/>
          <p:nvPr/>
        </p:nvSpPr>
        <p:spPr>
          <a:xfrm>
            <a:off x="438148" y="1590803"/>
            <a:ext cx="1817678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7"/>
          <p:cNvSpPr/>
          <p:nvPr/>
        </p:nvSpPr>
        <p:spPr>
          <a:xfrm>
            <a:off x="438148" y="1819373"/>
            <a:ext cx="1804978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57"/>
          <p:cNvSpPr/>
          <p:nvPr/>
        </p:nvSpPr>
        <p:spPr>
          <a:xfrm>
            <a:off x="2452675" y="1209852"/>
            <a:ext cx="2071677" cy="1578563"/>
          </a:xfrm>
          <a:prstGeom prst="roundRect">
            <a:avLst>
              <a:gd fmla="val 608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57"/>
          <p:cNvSpPr/>
          <p:nvPr/>
        </p:nvSpPr>
        <p:spPr>
          <a:xfrm>
            <a:off x="2605074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57"/>
          <p:cNvSpPr/>
          <p:nvPr/>
        </p:nvSpPr>
        <p:spPr>
          <a:xfrm>
            <a:off x="2605074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57"/>
          <p:cNvSpPr/>
          <p:nvPr/>
        </p:nvSpPr>
        <p:spPr>
          <a:xfrm>
            <a:off x="2605074" y="1590803"/>
            <a:ext cx="1817678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57"/>
          <p:cNvSpPr/>
          <p:nvPr/>
        </p:nvSpPr>
        <p:spPr>
          <a:xfrm>
            <a:off x="2605074" y="1819373"/>
            <a:ext cx="1804978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57"/>
          <p:cNvSpPr/>
          <p:nvPr/>
        </p:nvSpPr>
        <p:spPr>
          <a:xfrm>
            <a:off x="4619601" y="1209852"/>
            <a:ext cx="2071677" cy="1578563"/>
          </a:xfrm>
          <a:prstGeom prst="roundRect">
            <a:avLst>
              <a:gd fmla="val 608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57"/>
          <p:cNvSpPr/>
          <p:nvPr/>
        </p:nvSpPr>
        <p:spPr>
          <a:xfrm>
            <a:off x="4772001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57"/>
          <p:cNvSpPr/>
          <p:nvPr/>
        </p:nvSpPr>
        <p:spPr>
          <a:xfrm>
            <a:off x="4772001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57"/>
          <p:cNvSpPr/>
          <p:nvPr/>
        </p:nvSpPr>
        <p:spPr>
          <a:xfrm>
            <a:off x="4772001" y="1590803"/>
            <a:ext cx="1817678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57"/>
          <p:cNvSpPr/>
          <p:nvPr/>
        </p:nvSpPr>
        <p:spPr>
          <a:xfrm>
            <a:off x="4772001" y="1819373"/>
            <a:ext cx="1804978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57"/>
          <p:cNvSpPr/>
          <p:nvPr/>
        </p:nvSpPr>
        <p:spPr>
          <a:xfrm>
            <a:off x="6786527" y="1209852"/>
            <a:ext cx="2071677" cy="1578563"/>
          </a:xfrm>
          <a:prstGeom prst="roundRect">
            <a:avLst>
              <a:gd fmla="val 608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57"/>
          <p:cNvSpPr/>
          <p:nvPr/>
        </p:nvSpPr>
        <p:spPr>
          <a:xfrm>
            <a:off x="6938927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57"/>
          <p:cNvSpPr/>
          <p:nvPr/>
        </p:nvSpPr>
        <p:spPr>
          <a:xfrm>
            <a:off x="6938927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57"/>
          <p:cNvSpPr/>
          <p:nvPr/>
        </p:nvSpPr>
        <p:spPr>
          <a:xfrm>
            <a:off x="6938927" y="1590803"/>
            <a:ext cx="1817678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57"/>
          <p:cNvSpPr/>
          <p:nvPr/>
        </p:nvSpPr>
        <p:spPr>
          <a:xfrm>
            <a:off x="6938927" y="1819373"/>
            <a:ext cx="1804978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57"/>
          <p:cNvSpPr/>
          <p:nvPr/>
        </p:nvSpPr>
        <p:spPr>
          <a:xfrm>
            <a:off x="285748" y="2883653"/>
            <a:ext cx="8572456" cy="1578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57"/>
          <p:cNvSpPr/>
          <p:nvPr/>
        </p:nvSpPr>
        <p:spPr>
          <a:xfrm>
            <a:off x="285749" y="2883653"/>
            <a:ext cx="2071677" cy="1578563"/>
          </a:xfrm>
          <a:prstGeom prst="roundRect">
            <a:avLst>
              <a:gd fmla="val 608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57"/>
          <p:cNvSpPr/>
          <p:nvPr/>
        </p:nvSpPr>
        <p:spPr>
          <a:xfrm>
            <a:off x="438148" y="30360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57"/>
          <p:cNvSpPr/>
          <p:nvPr/>
        </p:nvSpPr>
        <p:spPr>
          <a:xfrm>
            <a:off x="438148" y="30360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57"/>
          <p:cNvSpPr/>
          <p:nvPr/>
        </p:nvSpPr>
        <p:spPr>
          <a:xfrm>
            <a:off x="438148" y="3264604"/>
            <a:ext cx="1817678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57"/>
          <p:cNvSpPr/>
          <p:nvPr/>
        </p:nvSpPr>
        <p:spPr>
          <a:xfrm>
            <a:off x="438148" y="3493174"/>
            <a:ext cx="1804978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57"/>
          <p:cNvSpPr/>
          <p:nvPr/>
        </p:nvSpPr>
        <p:spPr>
          <a:xfrm>
            <a:off x="2452675" y="2883653"/>
            <a:ext cx="2071677" cy="1578563"/>
          </a:xfrm>
          <a:prstGeom prst="roundRect">
            <a:avLst>
              <a:gd fmla="val 608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57"/>
          <p:cNvSpPr/>
          <p:nvPr/>
        </p:nvSpPr>
        <p:spPr>
          <a:xfrm>
            <a:off x="2605074" y="30360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57"/>
          <p:cNvSpPr/>
          <p:nvPr/>
        </p:nvSpPr>
        <p:spPr>
          <a:xfrm>
            <a:off x="2605074" y="30360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57"/>
          <p:cNvSpPr/>
          <p:nvPr/>
        </p:nvSpPr>
        <p:spPr>
          <a:xfrm>
            <a:off x="2605074" y="3264604"/>
            <a:ext cx="1817678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57"/>
          <p:cNvSpPr/>
          <p:nvPr/>
        </p:nvSpPr>
        <p:spPr>
          <a:xfrm>
            <a:off x="2605074" y="3493174"/>
            <a:ext cx="1804978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57"/>
          <p:cNvSpPr/>
          <p:nvPr/>
        </p:nvSpPr>
        <p:spPr>
          <a:xfrm>
            <a:off x="4619601" y="2883653"/>
            <a:ext cx="2071677" cy="1578563"/>
          </a:xfrm>
          <a:prstGeom prst="roundRect">
            <a:avLst>
              <a:gd fmla="val 608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57"/>
          <p:cNvSpPr/>
          <p:nvPr/>
        </p:nvSpPr>
        <p:spPr>
          <a:xfrm>
            <a:off x="4772001" y="30360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57"/>
          <p:cNvSpPr/>
          <p:nvPr/>
        </p:nvSpPr>
        <p:spPr>
          <a:xfrm>
            <a:off x="4772001" y="30360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57"/>
          <p:cNvSpPr/>
          <p:nvPr/>
        </p:nvSpPr>
        <p:spPr>
          <a:xfrm>
            <a:off x="4772001" y="3264604"/>
            <a:ext cx="1817678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57"/>
          <p:cNvSpPr/>
          <p:nvPr/>
        </p:nvSpPr>
        <p:spPr>
          <a:xfrm>
            <a:off x="4772001" y="3493174"/>
            <a:ext cx="1804978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57"/>
          <p:cNvSpPr/>
          <p:nvPr/>
        </p:nvSpPr>
        <p:spPr>
          <a:xfrm>
            <a:off x="6786527" y="2883653"/>
            <a:ext cx="2071677" cy="1578563"/>
          </a:xfrm>
          <a:prstGeom prst="roundRect">
            <a:avLst>
              <a:gd fmla="val 608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57"/>
          <p:cNvSpPr/>
          <p:nvPr/>
        </p:nvSpPr>
        <p:spPr>
          <a:xfrm>
            <a:off x="6938927" y="30360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57"/>
          <p:cNvSpPr/>
          <p:nvPr/>
        </p:nvSpPr>
        <p:spPr>
          <a:xfrm>
            <a:off x="6938927" y="30360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57"/>
          <p:cNvSpPr/>
          <p:nvPr/>
        </p:nvSpPr>
        <p:spPr>
          <a:xfrm>
            <a:off x="6938927" y="3264604"/>
            <a:ext cx="1817678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57"/>
          <p:cNvSpPr/>
          <p:nvPr/>
        </p:nvSpPr>
        <p:spPr>
          <a:xfrm>
            <a:off x="6938927" y="3493174"/>
            <a:ext cx="1804978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57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</a:t>
            </a:r>
            <a:br>
              <a:rPr lang="en-US"/>
            </a:br>
            <a:r>
              <a:rPr lang="en-US"/>
              <a:t>в две или одну строчку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58"/>
          <p:cNvSpPr/>
          <p:nvPr/>
        </p:nvSpPr>
        <p:spPr>
          <a:xfrm>
            <a:off x="285748" y="286047"/>
            <a:ext cx="8572456" cy="4176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58"/>
          <p:cNvSpPr/>
          <p:nvPr/>
        </p:nvSpPr>
        <p:spPr>
          <a:xfrm>
            <a:off x="285748" y="1209852"/>
            <a:ext cx="8572456" cy="3252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58"/>
          <p:cNvSpPr/>
          <p:nvPr/>
        </p:nvSpPr>
        <p:spPr>
          <a:xfrm>
            <a:off x="285748" y="1209852"/>
            <a:ext cx="8572456" cy="1578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58"/>
          <p:cNvSpPr/>
          <p:nvPr/>
        </p:nvSpPr>
        <p:spPr>
          <a:xfrm>
            <a:off x="285749" y="1209852"/>
            <a:ext cx="2793985" cy="1578563"/>
          </a:xfrm>
          <a:prstGeom prst="roundRect">
            <a:avLst>
              <a:gd fmla="val 60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58"/>
          <p:cNvSpPr/>
          <p:nvPr/>
        </p:nvSpPr>
        <p:spPr>
          <a:xfrm>
            <a:off x="438148" y="1362233"/>
            <a:ext cx="2489187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58"/>
          <p:cNvSpPr/>
          <p:nvPr/>
        </p:nvSpPr>
        <p:spPr>
          <a:xfrm>
            <a:off x="438148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58"/>
          <p:cNvSpPr/>
          <p:nvPr/>
        </p:nvSpPr>
        <p:spPr>
          <a:xfrm>
            <a:off x="438148" y="1590803"/>
            <a:ext cx="2539987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58"/>
          <p:cNvSpPr/>
          <p:nvPr/>
        </p:nvSpPr>
        <p:spPr>
          <a:xfrm>
            <a:off x="438148" y="1819373"/>
            <a:ext cx="2527287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58"/>
          <p:cNvSpPr/>
          <p:nvPr/>
        </p:nvSpPr>
        <p:spPr>
          <a:xfrm>
            <a:off x="3174981" y="1209852"/>
            <a:ext cx="2793985" cy="1578563"/>
          </a:xfrm>
          <a:prstGeom prst="roundRect">
            <a:avLst>
              <a:gd fmla="val 60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58"/>
          <p:cNvSpPr/>
          <p:nvPr/>
        </p:nvSpPr>
        <p:spPr>
          <a:xfrm>
            <a:off x="3327380" y="1362233"/>
            <a:ext cx="2489187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58"/>
          <p:cNvSpPr/>
          <p:nvPr/>
        </p:nvSpPr>
        <p:spPr>
          <a:xfrm>
            <a:off x="3327380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58"/>
          <p:cNvSpPr/>
          <p:nvPr/>
        </p:nvSpPr>
        <p:spPr>
          <a:xfrm>
            <a:off x="3327380" y="1590803"/>
            <a:ext cx="2539986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58"/>
          <p:cNvSpPr/>
          <p:nvPr/>
        </p:nvSpPr>
        <p:spPr>
          <a:xfrm>
            <a:off x="3327380" y="1819373"/>
            <a:ext cx="2527287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58"/>
          <p:cNvSpPr/>
          <p:nvPr/>
        </p:nvSpPr>
        <p:spPr>
          <a:xfrm>
            <a:off x="6064222" y="1209852"/>
            <a:ext cx="2793985" cy="1578563"/>
          </a:xfrm>
          <a:prstGeom prst="roundRect">
            <a:avLst>
              <a:gd fmla="val 60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58"/>
          <p:cNvSpPr/>
          <p:nvPr/>
        </p:nvSpPr>
        <p:spPr>
          <a:xfrm>
            <a:off x="6216621" y="1362233"/>
            <a:ext cx="2489187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58"/>
          <p:cNvSpPr/>
          <p:nvPr/>
        </p:nvSpPr>
        <p:spPr>
          <a:xfrm>
            <a:off x="6216621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58"/>
          <p:cNvSpPr/>
          <p:nvPr/>
        </p:nvSpPr>
        <p:spPr>
          <a:xfrm>
            <a:off x="6216621" y="1590803"/>
            <a:ext cx="2539986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58"/>
          <p:cNvSpPr/>
          <p:nvPr/>
        </p:nvSpPr>
        <p:spPr>
          <a:xfrm>
            <a:off x="6216621" y="1819373"/>
            <a:ext cx="2527287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58"/>
          <p:cNvSpPr/>
          <p:nvPr/>
        </p:nvSpPr>
        <p:spPr>
          <a:xfrm>
            <a:off x="285748" y="2883653"/>
            <a:ext cx="8572456" cy="1578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58"/>
          <p:cNvSpPr/>
          <p:nvPr/>
        </p:nvSpPr>
        <p:spPr>
          <a:xfrm>
            <a:off x="285749" y="2883653"/>
            <a:ext cx="2793985" cy="1578563"/>
          </a:xfrm>
          <a:prstGeom prst="roundRect">
            <a:avLst>
              <a:gd fmla="val 60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58"/>
          <p:cNvSpPr/>
          <p:nvPr/>
        </p:nvSpPr>
        <p:spPr>
          <a:xfrm>
            <a:off x="438148" y="3036033"/>
            <a:ext cx="2489187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58"/>
          <p:cNvSpPr/>
          <p:nvPr/>
        </p:nvSpPr>
        <p:spPr>
          <a:xfrm>
            <a:off x="438148" y="30360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58"/>
          <p:cNvSpPr/>
          <p:nvPr/>
        </p:nvSpPr>
        <p:spPr>
          <a:xfrm>
            <a:off x="438148" y="3264604"/>
            <a:ext cx="2539987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58"/>
          <p:cNvSpPr/>
          <p:nvPr/>
        </p:nvSpPr>
        <p:spPr>
          <a:xfrm>
            <a:off x="438148" y="3493174"/>
            <a:ext cx="2527287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58"/>
          <p:cNvSpPr/>
          <p:nvPr/>
        </p:nvSpPr>
        <p:spPr>
          <a:xfrm>
            <a:off x="3174981" y="2883653"/>
            <a:ext cx="2793985" cy="1578563"/>
          </a:xfrm>
          <a:prstGeom prst="roundRect">
            <a:avLst>
              <a:gd fmla="val 60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58"/>
          <p:cNvSpPr/>
          <p:nvPr/>
        </p:nvSpPr>
        <p:spPr>
          <a:xfrm>
            <a:off x="3327380" y="3036033"/>
            <a:ext cx="2489187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58"/>
          <p:cNvSpPr/>
          <p:nvPr/>
        </p:nvSpPr>
        <p:spPr>
          <a:xfrm>
            <a:off x="3327380" y="30360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58"/>
          <p:cNvSpPr/>
          <p:nvPr/>
        </p:nvSpPr>
        <p:spPr>
          <a:xfrm>
            <a:off x="3327380" y="3264604"/>
            <a:ext cx="2539986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58"/>
          <p:cNvSpPr/>
          <p:nvPr/>
        </p:nvSpPr>
        <p:spPr>
          <a:xfrm>
            <a:off x="3327380" y="3493174"/>
            <a:ext cx="2527287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58"/>
          <p:cNvSpPr/>
          <p:nvPr/>
        </p:nvSpPr>
        <p:spPr>
          <a:xfrm>
            <a:off x="6064222" y="2883653"/>
            <a:ext cx="2793985" cy="1578563"/>
          </a:xfrm>
          <a:prstGeom prst="roundRect">
            <a:avLst>
              <a:gd fmla="val 60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58"/>
          <p:cNvSpPr/>
          <p:nvPr/>
        </p:nvSpPr>
        <p:spPr>
          <a:xfrm>
            <a:off x="6216621" y="3036033"/>
            <a:ext cx="2489187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58"/>
          <p:cNvSpPr/>
          <p:nvPr/>
        </p:nvSpPr>
        <p:spPr>
          <a:xfrm>
            <a:off x="6216621" y="30360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58"/>
          <p:cNvSpPr/>
          <p:nvPr/>
        </p:nvSpPr>
        <p:spPr>
          <a:xfrm>
            <a:off x="6216621" y="3264604"/>
            <a:ext cx="2539986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58"/>
          <p:cNvSpPr/>
          <p:nvPr/>
        </p:nvSpPr>
        <p:spPr>
          <a:xfrm>
            <a:off x="6216621" y="3493174"/>
            <a:ext cx="2527287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58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</a:t>
            </a:r>
            <a:br>
              <a:rPr lang="en-US"/>
            </a:br>
            <a:r>
              <a:rPr lang="en-US"/>
              <a:t>в две или одну строчку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59"/>
          <p:cNvSpPr/>
          <p:nvPr/>
        </p:nvSpPr>
        <p:spPr>
          <a:xfrm>
            <a:off x="285748" y="286047"/>
            <a:ext cx="8572456" cy="4176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59"/>
          <p:cNvSpPr/>
          <p:nvPr/>
        </p:nvSpPr>
        <p:spPr>
          <a:xfrm>
            <a:off x="285748" y="1209852"/>
            <a:ext cx="8572456" cy="3252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59"/>
          <p:cNvSpPr/>
          <p:nvPr/>
        </p:nvSpPr>
        <p:spPr>
          <a:xfrm>
            <a:off x="285748" y="1209852"/>
            <a:ext cx="8572456" cy="1578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59"/>
          <p:cNvSpPr/>
          <p:nvPr/>
        </p:nvSpPr>
        <p:spPr>
          <a:xfrm>
            <a:off x="285749" y="1209852"/>
            <a:ext cx="2793985" cy="1578563"/>
          </a:xfrm>
          <a:prstGeom prst="roundRect">
            <a:avLst>
              <a:gd fmla="val 60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59"/>
          <p:cNvSpPr/>
          <p:nvPr/>
        </p:nvSpPr>
        <p:spPr>
          <a:xfrm>
            <a:off x="438148" y="1362233"/>
            <a:ext cx="2489187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59"/>
          <p:cNvSpPr/>
          <p:nvPr/>
        </p:nvSpPr>
        <p:spPr>
          <a:xfrm>
            <a:off x="438148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59"/>
          <p:cNvSpPr/>
          <p:nvPr/>
        </p:nvSpPr>
        <p:spPr>
          <a:xfrm>
            <a:off x="438148" y="1590803"/>
            <a:ext cx="2539987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59"/>
          <p:cNvSpPr/>
          <p:nvPr/>
        </p:nvSpPr>
        <p:spPr>
          <a:xfrm>
            <a:off x="438148" y="1819373"/>
            <a:ext cx="2527287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59"/>
          <p:cNvSpPr/>
          <p:nvPr/>
        </p:nvSpPr>
        <p:spPr>
          <a:xfrm>
            <a:off x="3174990" y="1209852"/>
            <a:ext cx="2793985" cy="1578563"/>
          </a:xfrm>
          <a:prstGeom prst="roundRect">
            <a:avLst>
              <a:gd fmla="val 60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59"/>
          <p:cNvSpPr/>
          <p:nvPr/>
        </p:nvSpPr>
        <p:spPr>
          <a:xfrm>
            <a:off x="3327389" y="1362233"/>
            <a:ext cx="2489187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59"/>
          <p:cNvSpPr/>
          <p:nvPr/>
        </p:nvSpPr>
        <p:spPr>
          <a:xfrm>
            <a:off x="3327389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59"/>
          <p:cNvSpPr/>
          <p:nvPr/>
        </p:nvSpPr>
        <p:spPr>
          <a:xfrm>
            <a:off x="3327389" y="1590803"/>
            <a:ext cx="2539986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59"/>
          <p:cNvSpPr/>
          <p:nvPr/>
        </p:nvSpPr>
        <p:spPr>
          <a:xfrm>
            <a:off x="3327389" y="1819373"/>
            <a:ext cx="2527287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59"/>
          <p:cNvSpPr/>
          <p:nvPr/>
        </p:nvSpPr>
        <p:spPr>
          <a:xfrm>
            <a:off x="6064213" y="1209852"/>
            <a:ext cx="2793985" cy="1578563"/>
          </a:xfrm>
          <a:prstGeom prst="roundRect">
            <a:avLst>
              <a:gd fmla="val 60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59"/>
          <p:cNvSpPr/>
          <p:nvPr/>
        </p:nvSpPr>
        <p:spPr>
          <a:xfrm>
            <a:off x="6216612" y="1362233"/>
            <a:ext cx="2489187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59"/>
          <p:cNvSpPr/>
          <p:nvPr/>
        </p:nvSpPr>
        <p:spPr>
          <a:xfrm>
            <a:off x="6216612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59"/>
          <p:cNvSpPr/>
          <p:nvPr/>
        </p:nvSpPr>
        <p:spPr>
          <a:xfrm>
            <a:off x="6216612" y="1590803"/>
            <a:ext cx="2539986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59"/>
          <p:cNvSpPr/>
          <p:nvPr/>
        </p:nvSpPr>
        <p:spPr>
          <a:xfrm>
            <a:off x="6216612" y="1819373"/>
            <a:ext cx="2527287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59"/>
          <p:cNvSpPr/>
          <p:nvPr/>
        </p:nvSpPr>
        <p:spPr>
          <a:xfrm>
            <a:off x="285748" y="2883653"/>
            <a:ext cx="8572456" cy="1578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59"/>
          <p:cNvSpPr/>
          <p:nvPr/>
        </p:nvSpPr>
        <p:spPr>
          <a:xfrm>
            <a:off x="285749" y="2883653"/>
            <a:ext cx="2794001" cy="1578563"/>
          </a:xfrm>
          <a:prstGeom prst="roundRect">
            <a:avLst>
              <a:gd fmla="val 60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59"/>
          <p:cNvSpPr/>
          <p:nvPr/>
        </p:nvSpPr>
        <p:spPr>
          <a:xfrm>
            <a:off x="438148" y="3036033"/>
            <a:ext cx="2489203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59"/>
          <p:cNvSpPr/>
          <p:nvPr/>
        </p:nvSpPr>
        <p:spPr>
          <a:xfrm>
            <a:off x="438148" y="30360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59"/>
          <p:cNvSpPr/>
          <p:nvPr/>
        </p:nvSpPr>
        <p:spPr>
          <a:xfrm>
            <a:off x="438148" y="3264604"/>
            <a:ext cx="2540003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59"/>
          <p:cNvSpPr/>
          <p:nvPr/>
        </p:nvSpPr>
        <p:spPr>
          <a:xfrm>
            <a:off x="438148" y="3493174"/>
            <a:ext cx="2527303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59"/>
          <p:cNvSpPr/>
          <p:nvPr/>
        </p:nvSpPr>
        <p:spPr>
          <a:xfrm>
            <a:off x="3175008" y="2883653"/>
            <a:ext cx="5683205" cy="1578563"/>
          </a:xfrm>
          <a:prstGeom prst="roundRect">
            <a:avLst>
              <a:gd fmla="val 60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839" name="Google Shape;839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6276" y="2986033"/>
            <a:ext cx="4171928" cy="14761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40" name="Google Shape;840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9522" y="2986033"/>
            <a:ext cx="4028682" cy="1476183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p59"/>
          <p:cNvSpPr/>
          <p:nvPr/>
        </p:nvSpPr>
        <p:spPr>
          <a:xfrm>
            <a:off x="3327408" y="3036033"/>
            <a:ext cx="2514587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59"/>
          <p:cNvSpPr/>
          <p:nvPr/>
        </p:nvSpPr>
        <p:spPr>
          <a:xfrm>
            <a:off x="3327408" y="30360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59"/>
          <p:cNvSpPr/>
          <p:nvPr/>
        </p:nvSpPr>
        <p:spPr>
          <a:xfrm>
            <a:off x="3327408" y="3264604"/>
            <a:ext cx="2565387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59"/>
          <p:cNvSpPr/>
          <p:nvPr/>
        </p:nvSpPr>
        <p:spPr>
          <a:xfrm>
            <a:off x="3327408" y="3493174"/>
            <a:ext cx="2552687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59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</a:t>
            </a:r>
            <a:br>
              <a:rPr lang="en-US"/>
            </a:br>
            <a:r>
              <a:rPr lang="en-US"/>
              <a:t>в две или одну строчку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60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60"/>
          <p:cNvSpPr/>
          <p:nvPr/>
        </p:nvSpPr>
        <p:spPr>
          <a:xfrm>
            <a:off x="285748" y="286047"/>
            <a:ext cx="8572456" cy="4176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60"/>
          <p:cNvSpPr/>
          <p:nvPr/>
        </p:nvSpPr>
        <p:spPr>
          <a:xfrm>
            <a:off x="285749" y="1209852"/>
            <a:ext cx="6648415" cy="3252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60"/>
          <p:cNvSpPr/>
          <p:nvPr/>
        </p:nvSpPr>
        <p:spPr>
          <a:xfrm>
            <a:off x="285749" y="1209852"/>
            <a:ext cx="6648415" cy="1578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60"/>
          <p:cNvSpPr/>
          <p:nvPr/>
        </p:nvSpPr>
        <p:spPr>
          <a:xfrm>
            <a:off x="438148" y="1362233"/>
            <a:ext cx="2971785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60"/>
          <p:cNvSpPr/>
          <p:nvPr/>
        </p:nvSpPr>
        <p:spPr>
          <a:xfrm>
            <a:off x="438148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60"/>
          <p:cNvSpPr/>
          <p:nvPr/>
        </p:nvSpPr>
        <p:spPr>
          <a:xfrm>
            <a:off x="438148" y="1590803"/>
            <a:ext cx="3022584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60"/>
          <p:cNvSpPr/>
          <p:nvPr/>
        </p:nvSpPr>
        <p:spPr>
          <a:xfrm>
            <a:off x="438148" y="1819373"/>
            <a:ext cx="3009884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60"/>
          <p:cNvSpPr/>
          <p:nvPr/>
        </p:nvSpPr>
        <p:spPr>
          <a:xfrm>
            <a:off x="3809980" y="1362233"/>
            <a:ext cx="2971785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60"/>
          <p:cNvSpPr/>
          <p:nvPr/>
        </p:nvSpPr>
        <p:spPr>
          <a:xfrm>
            <a:off x="3809981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60"/>
          <p:cNvSpPr/>
          <p:nvPr/>
        </p:nvSpPr>
        <p:spPr>
          <a:xfrm>
            <a:off x="3809980" y="1590803"/>
            <a:ext cx="3022584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60"/>
          <p:cNvSpPr/>
          <p:nvPr/>
        </p:nvSpPr>
        <p:spPr>
          <a:xfrm>
            <a:off x="3809981" y="1819373"/>
            <a:ext cx="3009884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60"/>
          <p:cNvSpPr/>
          <p:nvPr/>
        </p:nvSpPr>
        <p:spPr>
          <a:xfrm>
            <a:off x="285749" y="2883653"/>
            <a:ext cx="6648415" cy="1578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60"/>
          <p:cNvSpPr/>
          <p:nvPr/>
        </p:nvSpPr>
        <p:spPr>
          <a:xfrm>
            <a:off x="438148" y="3036033"/>
            <a:ext cx="2971785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60"/>
          <p:cNvSpPr/>
          <p:nvPr/>
        </p:nvSpPr>
        <p:spPr>
          <a:xfrm>
            <a:off x="438148" y="30360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60"/>
          <p:cNvSpPr/>
          <p:nvPr/>
        </p:nvSpPr>
        <p:spPr>
          <a:xfrm>
            <a:off x="438148" y="3264604"/>
            <a:ext cx="3022584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60"/>
          <p:cNvSpPr/>
          <p:nvPr/>
        </p:nvSpPr>
        <p:spPr>
          <a:xfrm>
            <a:off x="438148" y="3493174"/>
            <a:ext cx="3009884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60"/>
          <p:cNvSpPr/>
          <p:nvPr/>
        </p:nvSpPr>
        <p:spPr>
          <a:xfrm>
            <a:off x="3809980" y="3036033"/>
            <a:ext cx="2971785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60"/>
          <p:cNvSpPr/>
          <p:nvPr/>
        </p:nvSpPr>
        <p:spPr>
          <a:xfrm>
            <a:off x="3809981" y="30360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60"/>
          <p:cNvSpPr/>
          <p:nvPr/>
        </p:nvSpPr>
        <p:spPr>
          <a:xfrm>
            <a:off x="3809980" y="3264604"/>
            <a:ext cx="3022584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60"/>
          <p:cNvSpPr/>
          <p:nvPr/>
        </p:nvSpPr>
        <p:spPr>
          <a:xfrm>
            <a:off x="3809981" y="3493174"/>
            <a:ext cx="3009884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60"/>
          <p:cNvSpPr txBox="1"/>
          <p:nvPr>
            <p:ph type="title"/>
          </p:nvPr>
        </p:nvSpPr>
        <p:spPr>
          <a:xfrm>
            <a:off x="177971" y="282949"/>
            <a:ext cx="5025400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</a:t>
            </a:r>
            <a:br>
              <a:rPr lang="en-US"/>
            </a:br>
            <a:r>
              <a:rPr lang="en-US"/>
              <a:t>в одну или две строчки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61"/>
          <p:cNvSpPr/>
          <p:nvPr/>
        </p:nvSpPr>
        <p:spPr>
          <a:xfrm>
            <a:off x="285749" y="1243185"/>
            <a:ext cx="1257293" cy="571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61"/>
          <p:cNvSpPr/>
          <p:nvPr/>
        </p:nvSpPr>
        <p:spPr>
          <a:xfrm>
            <a:off x="285749" y="1243185"/>
            <a:ext cx="571497" cy="571426"/>
          </a:xfrm>
          <a:prstGeom prst="roundRect">
            <a:avLst>
              <a:gd fmla="val 27600" name="adj"/>
            </a:avLst>
          </a:prstGeom>
          <a:solidFill>
            <a:srgbClr val="0077FF">
              <a:alpha val="10196"/>
            </a:srgbClr>
          </a:solidFill>
          <a:ln cap="flat" cmpd="sng" w="9525">
            <a:solidFill>
              <a:srgbClr val="007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880" name="Google Shape;880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673" y="1405089"/>
            <a:ext cx="252411" cy="2523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81" name="Google Shape;881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388" y="1423117"/>
            <a:ext cx="214944" cy="210783"/>
          </a:xfrm>
          <a:prstGeom prst="rect">
            <a:avLst/>
          </a:prstGeom>
          <a:noFill/>
          <a:ln>
            <a:noFill/>
          </a:ln>
        </p:spPr>
      </p:pic>
      <p:sp>
        <p:nvSpPr>
          <p:cNvPr id="882" name="Google Shape;882;p61"/>
          <p:cNvSpPr/>
          <p:nvPr/>
        </p:nvSpPr>
        <p:spPr>
          <a:xfrm>
            <a:off x="285749" y="2047943"/>
            <a:ext cx="1257293" cy="571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61"/>
          <p:cNvSpPr/>
          <p:nvPr/>
        </p:nvSpPr>
        <p:spPr>
          <a:xfrm>
            <a:off x="285749" y="2047943"/>
            <a:ext cx="571497" cy="571426"/>
          </a:xfrm>
          <a:prstGeom prst="roundRect">
            <a:avLst>
              <a:gd fmla="val 27600" name="adj"/>
            </a:avLst>
          </a:prstGeom>
          <a:solidFill>
            <a:srgbClr val="0077FF">
              <a:alpha val="10196"/>
            </a:srgbClr>
          </a:solidFill>
          <a:ln cap="flat" cmpd="sng" w="9525">
            <a:solidFill>
              <a:srgbClr val="007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884" name="Google Shape;884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673" y="2209847"/>
            <a:ext cx="252411" cy="2523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85" name="Google Shape;885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388" y="2227875"/>
            <a:ext cx="214944" cy="210783"/>
          </a:xfrm>
          <a:prstGeom prst="rect">
            <a:avLst/>
          </a:prstGeom>
          <a:noFill/>
          <a:ln>
            <a:noFill/>
          </a:ln>
        </p:spPr>
      </p:pic>
      <p:sp>
        <p:nvSpPr>
          <p:cNvPr id="886" name="Google Shape;886;p61"/>
          <p:cNvSpPr/>
          <p:nvPr/>
        </p:nvSpPr>
        <p:spPr>
          <a:xfrm>
            <a:off x="285749" y="2852701"/>
            <a:ext cx="1257293" cy="571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61"/>
          <p:cNvSpPr/>
          <p:nvPr/>
        </p:nvSpPr>
        <p:spPr>
          <a:xfrm>
            <a:off x="285749" y="2852701"/>
            <a:ext cx="571497" cy="571426"/>
          </a:xfrm>
          <a:prstGeom prst="roundRect">
            <a:avLst>
              <a:gd fmla="val 27600" name="adj"/>
            </a:avLst>
          </a:prstGeom>
          <a:solidFill>
            <a:srgbClr val="0077FF">
              <a:alpha val="10196"/>
            </a:srgbClr>
          </a:solidFill>
          <a:ln cap="flat" cmpd="sng" w="9525">
            <a:solidFill>
              <a:srgbClr val="007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888" name="Google Shape;888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673" y="3014605"/>
            <a:ext cx="252411" cy="2523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89" name="Google Shape;889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388" y="3032633"/>
            <a:ext cx="214944" cy="210783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p61"/>
          <p:cNvSpPr/>
          <p:nvPr/>
        </p:nvSpPr>
        <p:spPr>
          <a:xfrm>
            <a:off x="285749" y="3657458"/>
            <a:ext cx="1257293" cy="571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61"/>
          <p:cNvSpPr/>
          <p:nvPr/>
        </p:nvSpPr>
        <p:spPr>
          <a:xfrm>
            <a:off x="285749" y="3657458"/>
            <a:ext cx="571497" cy="571426"/>
          </a:xfrm>
          <a:prstGeom prst="roundRect">
            <a:avLst>
              <a:gd fmla="val 27600" name="adj"/>
            </a:avLst>
          </a:prstGeom>
          <a:solidFill>
            <a:srgbClr val="0077FF">
              <a:alpha val="10196"/>
            </a:srgbClr>
          </a:solidFill>
          <a:ln cap="flat" cmpd="sng" w="9525">
            <a:solidFill>
              <a:srgbClr val="007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892" name="Google Shape;892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673" y="3819362"/>
            <a:ext cx="252411" cy="2523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93" name="Google Shape;893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388" y="3837390"/>
            <a:ext cx="214944" cy="210783"/>
          </a:xfrm>
          <a:prstGeom prst="rect">
            <a:avLst/>
          </a:prstGeom>
          <a:noFill/>
          <a:ln>
            <a:noFill/>
          </a:ln>
        </p:spPr>
      </p:pic>
      <p:sp>
        <p:nvSpPr>
          <p:cNvPr id="894" name="Google Shape;894;p61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95" name="Google Shape;895;p61"/>
          <p:cNvSpPr/>
          <p:nvPr/>
        </p:nvSpPr>
        <p:spPr>
          <a:xfrm>
            <a:off x="1019170" y="1402177"/>
            <a:ext cx="1963516" cy="22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Пункт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61"/>
          <p:cNvSpPr/>
          <p:nvPr/>
        </p:nvSpPr>
        <p:spPr>
          <a:xfrm>
            <a:off x="1019170" y="2218724"/>
            <a:ext cx="1963516" cy="22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Пункт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61"/>
          <p:cNvSpPr/>
          <p:nvPr/>
        </p:nvSpPr>
        <p:spPr>
          <a:xfrm>
            <a:off x="1019170" y="3024443"/>
            <a:ext cx="1963516" cy="22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Пункт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61"/>
          <p:cNvSpPr/>
          <p:nvPr/>
        </p:nvSpPr>
        <p:spPr>
          <a:xfrm>
            <a:off x="1019170" y="3829201"/>
            <a:ext cx="1963516" cy="22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Пункт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62"/>
          <p:cNvSpPr/>
          <p:nvPr/>
        </p:nvSpPr>
        <p:spPr>
          <a:xfrm>
            <a:off x="285749" y="286048"/>
            <a:ext cx="8553405" cy="394162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62"/>
          <p:cNvSpPr/>
          <p:nvPr/>
        </p:nvSpPr>
        <p:spPr>
          <a:xfrm>
            <a:off x="285749" y="1209852"/>
            <a:ext cx="8553405" cy="301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62"/>
          <p:cNvSpPr txBox="1"/>
          <p:nvPr>
            <p:ph type="title"/>
          </p:nvPr>
        </p:nvSpPr>
        <p:spPr>
          <a:xfrm>
            <a:off x="177971" y="282949"/>
            <a:ext cx="555988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</a:t>
            </a:r>
            <a:br>
              <a:rPr lang="en-US"/>
            </a:br>
            <a:r>
              <a:rPr lang="en-US"/>
              <a:t>в две или в одну строчку</a:t>
            </a:r>
            <a:endParaRPr/>
          </a:p>
        </p:txBody>
      </p:sp>
      <p:grpSp>
        <p:nvGrpSpPr>
          <p:cNvPr id="907" name="Google Shape;907;p62"/>
          <p:cNvGrpSpPr/>
          <p:nvPr/>
        </p:nvGrpSpPr>
        <p:grpSpPr>
          <a:xfrm>
            <a:off x="514283" y="1457949"/>
            <a:ext cx="1616024" cy="2313526"/>
            <a:chOff x="514283" y="1457949"/>
            <a:chExt cx="1616024" cy="2313526"/>
          </a:xfrm>
        </p:grpSpPr>
        <p:pic>
          <p:nvPicPr>
            <p:cNvPr descr=" " id="908" name="Google Shape;908;p6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33900" y="1457949"/>
              <a:ext cx="221474" cy="2214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9" name="Google Shape;909;p62"/>
            <p:cNvSpPr/>
            <p:nvPr/>
          </p:nvSpPr>
          <p:spPr>
            <a:xfrm>
              <a:off x="658970" y="3063096"/>
              <a:ext cx="1471337" cy="18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32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48" u="none" cap="none" strike="noStrike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Текст</a:t>
              </a:r>
              <a:endParaRPr b="0" i="0" sz="84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0" name="Google Shape;910;p62"/>
            <p:cNvSpPr/>
            <p:nvPr/>
          </p:nvSpPr>
          <p:spPr>
            <a:xfrm>
              <a:off x="658970" y="3325536"/>
              <a:ext cx="1471337" cy="18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32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48" u="none" cap="none" strike="noStrike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Текст</a:t>
              </a:r>
              <a:endParaRPr b="0" i="0" sz="84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" name="Google Shape;911;p62"/>
            <p:cNvSpPr/>
            <p:nvPr/>
          </p:nvSpPr>
          <p:spPr>
            <a:xfrm>
              <a:off x="658970" y="3587975"/>
              <a:ext cx="1471337" cy="18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32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48" u="none" cap="none" strike="noStrike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Текст</a:t>
              </a:r>
              <a:endParaRPr b="0" i="0" sz="84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2" name="Google Shape;912;p62"/>
            <p:cNvSpPr/>
            <p:nvPr/>
          </p:nvSpPr>
          <p:spPr>
            <a:xfrm>
              <a:off x="515427" y="1960801"/>
              <a:ext cx="1614880" cy="1496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Заголовок</a:t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3" name="Google Shape;913;p62"/>
            <p:cNvSpPr/>
            <p:nvPr/>
          </p:nvSpPr>
          <p:spPr>
            <a:xfrm>
              <a:off x="515427" y="2189370"/>
              <a:ext cx="1614880" cy="2024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Подзаголовок</a:t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4" name="Google Shape;914;p62"/>
            <p:cNvSpPr/>
            <p:nvPr/>
          </p:nvSpPr>
          <p:spPr>
            <a:xfrm>
              <a:off x="514283" y="2421059"/>
              <a:ext cx="1614880" cy="2024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rgbClr val="8F8F8F"/>
                  </a:solidFill>
                  <a:latin typeface="Play"/>
                  <a:ea typeface="Play"/>
                  <a:cs typeface="Play"/>
                  <a:sym typeface="Play"/>
                </a:rPr>
                <a:t>Текст</a:t>
              </a:r>
              <a:endParaRPr b="0" i="0" sz="900" u="none" cap="none" strike="noStrike">
                <a:solidFill>
                  <a:srgbClr val="8F8F8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5" name="Google Shape;915;p62"/>
            <p:cNvSpPr/>
            <p:nvPr/>
          </p:nvSpPr>
          <p:spPr>
            <a:xfrm>
              <a:off x="514283" y="2652748"/>
              <a:ext cx="1614880" cy="2024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209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600" u="none" cap="none" strike="noStrike">
                  <a:solidFill>
                    <a:srgbClr val="007DEA"/>
                  </a:solidFill>
                  <a:latin typeface="Play"/>
                  <a:ea typeface="Play"/>
                  <a:cs typeface="Play"/>
                  <a:sym typeface="Play"/>
                </a:rPr>
                <a:t>Текст</a:t>
              </a:r>
              <a:endParaRPr b="0" i="0" sz="600" u="none" cap="none" strike="noStrike">
                <a:solidFill>
                  <a:srgbClr val="007DE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6" name="Google Shape;916;p62"/>
            <p:cNvSpPr/>
            <p:nvPr/>
          </p:nvSpPr>
          <p:spPr>
            <a:xfrm>
              <a:off x="514777" y="3109127"/>
              <a:ext cx="45719" cy="45719"/>
            </a:xfrm>
            <a:prstGeom prst="roundRect">
              <a:avLst>
                <a:gd fmla="val 16667" name="adj"/>
              </a:avLst>
            </a:prstGeom>
            <a:solidFill>
              <a:srgbClr val="8F8F8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7" name="Google Shape;917;p62"/>
            <p:cNvSpPr/>
            <p:nvPr/>
          </p:nvSpPr>
          <p:spPr>
            <a:xfrm>
              <a:off x="514777" y="3371567"/>
              <a:ext cx="45719" cy="45719"/>
            </a:xfrm>
            <a:prstGeom prst="roundRect">
              <a:avLst>
                <a:gd fmla="val 16667" name="adj"/>
              </a:avLst>
            </a:prstGeom>
            <a:solidFill>
              <a:srgbClr val="8F8F8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8" name="Google Shape;918;p62"/>
            <p:cNvSpPr/>
            <p:nvPr/>
          </p:nvSpPr>
          <p:spPr>
            <a:xfrm>
              <a:off x="514777" y="3634007"/>
              <a:ext cx="45719" cy="45719"/>
            </a:xfrm>
            <a:prstGeom prst="roundRect">
              <a:avLst>
                <a:gd fmla="val 16667" name="adj"/>
              </a:avLst>
            </a:prstGeom>
            <a:solidFill>
              <a:srgbClr val="8F8F8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9" name="Google Shape;919;p62"/>
          <p:cNvGrpSpPr/>
          <p:nvPr/>
        </p:nvGrpSpPr>
        <p:grpSpPr>
          <a:xfrm>
            <a:off x="2661960" y="1457949"/>
            <a:ext cx="1616024" cy="2313526"/>
            <a:chOff x="514283" y="1457949"/>
            <a:chExt cx="1616024" cy="2313526"/>
          </a:xfrm>
        </p:grpSpPr>
        <p:pic>
          <p:nvPicPr>
            <p:cNvPr descr=" " id="920" name="Google Shape;920;p6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33900" y="1457949"/>
              <a:ext cx="221474" cy="2214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1" name="Google Shape;921;p62"/>
            <p:cNvSpPr/>
            <p:nvPr/>
          </p:nvSpPr>
          <p:spPr>
            <a:xfrm>
              <a:off x="658970" y="3063096"/>
              <a:ext cx="1471337" cy="18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32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48" u="none" cap="none" strike="noStrike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Текст</a:t>
              </a:r>
              <a:endParaRPr b="0" i="0" sz="84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2" name="Google Shape;922;p62"/>
            <p:cNvSpPr/>
            <p:nvPr/>
          </p:nvSpPr>
          <p:spPr>
            <a:xfrm>
              <a:off x="658970" y="3325536"/>
              <a:ext cx="1471337" cy="18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32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48" u="none" cap="none" strike="noStrike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Текст</a:t>
              </a:r>
              <a:endParaRPr b="0" i="0" sz="84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3" name="Google Shape;923;p62"/>
            <p:cNvSpPr/>
            <p:nvPr/>
          </p:nvSpPr>
          <p:spPr>
            <a:xfrm>
              <a:off x="658970" y="3587975"/>
              <a:ext cx="1471337" cy="18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32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48" u="none" cap="none" strike="noStrike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Текст</a:t>
              </a:r>
              <a:endParaRPr b="0" i="0" sz="84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" name="Google Shape;924;p62"/>
            <p:cNvSpPr/>
            <p:nvPr/>
          </p:nvSpPr>
          <p:spPr>
            <a:xfrm>
              <a:off x="515427" y="1960801"/>
              <a:ext cx="1614880" cy="1496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Заголовок</a:t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5" name="Google Shape;925;p62"/>
            <p:cNvSpPr/>
            <p:nvPr/>
          </p:nvSpPr>
          <p:spPr>
            <a:xfrm>
              <a:off x="515427" y="2189370"/>
              <a:ext cx="1614880" cy="2024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Подзаголовок</a:t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6" name="Google Shape;926;p62"/>
            <p:cNvSpPr/>
            <p:nvPr/>
          </p:nvSpPr>
          <p:spPr>
            <a:xfrm>
              <a:off x="514283" y="2421059"/>
              <a:ext cx="1614880" cy="2024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rgbClr val="8F8F8F"/>
                  </a:solidFill>
                  <a:latin typeface="Play"/>
                  <a:ea typeface="Play"/>
                  <a:cs typeface="Play"/>
                  <a:sym typeface="Play"/>
                </a:rPr>
                <a:t>Текст</a:t>
              </a:r>
              <a:endParaRPr b="0" i="0" sz="900" u="none" cap="none" strike="noStrike">
                <a:solidFill>
                  <a:srgbClr val="8F8F8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7" name="Google Shape;927;p62"/>
            <p:cNvSpPr/>
            <p:nvPr/>
          </p:nvSpPr>
          <p:spPr>
            <a:xfrm>
              <a:off x="514283" y="2652748"/>
              <a:ext cx="1614880" cy="2024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209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600" u="none" cap="none" strike="noStrike">
                  <a:solidFill>
                    <a:srgbClr val="007DEA"/>
                  </a:solidFill>
                  <a:latin typeface="Play"/>
                  <a:ea typeface="Play"/>
                  <a:cs typeface="Play"/>
                  <a:sym typeface="Play"/>
                </a:rPr>
                <a:t>Текст</a:t>
              </a:r>
              <a:endParaRPr b="0" i="0" sz="600" u="none" cap="none" strike="noStrike">
                <a:solidFill>
                  <a:srgbClr val="007DE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8" name="Google Shape;928;p62"/>
            <p:cNvSpPr/>
            <p:nvPr/>
          </p:nvSpPr>
          <p:spPr>
            <a:xfrm>
              <a:off x="514777" y="3109127"/>
              <a:ext cx="45719" cy="45719"/>
            </a:xfrm>
            <a:prstGeom prst="roundRect">
              <a:avLst>
                <a:gd fmla="val 16667" name="adj"/>
              </a:avLst>
            </a:prstGeom>
            <a:solidFill>
              <a:srgbClr val="8F8F8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9" name="Google Shape;929;p62"/>
            <p:cNvSpPr/>
            <p:nvPr/>
          </p:nvSpPr>
          <p:spPr>
            <a:xfrm>
              <a:off x="514777" y="3371567"/>
              <a:ext cx="45719" cy="45719"/>
            </a:xfrm>
            <a:prstGeom prst="roundRect">
              <a:avLst>
                <a:gd fmla="val 16667" name="adj"/>
              </a:avLst>
            </a:prstGeom>
            <a:solidFill>
              <a:srgbClr val="8F8F8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0" name="Google Shape;930;p62"/>
            <p:cNvSpPr/>
            <p:nvPr/>
          </p:nvSpPr>
          <p:spPr>
            <a:xfrm>
              <a:off x="514777" y="3634007"/>
              <a:ext cx="45719" cy="45719"/>
            </a:xfrm>
            <a:prstGeom prst="roundRect">
              <a:avLst>
                <a:gd fmla="val 16667" name="adj"/>
              </a:avLst>
            </a:prstGeom>
            <a:solidFill>
              <a:srgbClr val="8F8F8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1" name="Google Shape;931;p62"/>
          <p:cNvGrpSpPr/>
          <p:nvPr/>
        </p:nvGrpSpPr>
        <p:grpSpPr>
          <a:xfrm>
            <a:off x="4811431" y="1457949"/>
            <a:ext cx="1616024" cy="2313526"/>
            <a:chOff x="514283" y="1457949"/>
            <a:chExt cx="1616024" cy="2313526"/>
          </a:xfrm>
        </p:grpSpPr>
        <p:pic>
          <p:nvPicPr>
            <p:cNvPr descr=" " id="932" name="Google Shape;932;p6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33900" y="1457949"/>
              <a:ext cx="221474" cy="2214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3" name="Google Shape;933;p62"/>
            <p:cNvSpPr/>
            <p:nvPr/>
          </p:nvSpPr>
          <p:spPr>
            <a:xfrm>
              <a:off x="658970" y="3063096"/>
              <a:ext cx="1471337" cy="18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32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48" u="none" cap="none" strike="noStrike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Текст</a:t>
              </a:r>
              <a:endParaRPr b="0" i="0" sz="84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4" name="Google Shape;934;p62"/>
            <p:cNvSpPr/>
            <p:nvPr/>
          </p:nvSpPr>
          <p:spPr>
            <a:xfrm>
              <a:off x="658970" y="3325536"/>
              <a:ext cx="1471337" cy="18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32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48" u="none" cap="none" strike="noStrike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Текст</a:t>
              </a:r>
              <a:endParaRPr b="0" i="0" sz="84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5" name="Google Shape;935;p62"/>
            <p:cNvSpPr/>
            <p:nvPr/>
          </p:nvSpPr>
          <p:spPr>
            <a:xfrm>
              <a:off x="658970" y="3587975"/>
              <a:ext cx="1471337" cy="18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32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48" u="none" cap="none" strike="noStrike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Текст</a:t>
              </a:r>
              <a:endParaRPr b="0" i="0" sz="84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6" name="Google Shape;936;p62"/>
            <p:cNvSpPr/>
            <p:nvPr/>
          </p:nvSpPr>
          <p:spPr>
            <a:xfrm>
              <a:off x="515427" y="1960801"/>
              <a:ext cx="1614880" cy="1496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Заголовок</a:t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7" name="Google Shape;937;p62"/>
            <p:cNvSpPr/>
            <p:nvPr/>
          </p:nvSpPr>
          <p:spPr>
            <a:xfrm>
              <a:off x="515427" y="2189370"/>
              <a:ext cx="1614880" cy="2024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Подзаголовок</a:t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8" name="Google Shape;938;p62"/>
            <p:cNvSpPr/>
            <p:nvPr/>
          </p:nvSpPr>
          <p:spPr>
            <a:xfrm>
              <a:off x="514283" y="2421059"/>
              <a:ext cx="1614880" cy="2024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rgbClr val="8F8F8F"/>
                  </a:solidFill>
                  <a:latin typeface="Play"/>
                  <a:ea typeface="Play"/>
                  <a:cs typeface="Play"/>
                  <a:sym typeface="Play"/>
                </a:rPr>
                <a:t>Текст</a:t>
              </a:r>
              <a:endParaRPr b="0" i="0" sz="900" u="none" cap="none" strike="noStrike">
                <a:solidFill>
                  <a:srgbClr val="8F8F8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9" name="Google Shape;939;p62"/>
            <p:cNvSpPr/>
            <p:nvPr/>
          </p:nvSpPr>
          <p:spPr>
            <a:xfrm>
              <a:off x="514283" y="2652748"/>
              <a:ext cx="1614880" cy="2024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209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600" u="none" cap="none" strike="noStrike">
                  <a:solidFill>
                    <a:srgbClr val="007DEA"/>
                  </a:solidFill>
                  <a:latin typeface="Play"/>
                  <a:ea typeface="Play"/>
                  <a:cs typeface="Play"/>
                  <a:sym typeface="Play"/>
                </a:rPr>
                <a:t>Текст</a:t>
              </a:r>
              <a:endParaRPr b="0" i="0" sz="600" u="none" cap="none" strike="noStrike">
                <a:solidFill>
                  <a:srgbClr val="007DE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0" name="Google Shape;940;p62"/>
            <p:cNvSpPr/>
            <p:nvPr/>
          </p:nvSpPr>
          <p:spPr>
            <a:xfrm>
              <a:off x="514777" y="3109127"/>
              <a:ext cx="45719" cy="45719"/>
            </a:xfrm>
            <a:prstGeom prst="roundRect">
              <a:avLst>
                <a:gd fmla="val 16667" name="adj"/>
              </a:avLst>
            </a:prstGeom>
            <a:solidFill>
              <a:srgbClr val="8F8F8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1" name="Google Shape;941;p62"/>
            <p:cNvSpPr/>
            <p:nvPr/>
          </p:nvSpPr>
          <p:spPr>
            <a:xfrm>
              <a:off x="514777" y="3371567"/>
              <a:ext cx="45719" cy="45719"/>
            </a:xfrm>
            <a:prstGeom prst="roundRect">
              <a:avLst>
                <a:gd fmla="val 16667" name="adj"/>
              </a:avLst>
            </a:prstGeom>
            <a:solidFill>
              <a:srgbClr val="8F8F8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2" name="Google Shape;942;p62"/>
            <p:cNvSpPr/>
            <p:nvPr/>
          </p:nvSpPr>
          <p:spPr>
            <a:xfrm>
              <a:off x="514777" y="3634007"/>
              <a:ext cx="45719" cy="45719"/>
            </a:xfrm>
            <a:prstGeom prst="roundRect">
              <a:avLst>
                <a:gd fmla="val 16667" name="adj"/>
              </a:avLst>
            </a:prstGeom>
            <a:solidFill>
              <a:srgbClr val="8F8F8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3" name="Google Shape;943;p62"/>
          <p:cNvGrpSpPr/>
          <p:nvPr/>
        </p:nvGrpSpPr>
        <p:grpSpPr>
          <a:xfrm>
            <a:off x="6980519" y="1457949"/>
            <a:ext cx="1616024" cy="2313526"/>
            <a:chOff x="514283" y="1457949"/>
            <a:chExt cx="1616024" cy="2313526"/>
          </a:xfrm>
        </p:grpSpPr>
        <p:pic>
          <p:nvPicPr>
            <p:cNvPr descr=" " id="944" name="Google Shape;944;p6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33900" y="1457949"/>
              <a:ext cx="221474" cy="2214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5" name="Google Shape;945;p62"/>
            <p:cNvSpPr/>
            <p:nvPr/>
          </p:nvSpPr>
          <p:spPr>
            <a:xfrm>
              <a:off x="658970" y="3063096"/>
              <a:ext cx="1471337" cy="18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32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48" u="none" cap="none" strike="noStrike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Текст</a:t>
              </a:r>
              <a:endParaRPr b="0" i="0" sz="84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6" name="Google Shape;946;p62"/>
            <p:cNvSpPr/>
            <p:nvPr/>
          </p:nvSpPr>
          <p:spPr>
            <a:xfrm>
              <a:off x="658970" y="3325536"/>
              <a:ext cx="1471337" cy="18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32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48" u="none" cap="none" strike="noStrike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Текст</a:t>
              </a:r>
              <a:endParaRPr b="0" i="0" sz="84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7" name="Google Shape;947;p62"/>
            <p:cNvSpPr/>
            <p:nvPr/>
          </p:nvSpPr>
          <p:spPr>
            <a:xfrm>
              <a:off x="658970" y="3587975"/>
              <a:ext cx="1471337" cy="18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32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48" u="none" cap="none" strike="noStrike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Текст</a:t>
              </a:r>
              <a:endParaRPr b="0" i="0" sz="84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8" name="Google Shape;948;p62"/>
            <p:cNvSpPr/>
            <p:nvPr/>
          </p:nvSpPr>
          <p:spPr>
            <a:xfrm>
              <a:off x="515427" y="1960801"/>
              <a:ext cx="1614880" cy="1496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Заголовок</a:t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9" name="Google Shape;949;p62"/>
            <p:cNvSpPr/>
            <p:nvPr/>
          </p:nvSpPr>
          <p:spPr>
            <a:xfrm>
              <a:off x="515427" y="2189370"/>
              <a:ext cx="1614880" cy="2024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Подзаголовок</a:t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0" name="Google Shape;950;p62"/>
            <p:cNvSpPr/>
            <p:nvPr/>
          </p:nvSpPr>
          <p:spPr>
            <a:xfrm>
              <a:off x="514283" y="2421059"/>
              <a:ext cx="1614880" cy="2024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rgbClr val="8F8F8F"/>
                  </a:solidFill>
                  <a:latin typeface="Play"/>
                  <a:ea typeface="Play"/>
                  <a:cs typeface="Play"/>
                  <a:sym typeface="Play"/>
                </a:rPr>
                <a:t>Текст</a:t>
              </a:r>
              <a:endParaRPr b="0" i="0" sz="900" u="none" cap="none" strike="noStrike">
                <a:solidFill>
                  <a:srgbClr val="8F8F8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" name="Google Shape;951;p62"/>
            <p:cNvSpPr/>
            <p:nvPr/>
          </p:nvSpPr>
          <p:spPr>
            <a:xfrm>
              <a:off x="514283" y="2652748"/>
              <a:ext cx="1614880" cy="2024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209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600" u="none" cap="none" strike="noStrike">
                  <a:solidFill>
                    <a:srgbClr val="007DEA"/>
                  </a:solidFill>
                  <a:latin typeface="Play"/>
                  <a:ea typeface="Play"/>
                  <a:cs typeface="Play"/>
                  <a:sym typeface="Play"/>
                </a:rPr>
                <a:t>Текст</a:t>
              </a:r>
              <a:endParaRPr b="0" i="0" sz="600" u="none" cap="none" strike="noStrike">
                <a:solidFill>
                  <a:srgbClr val="007DE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2" name="Google Shape;952;p62"/>
            <p:cNvSpPr/>
            <p:nvPr/>
          </p:nvSpPr>
          <p:spPr>
            <a:xfrm>
              <a:off x="514777" y="3109127"/>
              <a:ext cx="45719" cy="45719"/>
            </a:xfrm>
            <a:prstGeom prst="roundRect">
              <a:avLst>
                <a:gd fmla="val 16667" name="adj"/>
              </a:avLst>
            </a:prstGeom>
            <a:solidFill>
              <a:srgbClr val="8F8F8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3" name="Google Shape;953;p62"/>
            <p:cNvSpPr/>
            <p:nvPr/>
          </p:nvSpPr>
          <p:spPr>
            <a:xfrm>
              <a:off x="514777" y="3371567"/>
              <a:ext cx="45719" cy="45719"/>
            </a:xfrm>
            <a:prstGeom prst="roundRect">
              <a:avLst>
                <a:gd fmla="val 16667" name="adj"/>
              </a:avLst>
            </a:prstGeom>
            <a:solidFill>
              <a:srgbClr val="8F8F8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4" name="Google Shape;954;p62"/>
            <p:cNvSpPr/>
            <p:nvPr/>
          </p:nvSpPr>
          <p:spPr>
            <a:xfrm>
              <a:off x="514777" y="3634007"/>
              <a:ext cx="45719" cy="45719"/>
            </a:xfrm>
            <a:prstGeom prst="roundRect">
              <a:avLst>
                <a:gd fmla="val 16667" name="adj"/>
              </a:avLst>
            </a:prstGeom>
            <a:solidFill>
              <a:srgbClr val="8F8F8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63"/>
          <p:cNvSpPr/>
          <p:nvPr/>
        </p:nvSpPr>
        <p:spPr>
          <a:xfrm>
            <a:off x="285748" y="286048"/>
            <a:ext cx="8572456" cy="41142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63"/>
          <p:cNvSpPr/>
          <p:nvPr/>
        </p:nvSpPr>
        <p:spPr>
          <a:xfrm>
            <a:off x="285748" y="981282"/>
            <a:ext cx="8572456" cy="3419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962" name="Google Shape;962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749" y="981282"/>
            <a:ext cx="4286228" cy="1666658"/>
          </a:xfrm>
          <a:prstGeom prst="rect">
            <a:avLst/>
          </a:prstGeom>
          <a:noFill/>
          <a:ln>
            <a:noFill/>
          </a:ln>
        </p:spPr>
      </p:pic>
      <p:sp>
        <p:nvSpPr>
          <p:cNvPr id="963" name="Google Shape;963;p63"/>
          <p:cNvSpPr/>
          <p:nvPr/>
        </p:nvSpPr>
        <p:spPr>
          <a:xfrm>
            <a:off x="685797" y="1133662"/>
            <a:ext cx="3733781" cy="136189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63"/>
          <p:cNvSpPr/>
          <p:nvPr/>
        </p:nvSpPr>
        <p:spPr>
          <a:xfrm>
            <a:off x="685797" y="1474640"/>
            <a:ext cx="3843317" cy="679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63"/>
          <p:cNvSpPr/>
          <p:nvPr/>
        </p:nvSpPr>
        <p:spPr>
          <a:xfrm>
            <a:off x="685797" y="1474640"/>
            <a:ext cx="3843317" cy="679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63"/>
          <p:cNvSpPr/>
          <p:nvPr/>
        </p:nvSpPr>
        <p:spPr>
          <a:xfrm>
            <a:off x="685797" y="1474640"/>
            <a:ext cx="3957838" cy="458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11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270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63"/>
          <p:cNvSpPr/>
          <p:nvPr/>
        </p:nvSpPr>
        <p:spPr>
          <a:xfrm>
            <a:off x="685797" y="1940298"/>
            <a:ext cx="3919665" cy="2906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3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3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Подзаголовок</a:t>
            </a:r>
            <a:endParaRPr b="0" i="0" sz="1803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968" name="Google Shape;968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1976" y="981282"/>
            <a:ext cx="4286228" cy="16666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969" name="Google Shape;969;p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10076" y="1019377"/>
            <a:ext cx="4210028" cy="15904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970" name="Google Shape;970;p6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73031" y="2064228"/>
            <a:ext cx="719700" cy="5456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971" name="Google Shape;971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749" y="2733654"/>
            <a:ext cx="4286228" cy="16666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972" name="Google Shape;972;p6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3849" y="2771749"/>
            <a:ext cx="4210028" cy="15904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973" name="Google Shape;973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1976" y="2733654"/>
            <a:ext cx="4286228" cy="1666658"/>
          </a:xfrm>
          <a:prstGeom prst="rect">
            <a:avLst/>
          </a:prstGeom>
          <a:noFill/>
          <a:ln>
            <a:noFill/>
          </a:ln>
        </p:spPr>
      </p:pic>
      <p:sp>
        <p:nvSpPr>
          <p:cNvPr id="974" name="Google Shape;974;p63"/>
          <p:cNvSpPr/>
          <p:nvPr/>
        </p:nvSpPr>
        <p:spPr>
          <a:xfrm>
            <a:off x="4905350" y="2886034"/>
            <a:ext cx="3619481" cy="136189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63"/>
          <p:cNvSpPr/>
          <p:nvPr/>
        </p:nvSpPr>
        <p:spPr>
          <a:xfrm>
            <a:off x="4905350" y="3227011"/>
            <a:ext cx="3843317" cy="679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63"/>
          <p:cNvSpPr/>
          <p:nvPr/>
        </p:nvSpPr>
        <p:spPr>
          <a:xfrm>
            <a:off x="4905350" y="3227011"/>
            <a:ext cx="3843317" cy="679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63"/>
          <p:cNvSpPr/>
          <p:nvPr/>
        </p:nvSpPr>
        <p:spPr>
          <a:xfrm>
            <a:off x="4905350" y="3227011"/>
            <a:ext cx="3957838" cy="458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11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270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63"/>
          <p:cNvSpPr/>
          <p:nvPr/>
        </p:nvSpPr>
        <p:spPr>
          <a:xfrm>
            <a:off x="4905349" y="3692670"/>
            <a:ext cx="3919665" cy="2906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3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3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Подзаголовок</a:t>
            </a:r>
            <a:endParaRPr b="0" i="0" sz="1803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63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63"/>
          <p:cNvSpPr txBox="1"/>
          <p:nvPr>
            <p:ph type="title"/>
          </p:nvPr>
        </p:nvSpPr>
        <p:spPr>
          <a:xfrm>
            <a:off x="167921" y="208784"/>
            <a:ext cx="6792985" cy="431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 в одну строчку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986" name="Google Shape;986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1665" y="1209852"/>
            <a:ext cx="2514587" cy="1795229"/>
          </a:xfrm>
          <a:prstGeom prst="rect">
            <a:avLst/>
          </a:prstGeom>
          <a:noFill/>
          <a:ln>
            <a:noFill/>
          </a:ln>
        </p:spPr>
      </p:pic>
      <p:sp>
        <p:nvSpPr>
          <p:cNvPr id="987" name="Google Shape;987;p64"/>
          <p:cNvSpPr/>
          <p:nvPr/>
        </p:nvSpPr>
        <p:spPr>
          <a:xfrm>
            <a:off x="285748" y="286048"/>
            <a:ext cx="8572456" cy="415235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64"/>
          <p:cNvSpPr/>
          <p:nvPr/>
        </p:nvSpPr>
        <p:spPr>
          <a:xfrm>
            <a:off x="285748" y="1209852"/>
            <a:ext cx="8572456" cy="32285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64"/>
          <p:cNvSpPr/>
          <p:nvPr/>
        </p:nvSpPr>
        <p:spPr>
          <a:xfrm>
            <a:off x="285748" y="1209852"/>
            <a:ext cx="8572456" cy="1795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990" name="Google Shape;990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49" y="1209852"/>
            <a:ext cx="4200503" cy="1795229"/>
          </a:xfrm>
          <a:prstGeom prst="rect">
            <a:avLst/>
          </a:prstGeom>
          <a:noFill/>
          <a:ln>
            <a:noFill/>
          </a:ln>
        </p:spPr>
      </p:pic>
      <p:sp>
        <p:nvSpPr>
          <p:cNvPr id="991" name="Google Shape;991;p64"/>
          <p:cNvSpPr/>
          <p:nvPr/>
        </p:nvSpPr>
        <p:spPr>
          <a:xfrm>
            <a:off x="457198" y="1381280"/>
            <a:ext cx="2362188" cy="19523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64"/>
          <p:cNvSpPr/>
          <p:nvPr/>
        </p:nvSpPr>
        <p:spPr>
          <a:xfrm>
            <a:off x="457197" y="1381280"/>
            <a:ext cx="2522525" cy="246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187F6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64"/>
          <p:cNvSpPr/>
          <p:nvPr/>
        </p:nvSpPr>
        <p:spPr>
          <a:xfrm>
            <a:off x="457198" y="1708659"/>
            <a:ext cx="2357425" cy="30139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64"/>
          <p:cNvSpPr/>
          <p:nvPr/>
        </p:nvSpPr>
        <p:spPr>
          <a:xfrm>
            <a:off x="457198" y="1708659"/>
            <a:ext cx="301430" cy="301393"/>
          </a:xfrm>
          <a:prstGeom prst="roundRect">
            <a:avLst>
              <a:gd fmla="val 32990" name="adj"/>
            </a:avLst>
          </a:prstGeom>
          <a:solidFill>
            <a:srgbClr val="005E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995" name="Google Shape;995;p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8327" y="1789806"/>
            <a:ext cx="139122" cy="1391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996" name="Google Shape;996;p6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0736" y="1807196"/>
            <a:ext cx="114281" cy="106812"/>
          </a:xfrm>
          <a:prstGeom prst="rect">
            <a:avLst/>
          </a:prstGeom>
          <a:noFill/>
          <a:ln>
            <a:noFill/>
          </a:ln>
        </p:spPr>
      </p:pic>
      <p:sp>
        <p:nvSpPr>
          <p:cNvPr id="997" name="Google Shape;997;p64"/>
          <p:cNvSpPr/>
          <p:nvPr/>
        </p:nvSpPr>
        <p:spPr>
          <a:xfrm>
            <a:off x="901503" y="1799832"/>
            <a:ext cx="1252369" cy="152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4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998" name="Google Shape;998;p6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57701" y="1209852"/>
            <a:ext cx="4200503" cy="1795229"/>
          </a:xfrm>
          <a:prstGeom prst="rect">
            <a:avLst/>
          </a:prstGeom>
          <a:noFill/>
          <a:ln>
            <a:noFill/>
          </a:ln>
        </p:spPr>
      </p:pic>
      <p:sp>
        <p:nvSpPr>
          <p:cNvPr id="999" name="Google Shape;999;p64"/>
          <p:cNvSpPr/>
          <p:nvPr/>
        </p:nvSpPr>
        <p:spPr>
          <a:xfrm>
            <a:off x="4829150" y="1381280"/>
            <a:ext cx="3348020" cy="19523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64"/>
          <p:cNvSpPr/>
          <p:nvPr/>
        </p:nvSpPr>
        <p:spPr>
          <a:xfrm>
            <a:off x="4829150" y="1381280"/>
            <a:ext cx="3398820" cy="246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187F6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64"/>
          <p:cNvSpPr/>
          <p:nvPr/>
        </p:nvSpPr>
        <p:spPr>
          <a:xfrm>
            <a:off x="4829150" y="1708659"/>
            <a:ext cx="3348020" cy="73611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64"/>
          <p:cNvSpPr/>
          <p:nvPr/>
        </p:nvSpPr>
        <p:spPr>
          <a:xfrm>
            <a:off x="4829150" y="1708659"/>
            <a:ext cx="3333733" cy="30139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64"/>
          <p:cNvSpPr/>
          <p:nvPr/>
        </p:nvSpPr>
        <p:spPr>
          <a:xfrm>
            <a:off x="4829151" y="1708659"/>
            <a:ext cx="301430" cy="301393"/>
          </a:xfrm>
          <a:prstGeom prst="roundRect">
            <a:avLst>
              <a:gd fmla="val 32990" name="adj"/>
            </a:avLst>
          </a:prstGeom>
          <a:solidFill>
            <a:srgbClr val="005E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004" name="Google Shape;1004;p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10279" y="1789806"/>
            <a:ext cx="139122" cy="1391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005" name="Google Shape;1005;p6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22688" y="1807196"/>
            <a:ext cx="114281" cy="106812"/>
          </a:xfrm>
          <a:prstGeom prst="rect">
            <a:avLst/>
          </a:prstGeom>
          <a:noFill/>
          <a:ln>
            <a:noFill/>
          </a:ln>
        </p:spPr>
      </p:pic>
      <p:sp>
        <p:nvSpPr>
          <p:cNvPr id="1006" name="Google Shape;1006;p64"/>
          <p:cNvSpPr/>
          <p:nvPr/>
        </p:nvSpPr>
        <p:spPr>
          <a:xfrm>
            <a:off x="5273456" y="1799832"/>
            <a:ext cx="2943048" cy="152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4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64"/>
          <p:cNvSpPr/>
          <p:nvPr/>
        </p:nvSpPr>
        <p:spPr>
          <a:xfrm>
            <a:off x="4829150" y="2143384"/>
            <a:ext cx="3348020" cy="30139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64"/>
          <p:cNvSpPr/>
          <p:nvPr/>
        </p:nvSpPr>
        <p:spPr>
          <a:xfrm>
            <a:off x="4829151" y="2143384"/>
            <a:ext cx="301430" cy="301393"/>
          </a:xfrm>
          <a:prstGeom prst="roundRect">
            <a:avLst>
              <a:gd fmla="val 32990" name="adj"/>
            </a:avLst>
          </a:prstGeom>
          <a:solidFill>
            <a:srgbClr val="005E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009" name="Google Shape;1009;p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10279" y="2224531"/>
            <a:ext cx="139122" cy="1391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010" name="Google Shape;1010;p6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22688" y="2241921"/>
            <a:ext cx="114281" cy="106812"/>
          </a:xfrm>
          <a:prstGeom prst="rect">
            <a:avLst/>
          </a:prstGeom>
          <a:noFill/>
          <a:ln>
            <a:noFill/>
          </a:ln>
        </p:spPr>
      </p:pic>
      <p:sp>
        <p:nvSpPr>
          <p:cNvPr id="1011" name="Google Shape;1011;p64"/>
          <p:cNvSpPr/>
          <p:nvPr/>
        </p:nvSpPr>
        <p:spPr>
          <a:xfrm>
            <a:off x="5273456" y="2234557"/>
            <a:ext cx="2852561" cy="152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4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64"/>
          <p:cNvSpPr/>
          <p:nvPr/>
        </p:nvSpPr>
        <p:spPr>
          <a:xfrm>
            <a:off x="285748" y="3176509"/>
            <a:ext cx="8572456" cy="126189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013" name="Google Shape;1013;p6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85749" y="3176509"/>
            <a:ext cx="4200503" cy="12618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014" name="Google Shape;1014;p6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57701" y="3176509"/>
            <a:ext cx="4200503" cy="12618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015" name="Google Shape;1015;p6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29821" y="3845578"/>
            <a:ext cx="84199" cy="84183"/>
          </a:xfrm>
          <a:prstGeom prst="rect">
            <a:avLst/>
          </a:prstGeom>
          <a:noFill/>
          <a:ln>
            <a:noFill/>
          </a:ln>
        </p:spPr>
      </p:pic>
      <p:sp>
        <p:nvSpPr>
          <p:cNvPr id="1016" name="Google Shape;1016;p64"/>
          <p:cNvSpPr/>
          <p:nvPr/>
        </p:nvSpPr>
        <p:spPr>
          <a:xfrm rot="-4218">
            <a:off x="4968643" y="3843339"/>
            <a:ext cx="3119833" cy="1095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8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3" u="none" cap="none" strike="noStrike">
                <a:solidFill>
                  <a:srgbClr val="798492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5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64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</a:t>
            </a:r>
            <a:br>
              <a:rPr lang="en-US"/>
            </a:br>
            <a:r>
              <a:rPr lang="en-US"/>
              <a:t>в две или одну строчку</a:t>
            </a:r>
            <a:endParaRPr/>
          </a:p>
        </p:txBody>
      </p:sp>
      <p:sp>
        <p:nvSpPr>
          <p:cNvPr id="1018" name="Google Shape;1018;p64"/>
          <p:cNvSpPr/>
          <p:nvPr/>
        </p:nvSpPr>
        <p:spPr>
          <a:xfrm>
            <a:off x="458341" y="3362601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64"/>
          <p:cNvSpPr/>
          <p:nvPr/>
        </p:nvSpPr>
        <p:spPr>
          <a:xfrm>
            <a:off x="457197" y="3532487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64"/>
          <p:cNvSpPr/>
          <p:nvPr/>
        </p:nvSpPr>
        <p:spPr>
          <a:xfrm>
            <a:off x="4829150" y="3362601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64"/>
          <p:cNvSpPr/>
          <p:nvPr/>
        </p:nvSpPr>
        <p:spPr>
          <a:xfrm>
            <a:off x="4828006" y="3532487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65"/>
          <p:cNvSpPr/>
          <p:nvPr/>
        </p:nvSpPr>
        <p:spPr>
          <a:xfrm>
            <a:off x="6064222" y="1209852"/>
            <a:ext cx="2793985" cy="3014270"/>
          </a:xfrm>
          <a:prstGeom prst="roundRect">
            <a:avLst>
              <a:gd fmla="val 343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028" name="Google Shape;1028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03313" y="3566983"/>
            <a:ext cx="466723" cy="466664"/>
          </a:xfrm>
          <a:prstGeom prst="rect">
            <a:avLst/>
          </a:prstGeom>
          <a:noFill/>
          <a:ln>
            <a:noFill/>
          </a:ln>
        </p:spPr>
      </p:pic>
      <p:sp>
        <p:nvSpPr>
          <p:cNvPr id="1029" name="Google Shape;1029;p65"/>
          <p:cNvSpPr/>
          <p:nvPr/>
        </p:nvSpPr>
        <p:spPr>
          <a:xfrm>
            <a:off x="3174981" y="1209852"/>
            <a:ext cx="2793985" cy="3014270"/>
          </a:xfrm>
          <a:prstGeom prst="roundRect">
            <a:avLst>
              <a:gd fmla="val 343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030" name="Google Shape;1030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0249" y="3566983"/>
            <a:ext cx="466723" cy="466664"/>
          </a:xfrm>
          <a:prstGeom prst="rect">
            <a:avLst/>
          </a:prstGeom>
          <a:noFill/>
          <a:ln>
            <a:noFill/>
          </a:ln>
        </p:spPr>
      </p:pic>
      <p:sp>
        <p:nvSpPr>
          <p:cNvPr id="1031" name="Google Shape;1031;p65"/>
          <p:cNvSpPr/>
          <p:nvPr/>
        </p:nvSpPr>
        <p:spPr>
          <a:xfrm>
            <a:off x="285749" y="1209852"/>
            <a:ext cx="2793985" cy="3014270"/>
          </a:xfrm>
          <a:prstGeom prst="roundRect">
            <a:avLst>
              <a:gd fmla="val 343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6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6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65"/>
          <p:cNvSpPr/>
          <p:nvPr/>
        </p:nvSpPr>
        <p:spPr>
          <a:xfrm>
            <a:off x="476248" y="1400327"/>
            <a:ext cx="2412987" cy="1009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65"/>
          <p:cNvSpPr/>
          <p:nvPr/>
        </p:nvSpPr>
        <p:spPr>
          <a:xfrm>
            <a:off x="476248" y="1400328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65"/>
          <p:cNvSpPr/>
          <p:nvPr/>
        </p:nvSpPr>
        <p:spPr>
          <a:xfrm>
            <a:off x="476248" y="1628898"/>
            <a:ext cx="2463787" cy="8317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Lorem ipsum dolor sit amet, consectetur adipiscing elit, sed do eiusmod tempor incididunt ut labore et dolore magna aliqua.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65"/>
          <p:cNvSpPr/>
          <p:nvPr/>
        </p:nvSpPr>
        <p:spPr>
          <a:xfrm>
            <a:off x="2422509" y="3566983"/>
            <a:ext cx="466723" cy="466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038" name="Google Shape;1038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2506" y="3566983"/>
            <a:ext cx="466723" cy="4666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039" name="Google Shape;1039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55859" y="3700316"/>
            <a:ext cx="200024" cy="199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65"/>
          <p:cNvSpPr/>
          <p:nvPr/>
        </p:nvSpPr>
        <p:spPr>
          <a:xfrm>
            <a:off x="3365480" y="1400327"/>
            <a:ext cx="2412987" cy="1009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65"/>
          <p:cNvSpPr/>
          <p:nvPr/>
        </p:nvSpPr>
        <p:spPr>
          <a:xfrm>
            <a:off x="3365480" y="1400328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65"/>
          <p:cNvSpPr/>
          <p:nvPr/>
        </p:nvSpPr>
        <p:spPr>
          <a:xfrm>
            <a:off x="3365479" y="1628898"/>
            <a:ext cx="2463787" cy="8317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Lorem ipsum dolor sit amet, consectetur adipiscing elit, sed do eiusmod tempor incididunt ut labore et dolore magna aliqua.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65"/>
          <p:cNvSpPr/>
          <p:nvPr/>
        </p:nvSpPr>
        <p:spPr>
          <a:xfrm>
            <a:off x="5311741" y="3566983"/>
            <a:ext cx="466723" cy="466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044" name="Google Shape;1044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45091" y="3700316"/>
            <a:ext cx="200024" cy="199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45" name="Google Shape;1045;p65"/>
          <p:cNvSpPr/>
          <p:nvPr/>
        </p:nvSpPr>
        <p:spPr>
          <a:xfrm>
            <a:off x="6254721" y="1400327"/>
            <a:ext cx="2412987" cy="1009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65"/>
          <p:cNvSpPr/>
          <p:nvPr/>
        </p:nvSpPr>
        <p:spPr>
          <a:xfrm>
            <a:off x="6254721" y="1400328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65"/>
          <p:cNvSpPr/>
          <p:nvPr/>
        </p:nvSpPr>
        <p:spPr>
          <a:xfrm>
            <a:off x="6254721" y="1628898"/>
            <a:ext cx="2463787" cy="8317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Lorem ipsum dolor sit amet, consectetur adipiscing elit, sed do eiusmod tempor incididunt ut labore et dolore magna aliqua.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65"/>
          <p:cNvSpPr/>
          <p:nvPr/>
        </p:nvSpPr>
        <p:spPr>
          <a:xfrm>
            <a:off x="8200982" y="3566983"/>
            <a:ext cx="466723" cy="466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049" name="Google Shape;1049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4332" y="3700316"/>
            <a:ext cx="200024" cy="199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50" name="Google Shape;1050;p65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</a:t>
            </a:r>
            <a:br>
              <a:rPr lang="en-US"/>
            </a:br>
            <a:r>
              <a:rPr lang="en-US"/>
              <a:t>в одну или две строчки 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66"/>
          <p:cNvSpPr/>
          <p:nvPr/>
        </p:nvSpPr>
        <p:spPr>
          <a:xfrm>
            <a:off x="285748" y="276524"/>
            <a:ext cx="8572456" cy="685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66"/>
          <p:cNvSpPr/>
          <p:nvPr/>
        </p:nvSpPr>
        <p:spPr>
          <a:xfrm>
            <a:off x="3838239" y="276524"/>
            <a:ext cx="4948861" cy="1025866"/>
          </a:xfrm>
          <a:prstGeom prst="roundRect">
            <a:avLst>
              <a:gd fmla="val 103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66"/>
          <p:cNvSpPr/>
          <p:nvPr/>
        </p:nvSpPr>
        <p:spPr>
          <a:xfrm>
            <a:off x="4048160" y="486417"/>
            <a:ext cx="4529021" cy="128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66"/>
          <p:cNvSpPr/>
          <p:nvPr/>
        </p:nvSpPr>
        <p:spPr>
          <a:xfrm>
            <a:off x="4048160" y="486418"/>
            <a:ext cx="4585000" cy="184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b="0" i="0" sz="13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66"/>
          <p:cNvSpPr/>
          <p:nvPr/>
        </p:nvSpPr>
        <p:spPr>
          <a:xfrm>
            <a:off x="4048160" y="740925"/>
            <a:ext cx="4571005" cy="393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2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b="0" i="0" sz="992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66"/>
          <p:cNvSpPr/>
          <p:nvPr/>
        </p:nvSpPr>
        <p:spPr>
          <a:xfrm>
            <a:off x="3838239" y="1462423"/>
            <a:ext cx="4948861" cy="1025866"/>
          </a:xfrm>
          <a:prstGeom prst="roundRect">
            <a:avLst>
              <a:gd fmla="val 103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66"/>
          <p:cNvSpPr/>
          <p:nvPr/>
        </p:nvSpPr>
        <p:spPr>
          <a:xfrm>
            <a:off x="4048160" y="1672316"/>
            <a:ext cx="4529021" cy="128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66"/>
          <p:cNvSpPr/>
          <p:nvPr/>
        </p:nvSpPr>
        <p:spPr>
          <a:xfrm>
            <a:off x="4048160" y="1672317"/>
            <a:ext cx="4585000" cy="184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b="0" i="0" sz="13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66"/>
          <p:cNvSpPr/>
          <p:nvPr/>
        </p:nvSpPr>
        <p:spPr>
          <a:xfrm>
            <a:off x="4048160" y="1926823"/>
            <a:ext cx="4571005" cy="393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2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b="0" i="0" sz="992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66"/>
          <p:cNvSpPr/>
          <p:nvPr/>
        </p:nvSpPr>
        <p:spPr>
          <a:xfrm>
            <a:off x="3838239" y="2648322"/>
            <a:ext cx="4948861" cy="1025866"/>
          </a:xfrm>
          <a:prstGeom prst="roundRect">
            <a:avLst>
              <a:gd fmla="val 103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66"/>
          <p:cNvSpPr/>
          <p:nvPr/>
        </p:nvSpPr>
        <p:spPr>
          <a:xfrm>
            <a:off x="4048160" y="2858216"/>
            <a:ext cx="4529021" cy="128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66"/>
          <p:cNvSpPr/>
          <p:nvPr/>
        </p:nvSpPr>
        <p:spPr>
          <a:xfrm>
            <a:off x="4048160" y="2858216"/>
            <a:ext cx="4585000" cy="184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b="0" i="0" sz="13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p66"/>
          <p:cNvSpPr/>
          <p:nvPr/>
        </p:nvSpPr>
        <p:spPr>
          <a:xfrm>
            <a:off x="4048160" y="3112723"/>
            <a:ext cx="4571005" cy="393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2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b="0" i="0" sz="992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66"/>
          <p:cNvSpPr/>
          <p:nvPr/>
        </p:nvSpPr>
        <p:spPr>
          <a:xfrm>
            <a:off x="3838239" y="3834221"/>
            <a:ext cx="4948861" cy="1025866"/>
          </a:xfrm>
          <a:prstGeom prst="roundRect">
            <a:avLst>
              <a:gd fmla="val 103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p66"/>
          <p:cNvSpPr/>
          <p:nvPr/>
        </p:nvSpPr>
        <p:spPr>
          <a:xfrm>
            <a:off x="4048160" y="4044115"/>
            <a:ext cx="4529021" cy="128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66"/>
          <p:cNvSpPr/>
          <p:nvPr/>
        </p:nvSpPr>
        <p:spPr>
          <a:xfrm>
            <a:off x="4048160" y="4044115"/>
            <a:ext cx="4585000" cy="184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b="0" i="0" sz="13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66"/>
          <p:cNvSpPr/>
          <p:nvPr/>
        </p:nvSpPr>
        <p:spPr>
          <a:xfrm>
            <a:off x="4048160" y="4298621"/>
            <a:ext cx="4571005" cy="393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2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Оцените высокий уровень защищенности инфраструктуры и соответствие стандартам</a:t>
            </a:r>
            <a:endParaRPr b="0" i="0" sz="992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66"/>
          <p:cNvSpPr txBox="1"/>
          <p:nvPr>
            <p:ph type="title"/>
          </p:nvPr>
        </p:nvSpPr>
        <p:spPr>
          <a:xfrm>
            <a:off x="177971" y="282949"/>
            <a:ext cx="3412254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</a:t>
            </a:r>
            <a:br>
              <a:rPr lang="en-US"/>
            </a:br>
            <a:r>
              <a:rPr lang="en-US"/>
              <a:t>в две строки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079" name="Google Shape;1079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67502" y="1924134"/>
            <a:ext cx="1895465" cy="22952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080" name="Google Shape;1080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0986" y="1457470"/>
            <a:ext cx="2043102" cy="2761890"/>
          </a:xfrm>
          <a:prstGeom prst="rect">
            <a:avLst/>
          </a:prstGeom>
          <a:noFill/>
          <a:ln>
            <a:noFill/>
          </a:ln>
        </p:spPr>
      </p:pic>
      <p:sp>
        <p:nvSpPr>
          <p:cNvPr id="1081" name="Google Shape;1081;p67"/>
          <p:cNvSpPr/>
          <p:nvPr/>
        </p:nvSpPr>
        <p:spPr>
          <a:xfrm>
            <a:off x="428623" y="1590803"/>
            <a:ext cx="1738303" cy="52856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082" name="Google Shape;1082;p6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6400" y="3930876"/>
            <a:ext cx="241137" cy="1199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083" name="Google Shape;1083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66962" y="1457470"/>
            <a:ext cx="2043102" cy="2761890"/>
          </a:xfrm>
          <a:prstGeom prst="rect">
            <a:avLst/>
          </a:prstGeom>
          <a:noFill/>
          <a:ln>
            <a:noFill/>
          </a:ln>
        </p:spPr>
      </p:pic>
      <p:sp>
        <p:nvSpPr>
          <p:cNvPr id="1084" name="Google Shape;1084;p67"/>
          <p:cNvSpPr/>
          <p:nvPr/>
        </p:nvSpPr>
        <p:spPr>
          <a:xfrm>
            <a:off x="2614600" y="1590803"/>
            <a:ext cx="1738303" cy="52856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085" name="Google Shape;1085;p6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22375" y="3930876"/>
            <a:ext cx="253286" cy="1199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086" name="Google Shape;1086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3414" y="1457470"/>
            <a:ext cx="2043102" cy="2761890"/>
          </a:xfrm>
          <a:prstGeom prst="rect">
            <a:avLst/>
          </a:prstGeom>
          <a:noFill/>
          <a:ln>
            <a:noFill/>
          </a:ln>
        </p:spPr>
      </p:pic>
      <p:sp>
        <p:nvSpPr>
          <p:cNvPr id="1087" name="Google Shape;1087;p67"/>
          <p:cNvSpPr/>
          <p:nvPr/>
        </p:nvSpPr>
        <p:spPr>
          <a:xfrm>
            <a:off x="4791051" y="1590803"/>
            <a:ext cx="1738303" cy="52856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088" name="Google Shape;1088;p6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98826" y="3930876"/>
            <a:ext cx="264020" cy="1199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089" name="Google Shape;1089;p6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819865" y="1457470"/>
            <a:ext cx="2043102" cy="2761890"/>
          </a:xfrm>
          <a:prstGeom prst="rect">
            <a:avLst/>
          </a:prstGeom>
          <a:noFill/>
          <a:ln>
            <a:noFill/>
          </a:ln>
        </p:spPr>
      </p:pic>
      <p:sp>
        <p:nvSpPr>
          <p:cNvPr id="1090" name="Google Shape;1090;p67"/>
          <p:cNvSpPr/>
          <p:nvPr/>
        </p:nvSpPr>
        <p:spPr>
          <a:xfrm>
            <a:off x="6967502" y="1590803"/>
            <a:ext cx="1738303" cy="52856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091" name="Google Shape;1091;p6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975278" y="3930876"/>
            <a:ext cx="273247" cy="119971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67"/>
          <p:cNvSpPr/>
          <p:nvPr/>
        </p:nvSpPr>
        <p:spPr>
          <a:xfrm>
            <a:off x="285748" y="276524"/>
            <a:ext cx="8572456" cy="685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67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</a:t>
            </a:r>
            <a:br>
              <a:rPr lang="en-US"/>
            </a:br>
            <a:r>
              <a:rPr lang="en-US"/>
              <a:t>в две или одну строку</a:t>
            </a:r>
            <a:endParaRPr/>
          </a:p>
        </p:txBody>
      </p:sp>
      <p:sp>
        <p:nvSpPr>
          <p:cNvPr id="1094" name="Google Shape;1094;p67"/>
          <p:cNvSpPr/>
          <p:nvPr/>
        </p:nvSpPr>
        <p:spPr>
          <a:xfrm>
            <a:off x="428623" y="1695241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6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14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67"/>
          <p:cNvSpPr/>
          <p:nvPr/>
        </p:nvSpPr>
        <p:spPr>
          <a:xfrm>
            <a:off x="428623" y="1931585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05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67"/>
          <p:cNvSpPr/>
          <p:nvPr/>
        </p:nvSpPr>
        <p:spPr>
          <a:xfrm>
            <a:off x="2614600" y="1690291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6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14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p67"/>
          <p:cNvSpPr/>
          <p:nvPr/>
        </p:nvSpPr>
        <p:spPr>
          <a:xfrm>
            <a:off x="2614600" y="1926635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05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67"/>
          <p:cNvSpPr/>
          <p:nvPr/>
        </p:nvSpPr>
        <p:spPr>
          <a:xfrm>
            <a:off x="4791051" y="1695241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6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14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67"/>
          <p:cNvSpPr/>
          <p:nvPr/>
        </p:nvSpPr>
        <p:spPr>
          <a:xfrm>
            <a:off x="4791051" y="1931585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05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67"/>
          <p:cNvSpPr/>
          <p:nvPr/>
        </p:nvSpPr>
        <p:spPr>
          <a:xfrm>
            <a:off x="6967502" y="1695241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6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14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67"/>
          <p:cNvSpPr/>
          <p:nvPr/>
        </p:nvSpPr>
        <p:spPr>
          <a:xfrm>
            <a:off x="6967502" y="1931585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05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68"/>
          <p:cNvSpPr/>
          <p:nvPr/>
        </p:nvSpPr>
        <p:spPr>
          <a:xfrm>
            <a:off x="285748" y="276524"/>
            <a:ext cx="8572456" cy="685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68"/>
          <p:cNvSpPr/>
          <p:nvPr/>
        </p:nvSpPr>
        <p:spPr>
          <a:xfrm>
            <a:off x="-190499" y="1238424"/>
            <a:ext cx="9529712" cy="3664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68"/>
          <p:cNvSpPr txBox="1"/>
          <p:nvPr>
            <p:ph type="title"/>
          </p:nvPr>
        </p:nvSpPr>
        <p:spPr>
          <a:xfrm>
            <a:off x="177971" y="282949"/>
            <a:ext cx="5119243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</a:t>
            </a:r>
            <a:br>
              <a:rPr lang="en-US"/>
            </a:br>
            <a:r>
              <a:rPr lang="en-US"/>
              <a:t>в две или одну строчку</a:t>
            </a:r>
            <a:endParaRPr/>
          </a:p>
        </p:txBody>
      </p:sp>
      <p:sp>
        <p:nvSpPr>
          <p:cNvPr id="1110" name="Google Shape;1110;p68"/>
          <p:cNvSpPr/>
          <p:nvPr/>
        </p:nvSpPr>
        <p:spPr>
          <a:xfrm>
            <a:off x="663829" y="3070440"/>
            <a:ext cx="1312116" cy="156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13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68"/>
          <p:cNvSpPr/>
          <p:nvPr/>
        </p:nvSpPr>
        <p:spPr>
          <a:xfrm rot="186848">
            <a:off x="2492628" y="3773224"/>
            <a:ext cx="1312116" cy="156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13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68"/>
          <p:cNvSpPr/>
          <p:nvPr/>
        </p:nvSpPr>
        <p:spPr>
          <a:xfrm rot="-234392">
            <a:off x="5232954" y="2869689"/>
            <a:ext cx="1312116" cy="156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13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68"/>
          <p:cNvSpPr/>
          <p:nvPr/>
        </p:nvSpPr>
        <p:spPr>
          <a:xfrm rot="492491">
            <a:off x="6989867" y="3659580"/>
            <a:ext cx="1312116" cy="156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13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69"/>
          <p:cNvSpPr/>
          <p:nvPr/>
        </p:nvSpPr>
        <p:spPr>
          <a:xfrm>
            <a:off x="285748" y="286047"/>
            <a:ext cx="8572456" cy="4176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69"/>
          <p:cNvSpPr/>
          <p:nvPr/>
        </p:nvSpPr>
        <p:spPr>
          <a:xfrm>
            <a:off x="285748" y="1209852"/>
            <a:ext cx="8572456" cy="3252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69"/>
          <p:cNvSpPr/>
          <p:nvPr/>
        </p:nvSpPr>
        <p:spPr>
          <a:xfrm>
            <a:off x="285748" y="1209852"/>
            <a:ext cx="8572456" cy="3252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122" name="Google Shape;1122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749" y="1209852"/>
            <a:ext cx="3276583" cy="3252364"/>
          </a:xfrm>
          <a:prstGeom prst="rect">
            <a:avLst/>
          </a:prstGeom>
          <a:noFill/>
          <a:ln>
            <a:noFill/>
          </a:ln>
        </p:spPr>
      </p:pic>
      <p:sp>
        <p:nvSpPr>
          <p:cNvPr id="1123" name="Google Shape;1123;p69"/>
          <p:cNvSpPr/>
          <p:nvPr/>
        </p:nvSpPr>
        <p:spPr>
          <a:xfrm>
            <a:off x="500061" y="1424137"/>
            <a:ext cx="2919397" cy="28952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88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Тестирование оборудования </a:t>
            </a:r>
            <a:endParaRPr b="0" i="0" sz="16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88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и софта до покупки</a:t>
            </a:r>
            <a:endParaRPr b="0" i="0" sz="16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p69"/>
          <p:cNvSpPr/>
          <p:nvPr/>
        </p:nvSpPr>
        <p:spPr>
          <a:xfrm>
            <a:off x="3657581" y="1209852"/>
            <a:ext cx="5200623" cy="3252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125" name="Google Shape;1125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581" y="1209852"/>
            <a:ext cx="5200623" cy="1578563"/>
          </a:xfrm>
          <a:prstGeom prst="rect">
            <a:avLst/>
          </a:prstGeom>
          <a:noFill/>
          <a:ln>
            <a:noFill/>
          </a:ln>
        </p:spPr>
      </p:pic>
      <p:sp>
        <p:nvSpPr>
          <p:cNvPr id="1126" name="Google Shape;1126;p69"/>
          <p:cNvSpPr/>
          <p:nvPr/>
        </p:nvSpPr>
        <p:spPr>
          <a:xfrm>
            <a:off x="3871893" y="1424137"/>
            <a:ext cx="4843437" cy="371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88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Логистика и сервисные услуги</a:t>
            </a:r>
            <a:endParaRPr b="0" i="0" sz="16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1127" name="Google Shape;1127;p6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49042" y="1209852"/>
            <a:ext cx="3509162" cy="1578563"/>
          </a:xfrm>
          <a:prstGeom prst="rect">
            <a:avLst/>
          </a:prstGeom>
          <a:noFill/>
          <a:ln>
            <a:noFill/>
          </a:ln>
        </p:spPr>
      </p:pic>
      <p:sp>
        <p:nvSpPr>
          <p:cNvPr id="1128" name="Google Shape;1128;p69"/>
          <p:cNvSpPr/>
          <p:nvPr/>
        </p:nvSpPr>
        <p:spPr>
          <a:xfrm>
            <a:off x="3657581" y="2883653"/>
            <a:ext cx="5200623" cy="1578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129" name="Google Shape;1129;p6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57581" y="2883653"/>
            <a:ext cx="5200623" cy="1578563"/>
          </a:xfrm>
          <a:prstGeom prst="rect">
            <a:avLst/>
          </a:prstGeom>
          <a:noFill/>
          <a:ln>
            <a:noFill/>
          </a:ln>
        </p:spPr>
      </p:pic>
      <p:sp>
        <p:nvSpPr>
          <p:cNvPr id="1130" name="Google Shape;1130;p69"/>
          <p:cNvSpPr/>
          <p:nvPr/>
        </p:nvSpPr>
        <p:spPr>
          <a:xfrm>
            <a:off x="3871893" y="3097938"/>
            <a:ext cx="2733661" cy="671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88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Демо на площадке заказчика</a:t>
            </a:r>
            <a:endParaRPr b="0" i="0" sz="16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1131" name="Google Shape;1131;p6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24236" y="4105744"/>
            <a:ext cx="999320" cy="356472"/>
          </a:xfrm>
          <a:prstGeom prst="rect">
            <a:avLst/>
          </a:prstGeom>
          <a:noFill/>
          <a:ln>
            <a:noFill/>
          </a:ln>
        </p:spPr>
      </p:pic>
      <p:sp>
        <p:nvSpPr>
          <p:cNvPr id="1132" name="Google Shape;1132;p69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</a:t>
            </a:r>
            <a:br>
              <a:rPr lang="en-US"/>
            </a:br>
            <a:r>
              <a:rPr lang="en-US"/>
              <a:t>в две или одну строчку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70"/>
          <p:cNvSpPr/>
          <p:nvPr/>
        </p:nvSpPr>
        <p:spPr>
          <a:xfrm>
            <a:off x="285748" y="276524"/>
            <a:ext cx="8572456" cy="3995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70"/>
          <p:cNvSpPr/>
          <p:nvPr/>
        </p:nvSpPr>
        <p:spPr>
          <a:xfrm>
            <a:off x="285748" y="276524"/>
            <a:ext cx="8572456" cy="685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70"/>
          <p:cNvSpPr/>
          <p:nvPr/>
        </p:nvSpPr>
        <p:spPr>
          <a:xfrm>
            <a:off x="285749" y="1405089"/>
            <a:ext cx="8568242" cy="28666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70"/>
          <p:cNvSpPr/>
          <p:nvPr/>
        </p:nvSpPr>
        <p:spPr>
          <a:xfrm>
            <a:off x="285749" y="1405089"/>
            <a:ext cx="1562278" cy="28666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2" name="Google Shape;1142;p70"/>
          <p:cNvSpPr/>
          <p:nvPr/>
        </p:nvSpPr>
        <p:spPr>
          <a:xfrm>
            <a:off x="428809" y="2962224"/>
            <a:ext cx="1183229" cy="385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70"/>
          <p:cNvSpPr/>
          <p:nvPr/>
        </p:nvSpPr>
        <p:spPr>
          <a:xfrm>
            <a:off x="2033763" y="1405089"/>
            <a:ext cx="1566854" cy="28666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4" name="Google Shape;1144;p70"/>
          <p:cNvSpPr/>
          <p:nvPr/>
        </p:nvSpPr>
        <p:spPr>
          <a:xfrm>
            <a:off x="2176823" y="2962224"/>
            <a:ext cx="1271581" cy="385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p70"/>
          <p:cNvSpPr/>
          <p:nvPr/>
        </p:nvSpPr>
        <p:spPr>
          <a:xfrm>
            <a:off x="3786354" y="1405089"/>
            <a:ext cx="1562273" cy="28666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6" name="Google Shape;1146;p70"/>
          <p:cNvSpPr/>
          <p:nvPr/>
        </p:nvSpPr>
        <p:spPr>
          <a:xfrm>
            <a:off x="3924652" y="3005081"/>
            <a:ext cx="1271581" cy="385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70"/>
          <p:cNvSpPr/>
          <p:nvPr/>
        </p:nvSpPr>
        <p:spPr>
          <a:xfrm>
            <a:off x="5534368" y="1405089"/>
            <a:ext cx="1571617" cy="28666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p70"/>
          <p:cNvSpPr/>
          <p:nvPr/>
        </p:nvSpPr>
        <p:spPr>
          <a:xfrm>
            <a:off x="5681633" y="3005081"/>
            <a:ext cx="1271581" cy="385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9" name="Google Shape;1149;p70"/>
          <p:cNvSpPr/>
          <p:nvPr/>
        </p:nvSpPr>
        <p:spPr>
          <a:xfrm>
            <a:off x="7291722" y="1405089"/>
            <a:ext cx="1562273" cy="28666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0" name="Google Shape;1150;p70"/>
          <p:cNvSpPr/>
          <p:nvPr/>
        </p:nvSpPr>
        <p:spPr>
          <a:xfrm>
            <a:off x="7438987" y="3005081"/>
            <a:ext cx="1271581" cy="385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p70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</a:t>
            </a:r>
            <a:br>
              <a:rPr lang="en-US"/>
            </a:br>
            <a:r>
              <a:rPr lang="en-US"/>
              <a:t>в две или одну строчку</a:t>
            </a:r>
            <a:endParaRPr/>
          </a:p>
        </p:txBody>
      </p:sp>
      <p:sp>
        <p:nvSpPr>
          <p:cNvPr id="1152" name="Google Shape;1152;p70"/>
          <p:cNvSpPr/>
          <p:nvPr/>
        </p:nvSpPr>
        <p:spPr>
          <a:xfrm>
            <a:off x="428809" y="3000069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18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11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70"/>
          <p:cNvSpPr/>
          <p:nvPr/>
        </p:nvSpPr>
        <p:spPr>
          <a:xfrm>
            <a:off x="428809" y="3183310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p70"/>
          <p:cNvSpPr/>
          <p:nvPr/>
        </p:nvSpPr>
        <p:spPr>
          <a:xfrm>
            <a:off x="2176823" y="2967279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18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11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70"/>
          <p:cNvSpPr/>
          <p:nvPr/>
        </p:nvSpPr>
        <p:spPr>
          <a:xfrm>
            <a:off x="2176823" y="3150520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70"/>
          <p:cNvSpPr/>
          <p:nvPr/>
        </p:nvSpPr>
        <p:spPr>
          <a:xfrm>
            <a:off x="3973885" y="2963600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18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11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70"/>
          <p:cNvSpPr/>
          <p:nvPr/>
        </p:nvSpPr>
        <p:spPr>
          <a:xfrm>
            <a:off x="3973885" y="3146841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8" name="Google Shape;1158;p70"/>
          <p:cNvSpPr/>
          <p:nvPr/>
        </p:nvSpPr>
        <p:spPr>
          <a:xfrm>
            <a:off x="5676665" y="3002109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18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11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p70"/>
          <p:cNvSpPr/>
          <p:nvPr/>
        </p:nvSpPr>
        <p:spPr>
          <a:xfrm>
            <a:off x="5676665" y="3185350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70"/>
          <p:cNvSpPr/>
          <p:nvPr/>
        </p:nvSpPr>
        <p:spPr>
          <a:xfrm>
            <a:off x="7421293" y="2998074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18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11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p70"/>
          <p:cNvSpPr/>
          <p:nvPr/>
        </p:nvSpPr>
        <p:spPr>
          <a:xfrm>
            <a:off x="7421293" y="3181315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71"/>
          <p:cNvSpPr/>
          <p:nvPr/>
        </p:nvSpPr>
        <p:spPr>
          <a:xfrm>
            <a:off x="476248" y="409856"/>
            <a:ext cx="2781285" cy="771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p71"/>
          <p:cNvSpPr/>
          <p:nvPr/>
        </p:nvSpPr>
        <p:spPr>
          <a:xfrm>
            <a:off x="476248" y="4114599"/>
            <a:ext cx="3752830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p71"/>
          <p:cNvSpPr/>
          <p:nvPr/>
        </p:nvSpPr>
        <p:spPr>
          <a:xfrm>
            <a:off x="476248" y="4114599"/>
            <a:ext cx="680431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p71"/>
          <p:cNvSpPr/>
          <p:nvPr/>
        </p:nvSpPr>
        <p:spPr>
          <a:xfrm>
            <a:off x="462754" y="4101108"/>
            <a:ext cx="517522" cy="2174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45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38" u="sng" cap="none" strike="noStrike">
                <a:solidFill>
                  <a:schemeClr val="hlink"/>
                </a:solidFill>
                <a:latin typeface="Play"/>
                <a:ea typeface="Play"/>
                <a:cs typeface="Play"/>
                <a:sym typeface="Play"/>
                <a:hlinkClick r:id="rId3"/>
              </a:rPr>
              <a:t>Перейти</a:t>
            </a:r>
            <a:endParaRPr b="0" i="0" sz="6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1171" name="Google Shape;1171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1030" y="4142026"/>
            <a:ext cx="135640" cy="1356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172" name="Google Shape;1172;p7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7454" y="4187232"/>
            <a:ext cx="28259" cy="45207"/>
          </a:xfrm>
          <a:prstGeom prst="rect">
            <a:avLst/>
          </a:prstGeom>
          <a:noFill/>
          <a:ln>
            <a:noFill/>
          </a:ln>
        </p:spPr>
      </p:pic>
      <p:sp>
        <p:nvSpPr>
          <p:cNvPr id="1173" name="Google Shape;1173;p71"/>
          <p:cNvSpPr/>
          <p:nvPr/>
        </p:nvSpPr>
        <p:spPr>
          <a:xfrm>
            <a:off x="476248" y="2547941"/>
            <a:ext cx="3938567" cy="223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3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3Д-иллюстрации</a:t>
            </a:r>
            <a:endParaRPr b="0" i="0" sz="10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71"/>
          <p:cNvSpPr/>
          <p:nvPr/>
        </p:nvSpPr>
        <p:spPr>
          <a:xfrm>
            <a:off x="4752950" y="2547941"/>
            <a:ext cx="1771641" cy="585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3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Пример партнёрского лендинга</a:t>
            </a:r>
            <a:endParaRPr b="0" i="0" sz="10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5" name="Google Shape;1175;p71"/>
          <p:cNvSpPr/>
          <p:nvPr/>
        </p:nvSpPr>
        <p:spPr>
          <a:xfrm>
            <a:off x="4752951" y="4114599"/>
            <a:ext cx="680431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6" name="Google Shape;1176;p71"/>
          <p:cNvSpPr/>
          <p:nvPr/>
        </p:nvSpPr>
        <p:spPr>
          <a:xfrm>
            <a:off x="4752951" y="4114599"/>
            <a:ext cx="680431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7" name="Google Shape;1177;p71"/>
          <p:cNvSpPr/>
          <p:nvPr/>
        </p:nvSpPr>
        <p:spPr>
          <a:xfrm>
            <a:off x="4739457" y="4101108"/>
            <a:ext cx="517522" cy="2174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45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38" u="sng" cap="none" strike="noStrike">
                <a:solidFill>
                  <a:schemeClr val="hlink"/>
                </a:solidFill>
                <a:latin typeface="Play"/>
                <a:ea typeface="Play"/>
                <a:cs typeface="Play"/>
                <a:sym typeface="Play"/>
                <a:hlinkClick r:id="rId6"/>
              </a:rPr>
              <a:t>Перейти</a:t>
            </a:r>
            <a:endParaRPr b="0" i="0" sz="6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1178" name="Google Shape;1178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97733" y="4142026"/>
            <a:ext cx="135640" cy="1356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179" name="Google Shape;1179;p7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54157" y="4187232"/>
            <a:ext cx="28259" cy="45207"/>
          </a:xfrm>
          <a:prstGeom prst="rect">
            <a:avLst/>
          </a:prstGeom>
          <a:noFill/>
          <a:ln>
            <a:noFill/>
          </a:ln>
        </p:spPr>
      </p:pic>
      <p:sp>
        <p:nvSpPr>
          <p:cNvPr id="1180" name="Google Shape;1180;p71"/>
          <p:cNvSpPr/>
          <p:nvPr/>
        </p:nvSpPr>
        <p:spPr>
          <a:xfrm>
            <a:off x="6862727" y="2547940"/>
            <a:ext cx="1771641" cy="404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3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Объёмные иконки сервисов</a:t>
            </a:r>
            <a:endParaRPr b="0" i="0" sz="10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1" name="Google Shape;1181;p71"/>
          <p:cNvSpPr/>
          <p:nvPr/>
        </p:nvSpPr>
        <p:spPr>
          <a:xfrm>
            <a:off x="6862727" y="4114599"/>
            <a:ext cx="680431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71"/>
          <p:cNvSpPr/>
          <p:nvPr/>
        </p:nvSpPr>
        <p:spPr>
          <a:xfrm>
            <a:off x="6862727" y="4114599"/>
            <a:ext cx="680431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71"/>
          <p:cNvSpPr/>
          <p:nvPr/>
        </p:nvSpPr>
        <p:spPr>
          <a:xfrm>
            <a:off x="6849234" y="4101108"/>
            <a:ext cx="517522" cy="2174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45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38" u="sng" cap="none" strike="noStrike">
                <a:solidFill>
                  <a:schemeClr val="hlink"/>
                </a:solidFill>
                <a:latin typeface="Play"/>
                <a:ea typeface="Play"/>
                <a:cs typeface="Play"/>
                <a:sym typeface="Play"/>
                <a:hlinkClick r:id="rId7"/>
              </a:rPr>
              <a:t>Перейти</a:t>
            </a:r>
            <a:endParaRPr b="0" i="0" sz="6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1184" name="Google Shape;1184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07509" y="4142026"/>
            <a:ext cx="135640" cy="1356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185" name="Google Shape;1185;p7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63933" y="4187232"/>
            <a:ext cx="28259" cy="45207"/>
          </a:xfrm>
          <a:prstGeom prst="rect">
            <a:avLst/>
          </a:prstGeom>
          <a:noFill/>
          <a:ln>
            <a:noFill/>
          </a:ln>
        </p:spPr>
      </p:pic>
      <p:sp>
        <p:nvSpPr>
          <p:cNvPr id="1186" name="Google Shape;1186;p71"/>
          <p:cNvSpPr/>
          <p:nvPr/>
        </p:nvSpPr>
        <p:spPr>
          <a:xfrm>
            <a:off x="4752950" y="409856"/>
            <a:ext cx="1771641" cy="404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3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Интерфейсные иллюстрации</a:t>
            </a:r>
            <a:endParaRPr b="0" i="0" sz="10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7" name="Google Shape;1187;p71"/>
          <p:cNvSpPr/>
          <p:nvPr/>
        </p:nvSpPr>
        <p:spPr>
          <a:xfrm>
            <a:off x="4752951" y="1976515"/>
            <a:ext cx="680431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8" name="Google Shape;1188;p71"/>
          <p:cNvSpPr/>
          <p:nvPr/>
        </p:nvSpPr>
        <p:spPr>
          <a:xfrm>
            <a:off x="4752951" y="1976515"/>
            <a:ext cx="680431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71"/>
          <p:cNvSpPr/>
          <p:nvPr/>
        </p:nvSpPr>
        <p:spPr>
          <a:xfrm>
            <a:off x="4739457" y="1963023"/>
            <a:ext cx="517522" cy="2174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45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38" u="sng" cap="none" strike="noStrike">
                <a:solidFill>
                  <a:schemeClr val="hlink"/>
                </a:solidFill>
                <a:latin typeface="Play"/>
                <a:ea typeface="Play"/>
                <a:cs typeface="Play"/>
                <a:sym typeface="Play"/>
                <a:hlinkClick r:id="rId8"/>
              </a:rPr>
              <a:t>Перейти</a:t>
            </a:r>
            <a:endParaRPr b="0" i="0" sz="6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1190" name="Google Shape;1190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97733" y="2003941"/>
            <a:ext cx="135640" cy="1356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191" name="Google Shape;1191;p7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54157" y="2049148"/>
            <a:ext cx="28259" cy="45208"/>
          </a:xfrm>
          <a:prstGeom prst="rect">
            <a:avLst/>
          </a:prstGeom>
          <a:noFill/>
          <a:ln>
            <a:noFill/>
          </a:ln>
        </p:spPr>
      </p:pic>
      <p:sp>
        <p:nvSpPr>
          <p:cNvPr id="1192" name="Google Shape;1192;p71"/>
          <p:cNvSpPr/>
          <p:nvPr/>
        </p:nvSpPr>
        <p:spPr>
          <a:xfrm>
            <a:off x="6862727" y="409857"/>
            <a:ext cx="1771641" cy="223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3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Шрифт</a:t>
            </a:r>
            <a:endParaRPr b="0" i="0" sz="10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3" name="Google Shape;1193;p71"/>
          <p:cNvSpPr/>
          <p:nvPr/>
        </p:nvSpPr>
        <p:spPr>
          <a:xfrm>
            <a:off x="6862727" y="1976515"/>
            <a:ext cx="680431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4" name="Google Shape;1194;p71"/>
          <p:cNvSpPr/>
          <p:nvPr/>
        </p:nvSpPr>
        <p:spPr>
          <a:xfrm>
            <a:off x="6862727" y="1976515"/>
            <a:ext cx="680431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5" name="Google Shape;1195;p71"/>
          <p:cNvSpPr/>
          <p:nvPr/>
        </p:nvSpPr>
        <p:spPr>
          <a:xfrm>
            <a:off x="6849234" y="1963023"/>
            <a:ext cx="517522" cy="2174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45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38" u="sng" cap="none" strike="noStrike">
                <a:solidFill>
                  <a:schemeClr val="hlink"/>
                </a:solidFill>
                <a:latin typeface="Play"/>
                <a:ea typeface="Play"/>
                <a:cs typeface="Play"/>
                <a:sym typeface="Play"/>
                <a:hlinkClick r:id="rId9"/>
              </a:rPr>
              <a:t>Перейти</a:t>
            </a:r>
            <a:endParaRPr b="0" i="0" sz="6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1196" name="Google Shape;1196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07509" y="2003941"/>
            <a:ext cx="135640" cy="1356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197" name="Google Shape;1197;p7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63933" y="2049148"/>
            <a:ext cx="28259" cy="45208"/>
          </a:xfrm>
          <a:prstGeom prst="rect">
            <a:avLst/>
          </a:prstGeom>
          <a:noFill/>
          <a:ln>
            <a:noFill/>
          </a:ln>
        </p:spPr>
      </p:pic>
      <p:sp>
        <p:nvSpPr>
          <p:cNvPr id="1198" name="Google Shape;1198;p71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rPr lang="en-US"/>
              <a:t>Заголовок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204" name="Google Shape;1204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7522" y="335"/>
            <a:ext cx="5986431" cy="5142830"/>
          </a:xfrm>
          <a:prstGeom prst="rect">
            <a:avLst/>
          </a:prstGeom>
          <a:noFill/>
          <a:ln>
            <a:noFill/>
          </a:ln>
        </p:spPr>
      </p:pic>
      <p:sp>
        <p:nvSpPr>
          <p:cNvPr id="1205" name="Google Shape;1205;p72"/>
          <p:cNvSpPr/>
          <p:nvPr/>
        </p:nvSpPr>
        <p:spPr>
          <a:xfrm>
            <a:off x="3866535" y="610451"/>
            <a:ext cx="4964880" cy="3964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6" u="none" cap="none" strike="noStrike">
                <a:solidFill>
                  <a:srgbClr val="FFD91D"/>
                </a:solidFill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b="0" i="0" lang="en-US" sz="1406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b="0" i="0" sz="140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6"/>
              </a:spcBef>
              <a:spcAft>
                <a:spcPts val="0"/>
              </a:spcAft>
              <a:buNone/>
            </a:pPr>
            <a:r>
              <a:rPr b="0" i="0" lang="en-US" sz="1406" u="none" cap="none" strike="noStrike">
                <a:solidFill>
                  <a:srgbClr val="FF6C6C"/>
                </a:solidFill>
                <a:latin typeface="Consolas"/>
                <a:ea typeface="Consolas"/>
                <a:cs typeface="Consolas"/>
                <a:sym typeface="Consolas"/>
              </a:rPr>
              <a:t>    padding</a:t>
            </a:r>
            <a:r>
              <a:rPr b="0" i="0" lang="en-US" sz="1406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1406" u="none" cap="none" strike="noStrike">
                <a:solidFill>
                  <a:srgbClr val="FF950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406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40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6"/>
              </a:spcBef>
              <a:spcAft>
                <a:spcPts val="0"/>
              </a:spcAft>
              <a:buNone/>
            </a:pPr>
            <a:r>
              <a:rPr b="0" i="0" lang="en-US" sz="1406" u="none" cap="none" strike="noStrike">
                <a:solidFill>
                  <a:srgbClr val="FF6C6C"/>
                </a:solidFill>
                <a:latin typeface="Consolas"/>
                <a:ea typeface="Consolas"/>
                <a:cs typeface="Consolas"/>
                <a:sym typeface="Consolas"/>
              </a:rPr>
              <a:t>    margin</a:t>
            </a:r>
            <a:r>
              <a:rPr b="0" i="0" lang="en-US" sz="1406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1406" u="none" cap="none" strike="noStrike">
                <a:solidFill>
                  <a:srgbClr val="FF950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406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40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6"/>
              </a:spcBef>
              <a:spcAft>
                <a:spcPts val="0"/>
              </a:spcAft>
              <a:buNone/>
            </a:pPr>
            <a:r>
              <a:rPr b="0" i="0" lang="en-US" sz="1406" u="none" cap="none" strike="noStrike">
                <a:solidFill>
                  <a:srgbClr val="FF6C6C"/>
                </a:solidFill>
                <a:latin typeface="Consolas"/>
                <a:ea typeface="Consolas"/>
                <a:cs typeface="Consolas"/>
                <a:sym typeface="Consolas"/>
              </a:rPr>
              <a:t>    height</a:t>
            </a:r>
            <a:r>
              <a:rPr b="0" i="0" lang="en-US" sz="1406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1406" u="none" cap="none" strike="noStrike">
                <a:solidFill>
                  <a:srgbClr val="FF9500"/>
                </a:solidFill>
                <a:latin typeface="Consolas"/>
                <a:ea typeface="Consolas"/>
                <a:cs typeface="Consolas"/>
                <a:sym typeface="Consolas"/>
              </a:rPr>
              <a:t>100vh</a:t>
            </a:r>
            <a:r>
              <a:rPr b="0" i="0" lang="en-US" sz="1406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40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6"/>
              </a:spcBef>
              <a:spcAft>
                <a:spcPts val="0"/>
              </a:spcAft>
              <a:buNone/>
            </a:pPr>
            <a:r>
              <a:rPr b="0" i="0" lang="en-US" sz="1406" u="none" cap="none" strike="noStrike">
                <a:solidFill>
                  <a:srgbClr val="FF6C6C"/>
                </a:solidFill>
                <a:latin typeface="Consolas"/>
                <a:ea typeface="Consolas"/>
                <a:cs typeface="Consolas"/>
                <a:sym typeface="Consolas"/>
              </a:rPr>
              <a:t>    overflow</a:t>
            </a:r>
            <a:r>
              <a:rPr b="0" i="0" lang="en-US" sz="1406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1406" u="none" cap="none" strike="noStrike">
                <a:solidFill>
                  <a:srgbClr val="FFD91D"/>
                </a:solidFill>
                <a:latin typeface="Consolas"/>
                <a:ea typeface="Consolas"/>
                <a:cs typeface="Consolas"/>
                <a:sym typeface="Consolas"/>
              </a:rPr>
              <a:t>hidden</a:t>
            </a:r>
            <a:r>
              <a:rPr b="0" i="0" lang="en-US" sz="1406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40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6"/>
              </a:spcBef>
              <a:spcAft>
                <a:spcPts val="0"/>
              </a:spcAft>
              <a:buNone/>
            </a:pPr>
            <a:r>
              <a:rPr b="0" i="0" lang="en-US" sz="1406" u="none" cap="none" strike="noStrike">
                <a:solidFill>
                  <a:srgbClr val="FF6C6C"/>
                </a:solidFill>
                <a:latin typeface="Consolas"/>
                <a:ea typeface="Consolas"/>
                <a:cs typeface="Consolas"/>
                <a:sym typeface="Consolas"/>
              </a:rPr>
              <a:t>    font-family</a:t>
            </a:r>
            <a:r>
              <a:rPr b="0" i="0" lang="en-US" sz="1406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: ‘</a:t>
            </a:r>
            <a:r>
              <a:rPr b="0" i="0" lang="en-US" sz="1406" u="none" cap="none" strike="noStrike">
                <a:solidFill>
                  <a:srgbClr val="00D3E6"/>
                </a:solidFill>
                <a:latin typeface="Consolas"/>
                <a:ea typeface="Consolas"/>
                <a:cs typeface="Consolas"/>
                <a:sym typeface="Consolas"/>
              </a:rPr>
              <a:t>MailSans Roman</a:t>
            </a:r>
            <a:r>
              <a:rPr b="0" i="0" lang="en-US" sz="1406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’, </a:t>
            </a:r>
            <a:endParaRPr b="0" i="0" sz="140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6"/>
              </a:spcBef>
              <a:spcAft>
                <a:spcPts val="0"/>
              </a:spcAft>
              <a:buNone/>
            </a:pPr>
            <a:r>
              <a:rPr b="0" i="0" lang="en-US" sz="1406" u="none" cap="none" strike="noStrike">
                <a:solidFill>
                  <a:srgbClr val="FFD91D"/>
                </a:solidFill>
                <a:latin typeface="Consolas"/>
                <a:ea typeface="Consolas"/>
                <a:cs typeface="Consolas"/>
                <a:sym typeface="Consolas"/>
              </a:rPr>
              <a:t>sans-serif</a:t>
            </a:r>
            <a:r>
              <a:rPr b="0" i="0" lang="en-US" sz="1406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40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6"/>
              </a:spcBef>
              <a:spcAft>
                <a:spcPts val="0"/>
              </a:spcAft>
              <a:buNone/>
            </a:pPr>
            <a:r>
              <a:rPr b="0" i="0" lang="en-US" sz="1406" u="none" cap="none" strike="noStrike">
                <a:solidFill>
                  <a:srgbClr val="FF6C6C"/>
                </a:solidFill>
                <a:latin typeface="Consolas"/>
                <a:ea typeface="Consolas"/>
                <a:cs typeface="Consolas"/>
                <a:sym typeface="Consolas"/>
              </a:rPr>
              <a:t>    background</a:t>
            </a:r>
            <a:r>
              <a:rPr b="0" i="0" lang="en-US" sz="1406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endParaRPr b="0" i="0" sz="140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6"/>
              </a:spcBef>
              <a:spcAft>
                <a:spcPts val="0"/>
              </a:spcAft>
              <a:buNone/>
            </a:pPr>
            <a:r>
              <a:rPr b="0" i="0" lang="en-US" sz="1406" u="none" cap="none" strike="noStrike">
                <a:solidFill>
                  <a:srgbClr val="FFD91D"/>
                </a:solidFill>
                <a:latin typeface="Consolas"/>
                <a:ea typeface="Consolas"/>
                <a:cs typeface="Consolas"/>
                <a:sym typeface="Consolas"/>
              </a:rPr>
              <a:t>url</a:t>
            </a:r>
            <a:r>
              <a:rPr b="0" i="0" lang="en-US" sz="1406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406" u="none" cap="none" strike="noStrike">
                <a:solidFill>
                  <a:srgbClr val="00D3E6"/>
                </a:solidFill>
                <a:latin typeface="Consolas"/>
                <a:ea typeface="Consolas"/>
                <a:cs typeface="Consolas"/>
                <a:sym typeface="Consolas"/>
              </a:rPr>
              <a:t>https://github.com/supahfunk/ gradientwaves-svg/blob/master/dist/img/bg-gradient-wave.png?raw=true</a:t>
            </a:r>
            <a:r>
              <a:rPr b="0" i="0" lang="en-US" sz="1406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0" i="0" lang="en-US" sz="1406" u="none" cap="none" strike="noStrike">
                <a:solidFill>
                  <a:srgbClr val="FFD91D"/>
                </a:solidFill>
                <a:latin typeface="Consolas"/>
                <a:ea typeface="Consolas"/>
                <a:cs typeface="Consolas"/>
                <a:sym typeface="Consolas"/>
              </a:rPr>
              <a:t>repeat center</a:t>
            </a:r>
            <a:r>
              <a:rPr b="0" i="0" lang="en-US" sz="1406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/ </a:t>
            </a:r>
            <a:r>
              <a:rPr b="0" i="0" lang="en-US" sz="1406" u="none" cap="none" strike="noStrike">
                <a:solidFill>
                  <a:srgbClr val="FFD91D"/>
                </a:solidFill>
                <a:latin typeface="Consolas"/>
                <a:ea typeface="Consolas"/>
                <a:cs typeface="Consolas"/>
                <a:sym typeface="Consolas"/>
              </a:rPr>
              <a:t>cover</a:t>
            </a:r>
            <a:r>
              <a:rPr b="0" i="0" lang="en-US" sz="1406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40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6"/>
              </a:spcBef>
              <a:spcAft>
                <a:spcPts val="0"/>
              </a:spcAft>
              <a:buNone/>
            </a:pPr>
            <a:r>
              <a:rPr b="0" i="0" lang="en-US" sz="1406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40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6" name="Google Shape;1206;p72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p72"/>
          <p:cNvSpPr txBox="1"/>
          <p:nvPr>
            <p:ph type="title"/>
          </p:nvPr>
        </p:nvSpPr>
        <p:spPr>
          <a:xfrm>
            <a:off x="157504" y="286048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213" name="Google Shape;1213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71756"/>
            <a:ext cx="9143952" cy="37714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4" name="Google Shape;1214;p73"/>
          <p:cNvSpPr/>
          <p:nvPr/>
        </p:nvSpPr>
        <p:spPr>
          <a:xfrm>
            <a:off x="609597" y="1733659"/>
            <a:ext cx="4323784" cy="2685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5" u="none" cap="none" strike="noStrike">
                <a:solidFill>
                  <a:srgbClr val="FFD91D"/>
                </a:solidFill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b="0" i="0" lang="en-US" sz="1225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b="0" i="0" sz="12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53"/>
              </a:spcBef>
              <a:spcAft>
                <a:spcPts val="0"/>
              </a:spcAft>
              <a:buNone/>
            </a:pPr>
            <a:r>
              <a:rPr b="0" i="0" lang="en-US" sz="1225" u="none" cap="none" strike="noStrike">
                <a:solidFill>
                  <a:srgbClr val="FF6C6C"/>
                </a:solidFill>
                <a:latin typeface="Consolas"/>
                <a:ea typeface="Consolas"/>
                <a:cs typeface="Consolas"/>
                <a:sym typeface="Consolas"/>
              </a:rPr>
              <a:t>    padding</a:t>
            </a:r>
            <a:r>
              <a:rPr b="0" i="0" lang="en-US" sz="1225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1225" u="none" cap="none" strike="noStrike">
                <a:solidFill>
                  <a:srgbClr val="FF950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225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2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53"/>
              </a:spcBef>
              <a:spcAft>
                <a:spcPts val="0"/>
              </a:spcAft>
              <a:buNone/>
            </a:pPr>
            <a:r>
              <a:rPr b="0" i="0" lang="en-US" sz="1225" u="none" cap="none" strike="noStrike">
                <a:solidFill>
                  <a:srgbClr val="FF6C6C"/>
                </a:solidFill>
                <a:latin typeface="Consolas"/>
                <a:ea typeface="Consolas"/>
                <a:cs typeface="Consolas"/>
                <a:sym typeface="Consolas"/>
              </a:rPr>
              <a:t>    margin</a:t>
            </a:r>
            <a:r>
              <a:rPr b="0" i="0" lang="en-US" sz="1225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1225" u="none" cap="none" strike="noStrike">
                <a:solidFill>
                  <a:srgbClr val="FF950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225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2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53"/>
              </a:spcBef>
              <a:spcAft>
                <a:spcPts val="0"/>
              </a:spcAft>
              <a:buNone/>
            </a:pPr>
            <a:r>
              <a:rPr b="0" i="0" lang="en-US" sz="1225" u="none" cap="none" strike="noStrike">
                <a:solidFill>
                  <a:srgbClr val="FF6C6C"/>
                </a:solidFill>
                <a:latin typeface="Consolas"/>
                <a:ea typeface="Consolas"/>
                <a:cs typeface="Consolas"/>
                <a:sym typeface="Consolas"/>
              </a:rPr>
              <a:t>    height</a:t>
            </a:r>
            <a:r>
              <a:rPr b="0" i="0" lang="en-US" sz="1225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1225" u="none" cap="none" strike="noStrike">
                <a:solidFill>
                  <a:srgbClr val="FF9500"/>
                </a:solidFill>
                <a:latin typeface="Consolas"/>
                <a:ea typeface="Consolas"/>
                <a:cs typeface="Consolas"/>
                <a:sym typeface="Consolas"/>
              </a:rPr>
              <a:t>100vh</a:t>
            </a:r>
            <a:r>
              <a:rPr b="0" i="0" lang="en-US" sz="1225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2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53"/>
              </a:spcBef>
              <a:spcAft>
                <a:spcPts val="0"/>
              </a:spcAft>
              <a:buNone/>
            </a:pPr>
            <a:r>
              <a:rPr b="0" i="0" lang="en-US" sz="1225" u="none" cap="none" strike="noStrike">
                <a:solidFill>
                  <a:srgbClr val="FF6C6C"/>
                </a:solidFill>
                <a:latin typeface="Consolas"/>
                <a:ea typeface="Consolas"/>
                <a:cs typeface="Consolas"/>
                <a:sym typeface="Consolas"/>
              </a:rPr>
              <a:t>    overflow</a:t>
            </a:r>
            <a:r>
              <a:rPr b="0" i="0" lang="en-US" sz="1225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1225" u="none" cap="none" strike="noStrike">
                <a:solidFill>
                  <a:srgbClr val="FFD91D"/>
                </a:solidFill>
                <a:latin typeface="Consolas"/>
                <a:ea typeface="Consolas"/>
                <a:cs typeface="Consolas"/>
                <a:sym typeface="Consolas"/>
              </a:rPr>
              <a:t>hidden</a:t>
            </a:r>
            <a:r>
              <a:rPr b="0" i="0" lang="en-US" sz="1225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2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53"/>
              </a:spcBef>
              <a:spcAft>
                <a:spcPts val="0"/>
              </a:spcAft>
              <a:buNone/>
            </a:pPr>
            <a:r>
              <a:rPr b="0" i="0" lang="en-US" sz="1225" u="none" cap="none" strike="noStrike">
                <a:solidFill>
                  <a:srgbClr val="FF6C6C"/>
                </a:solidFill>
                <a:latin typeface="Consolas"/>
                <a:ea typeface="Consolas"/>
                <a:cs typeface="Consolas"/>
                <a:sym typeface="Consolas"/>
              </a:rPr>
              <a:t>    font-family</a:t>
            </a:r>
            <a:r>
              <a:rPr b="0" i="0" lang="en-US" sz="1225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: ‘</a:t>
            </a:r>
            <a:r>
              <a:rPr b="0" i="0" lang="en-US" sz="1225" u="none" cap="none" strike="noStrike">
                <a:solidFill>
                  <a:srgbClr val="00D3E6"/>
                </a:solidFill>
                <a:latin typeface="Consolas"/>
                <a:ea typeface="Consolas"/>
                <a:cs typeface="Consolas"/>
                <a:sym typeface="Consolas"/>
              </a:rPr>
              <a:t>MailSans Roman</a:t>
            </a:r>
            <a:r>
              <a:rPr b="0" i="0" lang="en-US" sz="1225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’, </a:t>
            </a:r>
            <a:endParaRPr b="0" i="0" sz="12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53"/>
              </a:spcBef>
              <a:spcAft>
                <a:spcPts val="0"/>
              </a:spcAft>
              <a:buNone/>
            </a:pPr>
            <a:r>
              <a:rPr b="0" i="0" lang="en-US" sz="1225" u="none" cap="none" strike="noStrike">
                <a:solidFill>
                  <a:srgbClr val="FFD91D"/>
                </a:solidFill>
                <a:latin typeface="Consolas"/>
                <a:ea typeface="Consolas"/>
                <a:cs typeface="Consolas"/>
                <a:sym typeface="Consolas"/>
              </a:rPr>
              <a:t>sans-serif</a:t>
            </a:r>
            <a:r>
              <a:rPr b="0" i="0" lang="en-US" sz="1225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2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53"/>
              </a:spcBef>
              <a:spcAft>
                <a:spcPts val="0"/>
              </a:spcAft>
              <a:buNone/>
            </a:pPr>
            <a:r>
              <a:rPr b="0" i="0" lang="en-US" sz="1225" u="none" cap="none" strike="noStrike">
                <a:solidFill>
                  <a:srgbClr val="FF6C6C"/>
                </a:solidFill>
                <a:latin typeface="Consolas"/>
                <a:ea typeface="Consolas"/>
                <a:cs typeface="Consolas"/>
                <a:sym typeface="Consolas"/>
              </a:rPr>
              <a:t>    background</a:t>
            </a:r>
            <a:r>
              <a:rPr b="0" i="0" lang="en-US" sz="1225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endParaRPr b="0" i="0" sz="12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53"/>
              </a:spcBef>
              <a:spcAft>
                <a:spcPts val="0"/>
              </a:spcAft>
              <a:buNone/>
            </a:pPr>
            <a:r>
              <a:rPr b="0" i="0" lang="en-US" sz="1225" u="none" cap="none" strike="noStrike">
                <a:solidFill>
                  <a:srgbClr val="FFD91D"/>
                </a:solidFill>
                <a:latin typeface="Consolas"/>
                <a:ea typeface="Consolas"/>
                <a:cs typeface="Consolas"/>
                <a:sym typeface="Consolas"/>
              </a:rPr>
              <a:t>url</a:t>
            </a:r>
            <a:r>
              <a:rPr b="0" i="0" lang="en-US" sz="1225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225" u="none" cap="none" strike="noStrike">
                <a:solidFill>
                  <a:srgbClr val="00D3E6"/>
                </a:solidFill>
                <a:latin typeface="Consolas"/>
                <a:ea typeface="Consolas"/>
                <a:cs typeface="Consolas"/>
                <a:sym typeface="Consolas"/>
              </a:rPr>
              <a:t>https://github.com/supahfunk/ gradientwaves-svg/blob/master/dist/img/bg-gradient-wave.png?raw=true</a:t>
            </a:r>
            <a:r>
              <a:rPr b="0" i="0" lang="en-US" sz="1225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0" i="0" lang="en-US" sz="1225" u="none" cap="none" strike="noStrike">
                <a:solidFill>
                  <a:srgbClr val="FFD91D"/>
                </a:solidFill>
                <a:latin typeface="Consolas"/>
                <a:ea typeface="Consolas"/>
                <a:cs typeface="Consolas"/>
                <a:sym typeface="Consolas"/>
              </a:rPr>
              <a:t>repeat center</a:t>
            </a:r>
            <a:r>
              <a:rPr b="0" i="0" lang="en-US" sz="1225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/ </a:t>
            </a:r>
            <a:r>
              <a:rPr b="0" i="0" lang="en-US" sz="1225" u="none" cap="none" strike="noStrike">
                <a:solidFill>
                  <a:srgbClr val="FFD91D"/>
                </a:solidFill>
                <a:latin typeface="Consolas"/>
                <a:ea typeface="Consolas"/>
                <a:cs typeface="Consolas"/>
                <a:sym typeface="Consolas"/>
              </a:rPr>
              <a:t>cover</a:t>
            </a:r>
            <a:r>
              <a:rPr b="0" i="0" lang="en-US" sz="1225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2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53"/>
              </a:spcBef>
              <a:spcAft>
                <a:spcPts val="0"/>
              </a:spcAft>
              <a:buNone/>
            </a:pPr>
            <a:r>
              <a:rPr b="0" i="0" lang="en-US" sz="1225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2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5" name="Google Shape;1215;p73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73"/>
          <p:cNvSpPr/>
          <p:nvPr/>
        </p:nvSpPr>
        <p:spPr>
          <a:xfrm>
            <a:off x="285749" y="4714596"/>
            <a:ext cx="462170" cy="142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217" name="Google Shape;1217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49" y="4714596"/>
            <a:ext cx="462170" cy="1428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18" name="Google Shape;1218;p7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87" y="4732937"/>
            <a:ext cx="262715" cy="900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19" name="Google Shape;1219;p7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5749" y="4714596"/>
            <a:ext cx="142874" cy="142856"/>
          </a:xfrm>
          <a:prstGeom prst="rect">
            <a:avLst/>
          </a:prstGeom>
          <a:noFill/>
          <a:ln>
            <a:noFill/>
          </a:ln>
        </p:spPr>
      </p:pic>
      <p:sp>
        <p:nvSpPr>
          <p:cNvPr id="1220" name="Google Shape;1220;p7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 в две или в одну строчку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226" name="Google Shape;1226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917" y="1281280"/>
            <a:ext cx="4786287" cy="3196198"/>
          </a:xfrm>
          <a:prstGeom prst="rect">
            <a:avLst/>
          </a:prstGeom>
          <a:noFill/>
          <a:ln>
            <a:noFill/>
          </a:ln>
        </p:spPr>
      </p:pic>
      <p:sp>
        <p:nvSpPr>
          <p:cNvPr id="1227" name="Google Shape;1227;p74"/>
          <p:cNvSpPr/>
          <p:nvPr/>
        </p:nvSpPr>
        <p:spPr>
          <a:xfrm>
            <a:off x="4291974" y="1501313"/>
            <a:ext cx="4346172" cy="2756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8" name="Google Shape;1228;p74"/>
          <p:cNvSpPr/>
          <p:nvPr/>
        </p:nvSpPr>
        <p:spPr>
          <a:xfrm>
            <a:off x="4291974" y="1501313"/>
            <a:ext cx="4346172" cy="213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9" name="Google Shape;1229;p74"/>
          <p:cNvSpPr/>
          <p:nvPr/>
        </p:nvSpPr>
        <p:spPr>
          <a:xfrm>
            <a:off x="4291974" y="1501313"/>
            <a:ext cx="4346172" cy="206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0" name="Google Shape;1230;p74"/>
          <p:cNvSpPr/>
          <p:nvPr/>
        </p:nvSpPr>
        <p:spPr>
          <a:xfrm>
            <a:off x="4291974" y="1501313"/>
            <a:ext cx="763043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1" name="Google Shape;1231;p74"/>
          <p:cNvSpPr/>
          <p:nvPr/>
        </p:nvSpPr>
        <p:spPr>
          <a:xfrm>
            <a:off x="5841834" y="1501313"/>
            <a:ext cx="829717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Показатель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2" name="Google Shape;1232;p74"/>
          <p:cNvSpPr/>
          <p:nvPr/>
        </p:nvSpPr>
        <p:spPr>
          <a:xfrm>
            <a:off x="7458369" y="1501313"/>
            <a:ext cx="829717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Показатель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3" name="Google Shape;1233;p74"/>
          <p:cNvSpPr/>
          <p:nvPr/>
        </p:nvSpPr>
        <p:spPr>
          <a:xfrm>
            <a:off x="4291974" y="1708166"/>
            <a:ext cx="4346172" cy="6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234" name="Google Shape;1234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8535" y="1704726"/>
            <a:ext cx="4353051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235" name="Google Shape;1235;p74"/>
          <p:cNvSpPr/>
          <p:nvPr/>
        </p:nvSpPr>
        <p:spPr>
          <a:xfrm>
            <a:off x="4291974" y="1715040"/>
            <a:ext cx="4346172" cy="282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6" name="Google Shape;1236;p74"/>
          <p:cNvSpPr/>
          <p:nvPr/>
        </p:nvSpPr>
        <p:spPr>
          <a:xfrm>
            <a:off x="4291974" y="1715040"/>
            <a:ext cx="4346172" cy="275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p74"/>
          <p:cNvSpPr/>
          <p:nvPr/>
        </p:nvSpPr>
        <p:spPr>
          <a:xfrm>
            <a:off x="4291974" y="1783798"/>
            <a:ext cx="434617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8" name="Google Shape;1238;p74"/>
          <p:cNvSpPr/>
          <p:nvPr/>
        </p:nvSpPr>
        <p:spPr>
          <a:xfrm>
            <a:off x="4291974" y="1783799"/>
            <a:ext cx="1578676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812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p74"/>
          <p:cNvSpPr/>
          <p:nvPr/>
        </p:nvSpPr>
        <p:spPr>
          <a:xfrm>
            <a:off x="5836267" y="1783798"/>
            <a:ext cx="164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74"/>
          <p:cNvSpPr/>
          <p:nvPr/>
        </p:nvSpPr>
        <p:spPr>
          <a:xfrm>
            <a:off x="5836267" y="1783798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74"/>
          <p:cNvSpPr/>
          <p:nvPr/>
        </p:nvSpPr>
        <p:spPr>
          <a:xfrm>
            <a:off x="5836267" y="1783799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2" name="Google Shape;1242;p74"/>
          <p:cNvSpPr/>
          <p:nvPr/>
        </p:nvSpPr>
        <p:spPr>
          <a:xfrm>
            <a:off x="7478298" y="1783798"/>
            <a:ext cx="1172880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74"/>
          <p:cNvSpPr/>
          <p:nvPr/>
        </p:nvSpPr>
        <p:spPr>
          <a:xfrm>
            <a:off x="7478298" y="1783798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74"/>
          <p:cNvSpPr/>
          <p:nvPr/>
        </p:nvSpPr>
        <p:spPr>
          <a:xfrm>
            <a:off x="7478298" y="1783799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5" name="Google Shape;1245;p74"/>
          <p:cNvSpPr/>
          <p:nvPr/>
        </p:nvSpPr>
        <p:spPr>
          <a:xfrm>
            <a:off x="4291974" y="1990652"/>
            <a:ext cx="4346172" cy="6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246" name="Google Shape;1246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8535" y="1987211"/>
            <a:ext cx="4353051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247" name="Google Shape;1247;p74"/>
          <p:cNvSpPr/>
          <p:nvPr/>
        </p:nvSpPr>
        <p:spPr>
          <a:xfrm>
            <a:off x="4291974" y="1997535"/>
            <a:ext cx="4346172" cy="282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74"/>
          <p:cNvSpPr/>
          <p:nvPr/>
        </p:nvSpPr>
        <p:spPr>
          <a:xfrm>
            <a:off x="4291974" y="1997535"/>
            <a:ext cx="4346172" cy="275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9" name="Google Shape;1249;p74"/>
          <p:cNvSpPr/>
          <p:nvPr/>
        </p:nvSpPr>
        <p:spPr>
          <a:xfrm>
            <a:off x="4291974" y="2066293"/>
            <a:ext cx="434617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0" name="Google Shape;1250;p74"/>
          <p:cNvSpPr/>
          <p:nvPr/>
        </p:nvSpPr>
        <p:spPr>
          <a:xfrm>
            <a:off x="4291974" y="2066294"/>
            <a:ext cx="1578676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812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p74"/>
          <p:cNvSpPr/>
          <p:nvPr/>
        </p:nvSpPr>
        <p:spPr>
          <a:xfrm>
            <a:off x="5836267" y="2066293"/>
            <a:ext cx="164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2" name="Google Shape;1252;p74"/>
          <p:cNvSpPr/>
          <p:nvPr/>
        </p:nvSpPr>
        <p:spPr>
          <a:xfrm>
            <a:off x="5836267" y="2066293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3" name="Google Shape;1253;p74"/>
          <p:cNvSpPr/>
          <p:nvPr/>
        </p:nvSpPr>
        <p:spPr>
          <a:xfrm>
            <a:off x="5836267" y="2066294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4" name="Google Shape;1254;p74"/>
          <p:cNvSpPr/>
          <p:nvPr/>
        </p:nvSpPr>
        <p:spPr>
          <a:xfrm>
            <a:off x="7478298" y="2066293"/>
            <a:ext cx="1172880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5" name="Google Shape;1255;p74"/>
          <p:cNvSpPr/>
          <p:nvPr/>
        </p:nvSpPr>
        <p:spPr>
          <a:xfrm>
            <a:off x="7478298" y="2066293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6" name="Google Shape;1256;p74"/>
          <p:cNvSpPr/>
          <p:nvPr/>
        </p:nvSpPr>
        <p:spPr>
          <a:xfrm>
            <a:off x="7478298" y="2066294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7" name="Google Shape;1257;p74"/>
          <p:cNvSpPr/>
          <p:nvPr/>
        </p:nvSpPr>
        <p:spPr>
          <a:xfrm>
            <a:off x="4291974" y="2273147"/>
            <a:ext cx="4346172" cy="6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258" name="Google Shape;1258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8535" y="2269706"/>
            <a:ext cx="4353051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259" name="Google Shape;1259;p74"/>
          <p:cNvSpPr/>
          <p:nvPr/>
        </p:nvSpPr>
        <p:spPr>
          <a:xfrm>
            <a:off x="4291974" y="2280020"/>
            <a:ext cx="4346172" cy="282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0" name="Google Shape;1260;p74"/>
          <p:cNvSpPr/>
          <p:nvPr/>
        </p:nvSpPr>
        <p:spPr>
          <a:xfrm>
            <a:off x="4291974" y="2280020"/>
            <a:ext cx="4346172" cy="275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1" name="Google Shape;1261;p74"/>
          <p:cNvSpPr/>
          <p:nvPr/>
        </p:nvSpPr>
        <p:spPr>
          <a:xfrm>
            <a:off x="4291974" y="2348778"/>
            <a:ext cx="434617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2" name="Google Shape;1262;p74"/>
          <p:cNvSpPr/>
          <p:nvPr/>
        </p:nvSpPr>
        <p:spPr>
          <a:xfrm>
            <a:off x="4291974" y="2348779"/>
            <a:ext cx="1578676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812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3" name="Google Shape;1263;p74"/>
          <p:cNvSpPr/>
          <p:nvPr/>
        </p:nvSpPr>
        <p:spPr>
          <a:xfrm>
            <a:off x="5836267" y="2348778"/>
            <a:ext cx="164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4" name="Google Shape;1264;p74"/>
          <p:cNvSpPr/>
          <p:nvPr/>
        </p:nvSpPr>
        <p:spPr>
          <a:xfrm>
            <a:off x="5836267" y="2348778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74"/>
          <p:cNvSpPr/>
          <p:nvPr/>
        </p:nvSpPr>
        <p:spPr>
          <a:xfrm>
            <a:off x="5836267" y="2348779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6" name="Google Shape;1266;p74"/>
          <p:cNvSpPr/>
          <p:nvPr/>
        </p:nvSpPr>
        <p:spPr>
          <a:xfrm>
            <a:off x="7478298" y="2348778"/>
            <a:ext cx="1172880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74"/>
          <p:cNvSpPr/>
          <p:nvPr/>
        </p:nvSpPr>
        <p:spPr>
          <a:xfrm>
            <a:off x="7478298" y="2348778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p74"/>
          <p:cNvSpPr/>
          <p:nvPr/>
        </p:nvSpPr>
        <p:spPr>
          <a:xfrm>
            <a:off x="7478298" y="2348779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9" name="Google Shape;1269;p74"/>
          <p:cNvSpPr/>
          <p:nvPr/>
        </p:nvSpPr>
        <p:spPr>
          <a:xfrm>
            <a:off x="4291974" y="2555632"/>
            <a:ext cx="4346172" cy="6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270" name="Google Shape;1270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8535" y="2552191"/>
            <a:ext cx="4353051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271" name="Google Shape;1271;p74"/>
          <p:cNvSpPr/>
          <p:nvPr/>
        </p:nvSpPr>
        <p:spPr>
          <a:xfrm>
            <a:off x="4291974" y="2562515"/>
            <a:ext cx="4346172" cy="282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2" name="Google Shape;1272;p74"/>
          <p:cNvSpPr/>
          <p:nvPr/>
        </p:nvSpPr>
        <p:spPr>
          <a:xfrm>
            <a:off x="4291974" y="2562515"/>
            <a:ext cx="4346172" cy="275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p74"/>
          <p:cNvSpPr/>
          <p:nvPr/>
        </p:nvSpPr>
        <p:spPr>
          <a:xfrm>
            <a:off x="4291974" y="2631273"/>
            <a:ext cx="434617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4" name="Google Shape;1274;p74"/>
          <p:cNvSpPr/>
          <p:nvPr/>
        </p:nvSpPr>
        <p:spPr>
          <a:xfrm>
            <a:off x="4291974" y="2631274"/>
            <a:ext cx="1578676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812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5" name="Google Shape;1275;p74"/>
          <p:cNvSpPr/>
          <p:nvPr/>
        </p:nvSpPr>
        <p:spPr>
          <a:xfrm>
            <a:off x="5836267" y="2631273"/>
            <a:ext cx="164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6" name="Google Shape;1276;p74"/>
          <p:cNvSpPr/>
          <p:nvPr/>
        </p:nvSpPr>
        <p:spPr>
          <a:xfrm>
            <a:off x="5836267" y="2631273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74"/>
          <p:cNvSpPr/>
          <p:nvPr/>
        </p:nvSpPr>
        <p:spPr>
          <a:xfrm>
            <a:off x="5836267" y="2631274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8" name="Google Shape;1278;p74"/>
          <p:cNvSpPr/>
          <p:nvPr/>
        </p:nvSpPr>
        <p:spPr>
          <a:xfrm>
            <a:off x="7478298" y="2631273"/>
            <a:ext cx="1172880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9" name="Google Shape;1279;p74"/>
          <p:cNvSpPr/>
          <p:nvPr/>
        </p:nvSpPr>
        <p:spPr>
          <a:xfrm>
            <a:off x="7478298" y="2631273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0" name="Google Shape;1280;p74"/>
          <p:cNvSpPr/>
          <p:nvPr/>
        </p:nvSpPr>
        <p:spPr>
          <a:xfrm>
            <a:off x="7478298" y="2631274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1" name="Google Shape;1281;p74"/>
          <p:cNvSpPr/>
          <p:nvPr/>
        </p:nvSpPr>
        <p:spPr>
          <a:xfrm>
            <a:off x="4291974" y="2838127"/>
            <a:ext cx="4346172" cy="6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282" name="Google Shape;1282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8535" y="2834686"/>
            <a:ext cx="4353051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283" name="Google Shape;1283;p74"/>
          <p:cNvSpPr/>
          <p:nvPr/>
        </p:nvSpPr>
        <p:spPr>
          <a:xfrm>
            <a:off x="4291974" y="2845001"/>
            <a:ext cx="4346172" cy="282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p74"/>
          <p:cNvSpPr/>
          <p:nvPr/>
        </p:nvSpPr>
        <p:spPr>
          <a:xfrm>
            <a:off x="4291974" y="2845001"/>
            <a:ext cx="4346172" cy="275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74"/>
          <p:cNvSpPr/>
          <p:nvPr/>
        </p:nvSpPr>
        <p:spPr>
          <a:xfrm>
            <a:off x="4291974" y="2913759"/>
            <a:ext cx="434617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p74"/>
          <p:cNvSpPr/>
          <p:nvPr/>
        </p:nvSpPr>
        <p:spPr>
          <a:xfrm>
            <a:off x="4291974" y="2913759"/>
            <a:ext cx="1578676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812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7" name="Google Shape;1287;p74"/>
          <p:cNvSpPr/>
          <p:nvPr/>
        </p:nvSpPr>
        <p:spPr>
          <a:xfrm>
            <a:off x="5836267" y="2913759"/>
            <a:ext cx="164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8" name="Google Shape;1288;p74"/>
          <p:cNvSpPr/>
          <p:nvPr/>
        </p:nvSpPr>
        <p:spPr>
          <a:xfrm>
            <a:off x="5836267" y="2913759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74"/>
          <p:cNvSpPr/>
          <p:nvPr/>
        </p:nvSpPr>
        <p:spPr>
          <a:xfrm>
            <a:off x="5836267" y="2913759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0" name="Google Shape;1290;p74"/>
          <p:cNvSpPr/>
          <p:nvPr/>
        </p:nvSpPr>
        <p:spPr>
          <a:xfrm>
            <a:off x="7478298" y="2913759"/>
            <a:ext cx="1172880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1" name="Google Shape;1291;p74"/>
          <p:cNvSpPr/>
          <p:nvPr/>
        </p:nvSpPr>
        <p:spPr>
          <a:xfrm>
            <a:off x="7478298" y="2913759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2" name="Google Shape;1292;p74"/>
          <p:cNvSpPr/>
          <p:nvPr/>
        </p:nvSpPr>
        <p:spPr>
          <a:xfrm>
            <a:off x="7478298" y="2913759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3" name="Google Shape;1293;p74"/>
          <p:cNvSpPr/>
          <p:nvPr/>
        </p:nvSpPr>
        <p:spPr>
          <a:xfrm>
            <a:off x="4291974" y="3120612"/>
            <a:ext cx="4346172" cy="6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294" name="Google Shape;1294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8535" y="3117172"/>
            <a:ext cx="4353051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295" name="Google Shape;1295;p74"/>
          <p:cNvSpPr/>
          <p:nvPr/>
        </p:nvSpPr>
        <p:spPr>
          <a:xfrm>
            <a:off x="4291974" y="3127486"/>
            <a:ext cx="4346172" cy="282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74"/>
          <p:cNvSpPr/>
          <p:nvPr/>
        </p:nvSpPr>
        <p:spPr>
          <a:xfrm>
            <a:off x="4291974" y="3127486"/>
            <a:ext cx="4346172" cy="275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7" name="Google Shape;1297;p74"/>
          <p:cNvSpPr/>
          <p:nvPr/>
        </p:nvSpPr>
        <p:spPr>
          <a:xfrm>
            <a:off x="4291974" y="3196244"/>
            <a:ext cx="434617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8" name="Google Shape;1298;p74"/>
          <p:cNvSpPr/>
          <p:nvPr/>
        </p:nvSpPr>
        <p:spPr>
          <a:xfrm>
            <a:off x="4291974" y="3196245"/>
            <a:ext cx="1578676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812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9" name="Google Shape;1299;p74"/>
          <p:cNvSpPr/>
          <p:nvPr/>
        </p:nvSpPr>
        <p:spPr>
          <a:xfrm>
            <a:off x="5836267" y="3196244"/>
            <a:ext cx="164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0" name="Google Shape;1300;p74"/>
          <p:cNvSpPr/>
          <p:nvPr/>
        </p:nvSpPr>
        <p:spPr>
          <a:xfrm>
            <a:off x="5836267" y="3196244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74"/>
          <p:cNvSpPr/>
          <p:nvPr/>
        </p:nvSpPr>
        <p:spPr>
          <a:xfrm>
            <a:off x="5836267" y="3196245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2" name="Google Shape;1302;p74"/>
          <p:cNvSpPr/>
          <p:nvPr/>
        </p:nvSpPr>
        <p:spPr>
          <a:xfrm>
            <a:off x="7478298" y="3196244"/>
            <a:ext cx="1172880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74"/>
          <p:cNvSpPr/>
          <p:nvPr/>
        </p:nvSpPr>
        <p:spPr>
          <a:xfrm>
            <a:off x="7478298" y="3196244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74"/>
          <p:cNvSpPr/>
          <p:nvPr/>
        </p:nvSpPr>
        <p:spPr>
          <a:xfrm>
            <a:off x="7478298" y="3196245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5" name="Google Shape;1305;p74"/>
          <p:cNvSpPr/>
          <p:nvPr/>
        </p:nvSpPr>
        <p:spPr>
          <a:xfrm>
            <a:off x="4291974" y="3403098"/>
            <a:ext cx="4346172" cy="6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306" name="Google Shape;1306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8535" y="3399657"/>
            <a:ext cx="4353051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307" name="Google Shape;1307;p74"/>
          <p:cNvSpPr/>
          <p:nvPr/>
        </p:nvSpPr>
        <p:spPr>
          <a:xfrm>
            <a:off x="4291974" y="3409981"/>
            <a:ext cx="4346172" cy="282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p74"/>
          <p:cNvSpPr/>
          <p:nvPr/>
        </p:nvSpPr>
        <p:spPr>
          <a:xfrm>
            <a:off x="4291974" y="3409981"/>
            <a:ext cx="4346172" cy="275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9" name="Google Shape;1309;p74"/>
          <p:cNvSpPr/>
          <p:nvPr/>
        </p:nvSpPr>
        <p:spPr>
          <a:xfrm>
            <a:off x="4291974" y="3478739"/>
            <a:ext cx="434617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0" name="Google Shape;1310;p74"/>
          <p:cNvSpPr/>
          <p:nvPr/>
        </p:nvSpPr>
        <p:spPr>
          <a:xfrm>
            <a:off x="4291974" y="3478740"/>
            <a:ext cx="1578676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812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1" name="Google Shape;1311;p74"/>
          <p:cNvSpPr/>
          <p:nvPr/>
        </p:nvSpPr>
        <p:spPr>
          <a:xfrm>
            <a:off x="5836267" y="3478739"/>
            <a:ext cx="164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2" name="Google Shape;1312;p74"/>
          <p:cNvSpPr/>
          <p:nvPr/>
        </p:nvSpPr>
        <p:spPr>
          <a:xfrm>
            <a:off x="5836267" y="3478739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3" name="Google Shape;1313;p74"/>
          <p:cNvSpPr/>
          <p:nvPr/>
        </p:nvSpPr>
        <p:spPr>
          <a:xfrm>
            <a:off x="5836267" y="3478740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4" name="Google Shape;1314;p74"/>
          <p:cNvSpPr/>
          <p:nvPr/>
        </p:nvSpPr>
        <p:spPr>
          <a:xfrm>
            <a:off x="7478298" y="3478739"/>
            <a:ext cx="1172880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p74"/>
          <p:cNvSpPr/>
          <p:nvPr/>
        </p:nvSpPr>
        <p:spPr>
          <a:xfrm>
            <a:off x="7478298" y="3478739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6" name="Google Shape;1316;p74"/>
          <p:cNvSpPr/>
          <p:nvPr/>
        </p:nvSpPr>
        <p:spPr>
          <a:xfrm>
            <a:off x="7478298" y="3478740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7" name="Google Shape;1317;p74"/>
          <p:cNvSpPr/>
          <p:nvPr/>
        </p:nvSpPr>
        <p:spPr>
          <a:xfrm>
            <a:off x="4291974" y="3685593"/>
            <a:ext cx="4346172" cy="6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318" name="Google Shape;1318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8535" y="3682152"/>
            <a:ext cx="4353051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319" name="Google Shape;1319;p74"/>
          <p:cNvSpPr/>
          <p:nvPr/>
        </p:nvSpPr>
        <p:spPr>
          <a:xfrm>
            <a:off x="4291974" y="3692466"/>
            <a:ext cx="4346172" cy="282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0" name="Google Shape;1320;p74"/>
          <p:cNvSpPr/>
          <p:nvPr/>
        </p:nvSpPr>
        <p:spPr>
          <a:xfrm>
            <a:off x="4291974" y="3692466"/>
            <a:ext cx="4346172" cy="275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1" name="Google Shape;1321;p74"/>
          <p:cNvSpPr/>
          <p:nvPr/>
        </p:nvSpPr>
        <p:spPr>
          <a:xfrm>
            <a:off x="4291974" y="3761225"/>
            <a:ext cx="434617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2" name="Google Shape;1322;p74"/>
          <p:cNvSpPr/>
          <p:nvPr/>
        </p:nvSpPr>
        <p:spPr>
          <a:xfrm>
            <a:off x="4291974" y="3761225"/>
            <a:ext cx="1578676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812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3" name="Google Shape;1323;p74"/>
          <p:cNvSpPr/>
          <p:nvPr/>
        </p:nvSpPr>
        <p:spPr>
          <a:xfrm>
            <a:off x="5836267" y="3761225"/>
            <a:ext cx="164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4" name="Google Shape;1324;p74"/>
          <p:cNvSpPr/>
          <p:nvPr/>
        </p:nvSpPr>
        <p:spPr>
          <a:xfrm>
            <a:off x="5836267" y="3761225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p74"/>
          <p:cNvSpPr/>
          <p:nvPr/>
        </p:nvSpPr>
        <p:spPr>
          <a:xfrm>
            <a:off x="5836267" y="3761225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6" name="Google Shape;1326;p74"/>
          <p:cNvSpPr/>
          <p:nvPr/>
        </p:nvSpPr>
        <p:spPr>
          <a:xfrm>
            <a:off x="7478298" y="3761225"/>
            <a:ext cx="1172880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7" name="Google Shape;1327;p74"/>
          <p:cNvSpPr/>
          <p:nvPr/>
        </p:nvSpPr>
        <p:spPr>
          <a:xfrm>
            <a:off x="7478298" y="3761225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8" name="Google Shape;1328;p74"/>
          <p:cNvSpPr/>
          <p:nvPr/>
        </p:nvSpPr>
        <p:spPr>
          <a:xfrm>
            <a:off x="7478298" y="3761225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9" name="Google Shape;1329;p74"/>
          <p:cNvSpPr/>
          <p:nvPr/>
        </p:nvSpPr>
        <p:spPr>
          <a:xfrm>
            <a:off x="4291974" y="3968078"/>
            <a:ext cx="4346172" cy="6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330" name="Google Shape;1330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8535" y="3964637"/>
            <a:ext cx="4353051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331" name="Google Shape;1331;p74"/>
          <p:cNvSpPr/>
          <p:nvPr/>
        </p:nvSpPr>
        <p:spPr>
          <a:xfrm>
            <a:off x="4291974" y="3974961"/>
            <a:ext cx="4346172" cy="282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2" name="Google Shape;1332;p74"/>
          <p:cNvSpPr/>
          <p:nvPr/>
        </p:nvSpPr>
        <p:spPr>
          <a:xfrm>
            <a:off x="4291974" y="3974961"/>
            <a:ext cx="4346172" cy="275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3" name="Google Shape;1333;p74"/>
          <p:cNvSpPr/>
          <p:nvPr/>
        </p:nvSpPr>
        <p:spPr>
          <a:xfrm>
            <a:off x="4291974" y="4043719"/>
            <a:ext cx="434617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74"/>
          <p:cNvSpPr/>
          <p:nvPr/>
        </p:nvSpPr>
        <p:spPr>
          <a:xfrm>
            <a:off x="4291974" y="4043720"/>
            <a:ext cx="1578676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812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5" name="Google Shape;1335;p74"/>
          <p:cNvSpPr/>
          <p:nvPr/>
        </p:nvSpPr>
        <p:spPr>
          <a:xfrm>
            <a:off x="5836267" y="4043719"/>
            <a:ext cx="164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74"/>
          <p:cNvSpPr/>
          <p:nvPr/>
        </p:nvSpPr>
        <p:spPr>
          <a:xfrm>
            <a:off x="5836267" y="4043719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74"/>
          <p:cNvSpPr/>
          <p:nvPr/>
        </p:nvSpPr>
        <p:spPr>
          <a:xfrm>
            <a:off x="5836267" y="4043720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8" name="Google Shape;1338;p74"/>
          <p:cNvSpPr/>
          <p:nvPr/>
        </p:nvSpPr>
        <p:spPr>
          <a:xfrm>
            <a:off x="7478298" y="4043719"/>
            <a:ext cx="1172880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74"/>
          <p:cNvSpPr/>
          <p:nvPr/>
        </p:nvSpPr>
        <p:spPr>
          <a:xfrm>
            <a:off x="7478298" y="4043719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0" name="Google Shape;1340;p74"/>
          <p:cNvSpPr/>
          <p:nvPr/>
        </p:nvSpPr>
        <p:spPr>
          <a:xfrm>
            <a:off x="7478298" y="4043720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1" name="Google Shape;1341;p74"/>
          <p:cNvSpPr/>
          <p:nvPr/>
        </p:nvSpPr>
        <p:spPr>
          <a:xfrm>
            <a:off x="4291974" y="4250573"/>
            <a:ext cx="4346172" cy="6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342" name="Google Shape;1342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8535" y="4247132"/>
            <a:ext cx="4353051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343" name="Google Shape;1343;p74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17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>
                <a:latin typeface="Play"/>
                <a:ea typeface="Play"/>
                <a:cs typeface="Play"/>
                <a:sym typeface="Play"/>
              </a:rPr>
              <a:t>Заголовок в две или в одну строчку</a:t>
            </a:r>
            <a:endParaRPr/>
          </a:p>
        </p:txBody>
      </p:sp>
      <p:sp>
        <p:nvSpPr>
          <p:cNvPr id="1344" name="Google Shape;1344;p74"/>
          <p:cNvSpPr txBox="1"/>
          <p:nvPr/>
        </p:nvSpPr>
        <p:spPr>
          <a:xfrm>
            <a:off x="167082" y="1795836"/>
            <a:ext cx="3891803" cy="14004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27927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600"/>
              <a:buFont typeface="Play"/>
              <a:buNone/>
            </a:pPr>
            <a:r>
              <a:rPr b="1" i="0" lang="en-US" sz="96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91%</a:t>
            </a:r>
            <a:endParaRPr b="1" i="0" sz="9600" u="none" cap="none" strike="noStrike">
              <a:solidFill>
                <a:schemeClr val="accen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345" name="Google Shape;1345;p74"/>
          <p:cNvSpPr txBox="1"/>
          <p:nvPr/>
        </p:nvSpPr>
        <p:spPr>
          <a:xfrm>
            <a:off x="285797" y="3109756"/>
            <a:ext cx="3239724" cy="327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Описание показателя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p75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>
                <a:latin typeface="Play"/>
                <a:ea typeface="Play"/>
                <a:cs typeface="Play"/>
                <a:sym typeface="Play"/>
              </a:rPr>
              <a:t>Заголовок в две или в одну строчку</a:t>
            </a:r>
            <a:endParaRPr/>
          </a:p>
        </p:txBody>
      </p:sp>
      <p:sp>
        <p:nvSpPr>
          <p:cNvPr id="1352" name="Google Shape;1352;p75"/>
          <p:cNvSpPr txBox="1"/>
          <p:nvPr/>
        </p:nvSpPr>
        <p:spPr>
          <a:xfrm>
            <a:off x="181435" y="1091781"/>
            <a:ext cx="4107105" cy="327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/>
          </a:p>
        </p:txBody>
      </p:sp>
      <p:pic>
        <p:nvPicPr>
          <p:cNvPr descr=" " id="1353" name="Google Shape;1353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917" y="1281280"/>
            <a:ext cx="4786287" cy="3196198"/>
          </a:xfrm>
          <a:prstGeom prst="rect">
            <a:avLst/>
          </a:prstGeom>
          <a:noFill/>
          <a:ln>
            <a:noFill/>
          </a:ln>
        </p:spPr>
      </p:pic>
      <p:sp>
        <p:nvSpPr>
          <p:cNvPr id="1354" name="Google Shape;1354;p75"/>
          <p:cNvSpPr/>
          <p:nvPr/>
        </p:nvSpPr>
        <p:spPr>
          <a:xfrm>
            <a:off x="4291974" y="1501313"/>
            <a:ext cx="4346172" cy="2756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5" name="Google Shape;1355;p75"/>
          <p:cNvSpPr/>
          <p:nvPr/>
        </p:nvSpPr>
        <p:spPr>
          <a:xfrm>
            <a:off x="4291974" y="1501313"/>
            <a:ext cx="4346172" cy="213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6" name="Google Shape;1356;p75"/>
          <p:cNvSpPr/>
          <p:nvPr/>
        </p:nvSpPr>
        <p:spPr>
          <a:xfrm>
            <a:off x="4291974" y="1501313"/>
            <a:ext cx="4346172" cy="206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7" name="Google Shape;1357;p75"/>
          <p:cNvSpPr/>
          <p:nvPr/>
        </p:nvSpPr>
        <p:spPr>
          <a:xfrm>
            <a:off x="4291974" y="1501313"/>
            <a:ext cx="763043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8" name="Google Shape;1358;p75"/>
          <p:cNvSpPr/>
          <p:nvPr/>
        </p:nvSpPr>
        <p:spPr>
          <a:xfrm>
            <a:off x="5841834" y="1501313"/>
            <a:ext cx="829717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Показатель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9" name="Google Shape;1359;p75"/>
          <p:cNvSpPr/>
          <p:nvPr/>
        </p:nvSpPr>
        <p:spPr>
          <a:xfrm>
            <a:off x="7458369" y="1501313"/>
            <a:ext cx="829717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Показатель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0" name="Google Shape;1360;p75"/>
          <p:cNvSpPr/>
          <p:nvPr/>
        </p:nvSpPr>
        <p:spPr>
          <a:xfrm>
            <a:off x="4291974" y="1708166"/>
            <a:ext cx="4346172" cy="6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361" name="Google Shape;1361;p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8535" y="1704726"/>
            <a:ext cx="4353051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362" name="Google Shape;1362;p75"/>
          <p:cNvSpPr/>
          <p:nvPr/>
        </p:nvSpPr>
        <p:spPr>
          <a:xfrm>
            <a:off x="4291974" y="1715040"/>
            <a:ext cx="4346172" cy="282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3" name="Google Shape;1363;p75"/>
          <p:cNvSpPr/>
          <p:nvPr/>
        </p:nvSpPr>
        <p:spPr>
          <a:xfrm>
            <a:off x="4291974" y="1715040"/>
            <a:ext cx="4346172" cy="275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4" name="Google Shape;1364;p75"/>
          <p:cNvSpPr/>
          <p:nvPr/>
        </p:nvSpPr>
        <p:spPr>
          <a:xfrm>
            <a:off x="4291974" y="1783798"/>
            <a:ext cx="434617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5" name="Google Shape;1365;p75"/>
          <p:cNvSpPr/>
          <p:nvPr/>
        </p:nvSpPr>
        <p:spPr>
          <a:xfrm>
            <a:off x="4291974" y="1783799"/>
            <a:ext cx="1578676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812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6" name="Google Shape;1366;p75"/>
          <p:cNvSpPr/>
          <p:nvPr/>
        </p:nvSpPr>
        <p:spPr>
          <a:xfrm>
            <a:off x="5836267" y="1783798"/>
            <a:ext cx="164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7" name="Google Shape;1367;p75"/>
          <p:cNvSpPr/>
          <p:nvPr/>
        </p:nvSpPr>
        <p:spPr>
          <a:xfrm>
            <a:off x="5836267" y="1783798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8" name="Google Shape;1368;p75"/>
          <p:cNvSpPr/>
          <p:nvPr/>
        </p:nvSpPr>
        <p:spPr>
          <a:xfrm>
            <a:off x="5836267" y="1783799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9" name="Google Shape;1369;p75"/>
          <p:cNvSpPr/>
          <p:nvPr/>
        </p:nvSpPr>
        <p:spPr>
          <a:xfrm>
            <a:off x="7478298" y="1783798"/>
            <a:ext cx="1172880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75"/>
          <p:cNvSpPr/>
          <p:nvPr/>
        </p:nvSpPr>
        <p:spPr>
          <a:xfrm>
            <a:off x="7478298" y="1783798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75"/>
          <p:cNvSpPr/>
          <p:nvPr/>
        </p:nvSpPr>
        <p:spPr>
          <a:xfrm>
            <a:off x="7478298" y="1783799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2" name="Google Shape;1372;p75"/>
          <p:cNvSpPr/>
          <p:nvPr/>
        </p:nvSpPr>
        <p:spPr>
          <a:xfrm>
            <a:off x="4291974" y="1990652"/>
            <a:ext cx="4346172" cy="6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373" name="Google Shape;1373;p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8535" y="1987211"/>
            <a:ext cx="4353051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374" name="Google Shape;1374;p75"/>
          <p:cNvSpPr/>
          <p:nvPr/>
        </p:nvSpPr>
        <p:spPr>
          <a:xfrm>
            <a:off x="4291974" y="1997535"/>
            <a:ext cx="4346172" cy="282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75"/>
          <p:cNvSpPr/>
          <p:nvPr/>
        </p:nvSpPr>
        <p:spPr>
          <a:xfrm>
            <a:off x="4291974" y="1997535"/>
            <a:ext cx="4346172" cy="275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Google Shape;1376;p75"/>
          <p:cNvSpPr/>
          <p:nvPr/>
        </p:nvSpPr>
        <p:spPr>
          <a:xfrm>
            <a:off x="4291974" y="2066293"/>
            <a:ext cx="434617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7" name="Google Shape;1377;p75"/>
          <p:cNvSpPr/>
          <p:nvPr/>
        </p:nvSpPr>
        <p:spPr>
          <a:xfrm>
            <a:off x="4291974" y="2066294"/>
            <a:ext cx="1578676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812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8" name="Google Shape;1378;p75"/>
          <p:cNvSpPr/>
          <p:nvPr/>
        </p:nvSpPr>
        <p:spPr>
          <a:xfrm>
            <a:off x="5836267" y="2066293"/>
            <a:ext cx="164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9" name="Google Shape;1379;p75"/>
          <p:cNvSpPr/>
          <p:nvPr/>
        </p:nvSpPr>
        <p:spPr>
          <a:xfrm>
            <a:off x="5836267" y="2066293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0" name="Google Shape;1380;p75"/>
          <p:cNvSpPr/>
          <p:nvPr/>
        </p:nvSpPr>
        <p:spPr>
          <a:xfrm>
            <a:off x="5836267" y="2066294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1" name="Google Shape;1381;p75"/>
          <p:cNvSpPr/>
          <p:nvPr/>
        </p:nvSpPr>
        <p:spPr>
          <a:xfrm>
            <a:off x="7478298" y="2066293"/>
            <a:ext cx="1172880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75"/>
          <p:cNvSpPr/>
          <p:nvPr/>
        </p:nvSpPr>
        <p:spPr>
          <a:xfrm>
            <a:off x="7478298" y="2066293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75"/>
          <p:cNvSpPr/>
          <p:nvPr/>
        </p:nvSpPr>
        <p:spPr>
          <a:xfrm>
            <a:off x="7478298" y="2066294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4" name="Google Shape;1384;p75"/>
          <p:cNvSpPr/>
          <p:nvPr/>
        </p:nvSpPr>
        <p:spPr>
          <a:xfrm>
            <a:off x="4291974" y="2273147"/>
            <a:ext cx="4346172" cy="6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385" name="Google Shape;1385;p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8535" y="2269706"/>
            <a:ext cx="4353051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386" name="Google Shape;1386;p75"/>
          <p:cNvSpPr/>
          <p:nvPr/>
        </p:nvSpPr>
        <p:spPr>
          <a:xfrm>
            <a:off x="4291974" y="2280020"/>
            <a:ext cx="4346172" cy="282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7" name="Google Shape;1387;p75"/>
          <p:cNvSpPr/>
          <p:nvPr/>
        </p:nvSpPr>
        <p:spPr>
          <a:xfrm>
            <a:off x="4291974" y="2280020"/>
            <a:ext cx="4346172" cy="275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8" name="Google Shape;1388;p75"/>
          <p:cNvSpPr/>
          <p:nvPr/>
        </p:nvSpPr>
        <p:spPr>
          <a:xfrm>
            <a:off x="4291974" y="2348778"/>
            <a:ext cx="434617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9" name="Google Shape;1389;p75"/>
          <p:cNvSpPr/>
          <p:nvPr/>
        </p:nvSpPr>
        <p:spPr>
          <a:xfrm>
            <a:off x="4291974" y="2348779"/>
            <a:ext cx="1578676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812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0" name="Google Shape;1390;p75"/>
          <p:cNvSpPr/>
          <p:nvPr/>
        </p:nvSpPr>
        <p:spPr>
          <a:xfrm>
            <a:off x="5836267" y="2348778"/>
            <a:ext cx="164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1" name="Google Shape;1391;p75"/>
          <p:cNvSpPr/>
          <p:nvPr/>
        </p:nvSpPr>
        <p:spPr>
          <a:xfrm>
            <a:off x="5836267" y="2348778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2" name="Google Shape;1392;p75"/>
          <p:cNvSpPr/>
          <p:nvPr/>
        </p:nvSpPr>
        <p:spPr>
          <a:xfrm>
            <a:off x="5836267" y="2348779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3" name="Google Shape;1393;p75"/>
          <p:cNvSpPr/>
          <p:nvPr/>
        </p:nvSpPr>
        <p:spPr>
          <a:xfrm>
            <a:off x="7478298" y="2348778"/>
            <a:ext cx="1172880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4" name="Google Shape;1394;p75"/>
          <p:cNvSpPr/>
          <p:nvPr/>
        </p:nvSpPr>
        <p:spPr>
          <a:xfrm>
            <a:off x="7478298" y="2348778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5" name="Google Shape;1395;p75"/>
          <p:cNvSpPr/>
          <p:nvPr/>
        </p:nvSpPr>
        <p:spPr>
          <a:xfrm>
            <a:off x="7478298" y="2348779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6" name="Google Shape;1396;p75"/>
          <p:cNvSpPr/>
          <p:nvPr/>
        </p:nvSpPr>
        <p:spPr>
          <a:xfrm>
            <a:off x="4291974" y="2555632"/>
            <a:ext cx="4346172" cy="6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397" name="Google Shape;1397;p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8535" y="2552191"/>
            <a:ext cx="4353051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398" name="Google Shape;1398;p75"/>
          <p:cNvSpPr/>
          <p:nvPr/>
        </p:nvSpPr>
        <p:spPr>
          <a:xfrm>
            <a:off x="4291974" y="2562515"/>
            <a:ext cx="4346172" cy="282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9" name="Google Shape;1399;p75"/>
          <p:cNvSpPr/>
          <p:nvPr/>
        </p:nvSpPr>
        <p:spPr>
          <a:xfrm>
            <a:off x="4291974" y="2562515"/>
            <a:ext cx="4346172" cy="275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0" name="Google Shape;1400;p75"/>
          <p:cNvSpPr/>
          <p:nvPr/>
        </p:nvSpPr>
        <p:spPr>
          <a:xfrm>
            <a:off x="4291974" y="2631273"/>
            <a:ext cx="434617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1" name="Google Shape;1401;p75"/>
          <p:cNvSpPr/>
          <p:nvPr/>
        </p:nvSpPr>
        <p:spPr>
          <a:xfrm>
            <a:off x="4291974" y="2631274"/>
            <a:ext cx="1578676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812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2" name="Google Shape;1402;p75"/>
          <p:cNvSpPr/>
          <p:nvPr/>
        </p:nvSpPr>
        <p:spPr>
          <a:xfrm>
            <a:off x="5836267" y="2631273"/>
            <a:ext cx="164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75"/>
          <p:cNvSpPr/>
          <p:nvPr/>
        </p:nvSpPr>
        <p:spPr>
          <a:xfrm>
            <a:off x="5836267" y="2631273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75"/>
          <p:cNvSpPr/>
          <p:nvPr/>
        </p:nvSpPr>
        <p:spPr>
          <a:xfrm>
            <a:off x="5836267" y="2631274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5" name="Google Shape;1405;p75"/>
          <p:cNvSpPr/>
          <p:nvPr/>
        </p:nvSpPr>
        <p:spPr>
          <a:xfrm>
            <a:off x="7478298" y="2631273"/>
            <a:ext cx="1172880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p75"/>
          <p:cNvSpPr/>
          <p:nvPr/>
        </p:nvSpPr>
        <p:spPr>
          <a:xfrm>
            <a:off x="7478298" y="2631273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75"/>
          <p:cNvSpPr/>
          <p:nvPr/>
        </p:nvSpPr>
        <p:spPr>
          <a:xfrm>
            <a:off x="7478298" y="2631274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8" name="Google Shape;1408;p75"/>
          <p:cNvSpPr/>
          <p:nvPr/>
        </p:nvSpPr>
        <p:spPr>
          <a:xfrm>
            <a:off x="4291974" y="2838127"/>
            <a:ext cx="4346172" cy="6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409" name="Google Shape;1409;p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8535" y="2834686"/>
            <a:ext cx="4353051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410" name="Google Shape;1410;p75"/>
          <p:cNvSpPr/>
          <p:nvPr/>
        </p:nvSpPr>
        <p:spPr>
          <a:xfrm>
            <a:off x="4291974" y="2845001"/>
            <a:ext cx="4346172" cy="282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1" name="Google Shape;1411;p75"/>
          <p:cNvSpPr/>
          <p:nvPr/>
        </p:nvSpPr>
        <p:spPr>
          <a:xfrm>
            <a:off x="4291974" y="2845001"/>
            <a:ext cx="4346172" cy="275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2" name="Google Shape;1412;p75"/>
          <p:cNvSpPr/>
          <p:nvPr/>
        </p:nvSpPr>
        <p:spPr>
          <a:xfrm>
            <a:off x="4291974" y="2913759"/>
            <a:ext cx="434617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3" name="Google Shape;1413;p75"/>
          <p:cNvSpPr/>
          <p:nvPr/>
        </p:nvSpPr>
        <p:spPr>
          <a:xfrm>
            <a:off x="4291974" y="2913759"/>
            <a:ext cx="1578676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812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4" name="Google Shape;1414;p75"/>
          <p:cNvSpPr/>
          <p:nvPr/>
        </p:nvSpPr>
        <p:spPr>
          <a:xfrm>
            <a:off x="5836267" y="2913759"/>
            <a:ext cx="164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5" name="Google Shape;1415;p75"/>
          <p:cNvSpPr/>
          <p:nvPr/>
        </p:nvSpPr>
        <p:spPr>
          <a:xfrm>
            <a:off x="5836267" y="2913759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6" name="Google Shape;1416;p75"/>
          <p:cNvSpPr/>
          <p:nvPr/>
        </p:nvSpPr>
        <p:spPr>
          <a:xfrm>
            <a:off x="5836267" y="2913759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7" name="Google Shape;1417;p75"/>
          <p:cNvSpPr/>
          <p:nvPr/>
        </p:nvSpPr>
        <p:spPr>
          <a:xfrm>
            <a:off x="7478298" y="2913759"/>
            <a:ext cx="1172880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8" name="Google Shape;1418;p75"/>
          <p:cNvSpPr/>
          <p:nvPr/>
        </p:nvSpPr>
        <p:spPr>
          <a:xfrm>
            <a:off x="7478298" y="2913759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9" name="Google Shape;1419;p75"/>
          <p:cNvSpPr/>
          <p:nvPr/>
        </p:nvSpPr>
        <p:spPr>
          <a:xfrm>
            <a:off x="7478298" y="2913759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0" name="Google Shape;1420;p75"/>
          <p:cNvSpPr/>
          <p:nvPr/>
        </p:nvSpPr>
        <p:spPr>
          <a:xfrm>
            <a:off x="4291974" y="3120612"/>
            <a:ext cx="4346172" cy="6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421" name="Google Shape;1421;p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8535" y="3117172"/>
            <a:ext cx="4353051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422" name="Google Shape;1422;p75"/>
          <p:cNvSpPr/>
          <p:nvPr/>
        </p:nvSpPr>
        <p:spPr>
          <a:xfrm>
            <a:off x="4291974" y="3127486"/>
            <a:ext cx="4346172" cy="282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3" name="Google Shape;1423;p75"/>
          <p:cNvSpPr/>
          <p:nvPr/>
        </p:nvSpPr>
        <p:spPr>
          <a:xfrm>
            <a:off x="4291974" y="3127486"/>
            <a:ext cx="4346172" cy="275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4" name="Google Shape;1424;p75"/>
          <p:cNvSpPr/>
          <p:nvPr/>
        </p:nvSpPr>
        <p:spPr>
          <a:xfrm>
            <a:off x="4291974" y="3196244"/>
            <a:ext cx="434617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5" name="Google Shape;1425;p75"/>
          <p:cNvSpPr/>
          <p:nvPr/>
        </p:nvSpPr>
        <p:spPr>
          <a:xfrm>
            <a:off x="4291974" y="3196245"/>
            <a:ext cx="1578676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812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6" name="Google Shape;1426;p75"/>
          <p:cNvSpPr/>
          <p:nvPr/>
        </p:nvSpPr>
        <p:spPr>
          <a:xfrm>
            <a:off x="5836267" y="3196244"/>
            <a:ext cx="164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7" name="Google Shape;1427;p75"/>
          <p:cNvSpPr/>
          <p:nvPr/>
        </p:nvSpPr>
        <p:spPr>
          <a:xfrm>
            <a:off x="5836267" y="3196244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8" name="Google Shape;1428;p75"/>
          <p:cNvSpPr/>
          <p:nvPr/>
        </p:nvSpPr>
        <p:spPr>
          <a:xfrm>
            <a:off x="5836267" y="3196245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9" name="Google Shape;1429;p75"/>
          <p:cNvSpPr/>
          <p:nvPr/>
        </p:nvSpPr>
        <p:spPr>
          <a:xfrm>
            <a:off x="7478298" y="3196244"/>
            <a:ext cx="1172880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0" name="Google Shape;1430;p75"/>
          <p:cNvSpPr/>
          <p:nvPr/>
        </p:nvSpPr>
        <p:spPr>
          <a:xfrm>
            <a:off x="7478298" y="3196244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1" name="Google Shape;1431;p75"/>
          <p:cNvSpPr/>
          <p:nvPr/>
        </p:nvSpPr>
        <p:spPr>
          <a:xfrm>
            <a:off x="7478298" y="3196245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2" name="Google Shape;1432;p75"/>
          <p:cNvSpPr/>
          <p:nvPr/>
        </p:nvSpPr>
        <p:spPr>
          <a:xfrm>
            <a:off x="4291974" y="3403098"/>
            <a:ext cx="4346172" cy="6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433" name="Google Shape;1433;p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8535" y="3399657"/>
            <a:ext cx="4353051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434" name="Google Shape;1434;p75"/>
          <p:cNvSpPr/>
          <p:nvPr/>
        </p:nvSpPr>
        <p:spPr>
          <a:xfrm>
            <a:off x="4291974" y="3409981"/>
            <a:ext cx="4346172" cy="282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5" name="Google Shape;1435;p75"/>
          <p:cNvSpPr/>
          <p:nvPr/>
        </p:nvSpPr>
        <p:spPr>
          <a:xfrm>
            <a:off x="4291974" y="3409981"/>
            <a:ext cx="4346172" cy="275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6" name="Google Shape;1436;p75"/>
          <p:cNvSpPr/>
          <p:nvPr/>
        </p:nvSpPr>
        <p:spPr>
          <a:xfrm>
            <a:off x="4291974" y="3478739"/>
            <a:ext cx="434617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75"/>
          <p:cNvSpPr/>
          <p:nvPr/>
        </p:nvSpPr>
        <p:spPr>
          <a:xfrm>
            <a:off x="4291974" y="3478740"/>
            <a:ext cx="1578676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812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8" name="Google Shape;1438;p75"/>
          <p:cNvSpPr/>
          <p:nvPr/>
        </p:nvSpPr>
        <p:spPr>
          <a:xfrm>
            <a:off x="5836267" y="3478739"/>
            <a:ext cx="164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9" name="Google Shape;1439;p75"/>
          <p:cNvSpPr/>
          <p:nvPr/>
        </p:nvSpPr>
        <p:spPr>
          <a:xfrm>
            <a:off x="5836267" y="3478739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75"/>
          <p:cNvSpPr/>
          <p:nvPr/>
        </p:nvSpPr>
        <p:spPr>
          <a:xfrm>
            <a:off x="5836267" y="3478740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1" name="Google Shape;1441;p75"/>
          <p:cNvSpPr/>
          <p:nvPr/>
        </p:nvSpPr>
        <p:spPr>
          <a:xfrm>
            <a:off x="7478298" y="3478739"/>
            <a:ext cx="1172880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2" name="Google Shape;1442;p75"/>
          <p:cNvSpPr/>
          <p:nvPr/>
        </p:nvSpPr>
        <p:spPr>
          <a:xfrm>
            <a:off x="7478298" y="3478739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p75"/>
          <p:cNvSpPr/>
          <p:nvPr/>
        </p:nvSpPr>
        <p:spPr>
          <a:xfrm>
            <a:off x="7478298" y="3478740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4" name="Google Shape;1444;p75"/>
          <p:cNvSpPr/>
          <p:nvPr/>
        </p:nvSpPr>
        <p:spPr>
          <a:xfrm>
            <a:off x="4291974" y="3685593"/>
            <a:ext cx="4346172" cy="6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445" name="Google Shape;1445;p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8535" y="3682152"/>
            <a:ext cx="4353051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446" name="Google Shape;1446;p75"/>
          <p:cNvSpPr/>
          <p:nvPr/>
        </p:nvSpPr>
        <p:spPr>
          <a:xfrm>
            <a:off x="4291974" y="3692466"/>
            <a:ext cx="4346172" cy="282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7" name="Google Shape;1447;p75"/>
          <p:cNvSpPr/>
          <p:nvPr/>
        </p:nvSpPr>
        <p:spPr>
          <a:xfrm>
            <a:off x="4291974" y="3692466"/>
            <a:ext cx="4346172" cy="275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8" name="Google Shape;1448;p75"/>
          <p:cNvSpPr/>
          <p:nvPr/>
        </p:nvSpPr>
        <p:spPr>
          <a:xfrm>
            <a:off x="4291974" y="3761225"/>
            <a:ext cx="434617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9" name="Google Shape;1449;p75"/>
          <p:cNvSpPr/>
          <p:nvPr/>
        </p:nvSpPr>
        <p:spPr>
          <a:xfrm>
            <a:off x="4291974" y="3761225"/>
            <a:ext cx="1578676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812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0" name="Google Shape;1450;p75"/>
          <p:cNvSpPr/>
          <p:nvPr/>
        </p:nvSpPr>
        <p:spPr>
          <a:xfrm>
            <a:off x="5836267" y="3761225"/>
            <a:ext cx="164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1" name="Google Shape;1451;p75"/>
          <p:cNvSpPr/>
          <p:nvPr/>
        </p:nvSpPr>
        <p:spPr>
          <a:xfrm>
            <a:off x="5836267" y="3761225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p75"/>
          <p:cNvSpPr/>
          <p:nvPr/>
        </p:nvSpPr>
        <p:spPr>
          <a:xfrm>
            <a:off x="5836267" y="3761225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3" name="Google Shape;1453;p75"/>
          <p:cNvSpPr/>
          <p:nvPr/>
        </p:nvSpPr>
        <p:spPr>
          <a:xfrm>
            <a:off x="7478298" y="3761225"/>
            <a:ext cx="1172880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4" name="Google Shape;1454;p75"/>
          <p:cNvSpPr/>
          <p:nvPr/>
        </p:nvSpPr>
        <p:spPr>
          <a:xfrm>
            <a:off x="7478298" y="3761225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5" name="Google Shape;1455;p75"/>
          <p:cNvSpPr/>
          <p:nvPr/>
        </p:nvSpPr>
        <p:spPr>
          <a:xfrm>
            <a:off x="7478298" y="3761225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6" name="Google Shape;1456;p75"/>
          <p:cNvSpPr/>
          <p:nvPr/>
        </p:nvSpPr>
        <p:spPr>
          <a:xfrm>
            <a:off x="4291974" y="3968078"/>
            <a:ext cx="4346172" cy="6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457" name="Google Shape;1457;p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8535" y="3964637"/>
            <a:ext cx="4353051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458" name="Google Shape;1458;p75"/>
          <p:cNvSpPr/>
          <p:nvPr/>
        </p:nvSpPr>
        <p:spPr>
          <a:xfrm>
            <a:off x="4291974" y="3974961"/>
            <a:ext cx="4346172" cy="282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9" name="Google Shape;1459;p75"/>
          <p:cNvSpPr/>
          <p:nvPr/>
        </p:nvSpPr>
        <p:spPr>
          <a:xfrm>
            <a:off x="4291974" y="3974961"/>
            <a:ext cx="4346172" cy="275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0" name="Google Shape;1460;p75"/>
          <p:cNvSpPr/>
          <p:nvPr/>
        </p:nvSpPr>
        <p:spPr>
          <a:xfrm>
            <a:off x="4291974" y="4043719"/>
            <a:ext cx="434617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1" name="Google Shape;1461;p75"/>
          <p:cNvSpPr/>
          <p:nvPr/>
        </p:nvSpPr>
        <p:spPr>
          <a:xfrm>
            <a:off x="4291974" y="4043720"/>
            <a:ext cx="1578676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812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2" name="Google Shape;1462;p75"/>
          <p:cNvSpPr/>
          <p:nvPr/>
        </p:nvSpPr>
        <p:spPr>
          <a:xfrm>
            <a:off x="5836267" y="4043719"/>
            <a:ext cx="164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3" name="Google Shape;1463;p75"/>
          <p:cNvSpPr/>
          <p:nvPr/>
        </p:nvSpPr>
        <p:spPr>
          <a:xfrm>
            <a:off x="5836267" y="4043719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4" name="Google Shape;1464;p75"/>
          <p:cNvSpPr/>
          <p:nvPr/>
        </p:nvSpPr>
        <p:spPr>
          <a:xfrm>
            <a:off x="5836267" y="4043720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5" name="Google Shape;1465;p75"/>
          <p:cNvSpPr/>
          <p:nvPr/>
        </p:nvSpPr>
        <p:spPr>
          <a:xfrm>
            <a:off x="7478298" y="4043719"/>
            <a:ext cx="1172880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6" name="Google Shape;1466;p75"/>
          <p:cNvSpPr/>
          <p:nvPr/>
        </p:nvSpPr>
        <p:spPr>
          <a:xfrm>
            <a:off x="7478298" y="4043719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7" name="Google Shape;1467;p75"/>
          <p:cNvSpPr/>
          <p:nvPr/>
        </p:nvSpPr>
        <p:spPr>
          <a:xfrm>
            <a:off x="7478298" y="4043720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8" name="Google Shape;1468;p75"/>
          <p:cNvSpPr/>
          <p:nvPr/>
        </p:nvSpPr>
        <p:spPr>
          <a:xfrm>
            <a:off x="4291974" y="4250573"/>
            <a:ext cx="4346172" cy="6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469" name="Google Shape;1469;p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8535" y="4247132"/>
            <a:ext cx="4353051" cy="6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4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475" name="Google Shape;1475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749" y="1233662"/>
            <a:ext cx="8539118" cy="3196198"/>
          </a:xfrm>
          <a:prstGeom prst="rect">
            <a:avLst/>
          </a:prstGeom>
          <a:noFill/>
          <a:ln>
            <a:noFill/>
          </a:ln>
        </p:spPr>
      </p:pic>
      <p:sp>
        <p:nvSpPr>
          <p:cNvPr id="1476" name="Google Shape;1476;p76"/>
          <p:cNvSpPr/>
          <p:nvPr/>
        </p:nvSpPr>
        <p:spPr>
          <a:xfrm>
            <a:off x="505809" y="1453694"/>
            <a:ext cx="8100970" cy="2756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p76"/>
          <p:cNvSpPr/>
          <p:nvPr/>
        </p:nvSpPr>
        <p:spPr>
          <a:xfrm>
            <a:off x="505809" y="1453694"/>
            <a:ext cx="8100970" cy="213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8" name="Google Shape;1478;p76"/>
          <p:cNvSpPr/>
          <p:nvPr/>
        </p:nvSpPr>
        <p:spPr>
          <a:xfrm>
            <a:off x="505809" y="1453694"/>
            <a:ext cx="8100970" cy="206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9" name="Google Shape;1479;p76"/>
          <p:cNvSpPr/>
          <p:nvPr/>
        </p:nvSpPr>
        <p:spPr>
          <a:xfrm>
            <a:off x="505809" y="1453694"/>
            <a:ext cx="763043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0" name="Google Shape;1480;p76"/>
          <p:cNvSpPr/>
          <p:nvPr/>
        </p:nvSpPr>
        <p:spPr>
          <a:xfrm>
            <a:off x="2186102" y="1453694"/>
            <a:ext cx="829717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Показатель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1" name="Google Shape;1481;p76"/>
          <p:cNvSpPr/>
          <p:nvPr/>
        </p:nvSpPr>
        <p:spPr>
          <a:xfrm>
            <a:off x="3933070" y="1453694"/>
            <a:ext cx="829717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Показатель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2" name="Google Shape;1482;p76"/>
          <p:cNvSpPr/>
          <p:nvPr/>
        </p:nvSpPr>
        <p:spPr>
          <a:xfrm>
            <a:off x="5680033" y="1453694"/>
            <a:ext cx="829717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Показатель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3" name="Google Shape;1483;p76"/>
          <p:cNvSpPr/>
          <p:nvPr/>
        </p:nvSpPr>
        <p:spPr>
          <a:xfrm>
            <a:off x="7427001" y="1453694"/>
            <a:ext cx="829717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Показатель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4" name="Google Shape;1484;p76"/>
          <p:cNvSpPr/>
          <p:nvPr/>
        </p:nvSpPr>
        <p:spPr>
          <a:xfrm>
            <a:off x="505809" y="1660547"/>
            <a:ext cx="8100970" cy="6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485" name="Google Shape;1485;p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372" y="1657107"/>
            <a:ext cx="8107844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486" name="Google Shape;1486;p76"/>
          <p:cNvSpPr/>
          <p:nvPr/>
        </p:nvSpPr>
        <p:spPr>
          <a:xfrm>
            <a:off x="505809" y="1667421"/>
            <a:ext cx="8100970" cy="282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7" name="Google Shape;1487;p76"/>
          <p:cNvSpPr/>
          <p:nvPr/>
        </p:nvSpPr>
        <p:spPr>
          <a:xfrm>
            <a:off x="505809" y="1667421"/>
            <a:ext cx="8100970" cy="275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8" name="Google Shape;1488;p76"/>
          <p:cNvSpPr/>
          <p:nvPr/>
        </p:nvSpPr>
        <p:spPr>
          <a:xfrm>
            <a:off x="505809" y="1736179"/>
            <a:ext cx="8100970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9" name="Google Shape;1489;p76"/>
          <p:cNvSpPr/>
          <p:nvPr/>
        </p:nvSpPr>
        <p:spPr>
          <a:xfrm>
            <a:off x="505808" y="1736180"/>
            <a:ext cx="1725063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812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0" name="Google Shape;1490;p76"/>
          <p:cNvSpPr/>
          <p:nvPr/>
        </p:nvSpPr>
        <p:spPr>
          <a:xfrm>
            <a:off x="2196487" y="1736179"/>
            <a:ext cx="1747829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1" name="Google Shape;1491;p76"/>
          <p:cNvSpPr/>
          <p:nvPr/>
        </p:nvSpPr>
        <p:spPr>
          <a:xfrm>
            <a:off x="2196487" y="1736179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2" name="Google Shape;1492;p76"/>
          <p:cNvSpPr/>
          <p:nvPr/>
        </p:nvSpPr>
        <p:spPr>
          <a:xfrm>
            <a:off x="2196487" y="1736180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3" name="Google Shape;1493;p76"/>
          <p:cNvSpPr/>
          <p:nvPr/>
        </p:nvSpPr>
        <p:spPr>
          <a:xfrm>
            <a:off x="3944316" y="1736179"/>
            <a:ext cx="1747829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4" name="Google Shape;1494;p76"/>
          <p:cNvSpPr/>
          <p:nvPr/>
        </p:nvSpPr>
        <p:spPr>
          <a:xfrm>
            <a:off x="3944316" y="1736179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5" name="Google Shape;1495;p76"/>
          <p:cNvSpPr/>
          <p:nvPr/>
        </p:nvSpPr>
        <p:spPr>
          <a:xfrm>
            <a:off x="3944315" y="1736180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6" name="Google Shape;1496;p76"/>
          <p:cNvSpPr/>
          <p:nvPr/>
        </p:nvSpPr>
        <p:spPr>
          <a:xfrm>
            <a:off x="5692144" y="1736179"/>
            <a:ext cx="1747829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7" name="Google Shape;1497;p76"/>
          <p:cNvSpPr/>
          <p:nvPr/>
        </p:nvSpPr>
        <p:spPr>
          <a:xfrm>
            <a:off x="5692144" y="1736179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8" name="Google Shape;1498;p76"/>
          <p:cNvSpPr/>
          <p:nvPr/>
        </p:nvSpPr>
        <p:spPr>
          <a:xfrm>
            <a:off x="5692144" y="1736180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9" name="Google Shape;1499;p76"/>
          <p:cNvSpPr/>
          <p:nvPr/>
        </p:nvSpPr>
        <p:spPr>
          <a:xfrm>
            <a:off x="7439973" y="1736179"/>
            <a:ext cx="1166806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0" name="Google Shape;1500;p76"/>
          <p:cNvSpPr/>
          <p:nvPr/>
        </p:nvSpPr>
        <p:spPr>
          <a:xfrm>
            <a:off x="7439972" y="1736179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1" name="Google Shape;1501;p76"/>
          <p:cNvSpPr/>
          <p:nvPr/>
        </p:nvSpPr>
        <p:spPr>
          <a:xfrm>
            <a:off x="7439972" y="1736180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2" name="Google Shape;1502;p76"/>
          <p:cNvSpPr/>
          <p:nvPr/>
        </p:nvSpPr>
        <p:spPr>
          <a:xfrm>
            <a:off x="505809" y="1943033"/>
            <a:ext cx="8100970" cy="6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503" name="Google Shape;1503;p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372" y="1939592"/>
            <a:ext cx="8107844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504" name="Google Shape;1504;p76"/>
          <p:cNvSpPr/>
          <p:nvPr/>
        </p:nvSpPr>
        <p:spPr>
          <a:xfrm>
            <a:off x="505809" y="1949916"/>
            <a:ext cx="8100970" cy="282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5" name="Google Shape;1505;p76"/>
          <p:cNvSpPr/>
          <p:nvPr/>
        </p:nvSpPr>
        <p:spPr>
          <a:xfrm>
            <a:off x="505809" y="1949916"/>
            <a:ext cx="8100970" cy="275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6" name="Google Shape;1506;p76"/>
          <p:cNvSpPr/>
          <p:nvPr/>
        </p:nvSpPr>
        <p:spPr>
          <a:xfrm>
            <a:off x="505809" y="2018674"/>
            <a:ext cx="8100970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7" name="Google Shape;1507;p76"/>
          <p:cNvSpPr/>
          <p:nvPr/>
        </p:nvSpPr>
        <p:spPr>
          <a:xfrm>
            <a:off x="505808" y="2018675"/>
            <a:ext cx="1725063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812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8" name="Google Shape;1508;p76"/>
          <p:cNvSpPr/>
          <p:nvPr/>
        </p:nvSpPr>
        <p:spPr>
          <a:xfrm>
            <a:off x="2196487" y="2018674"/>
            <a:ext cx="1747829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9" name="Google Shape;1509;p76"/>
          <p:cNvSpPr/>
          <p:nvPr/>
        </p:nvSpPr>
        <p:spPr>
          <a:xfrm>
            <a:off x="2196487" y="2018674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0" name="Google Shape;1510;p76"/>
          <p:cNvSpPr/>
          <p:nvPr/>
        </p:nvSpPr>
        <p:spPr>
          <a:xfrm>
            <a:off x="2196487" y="2018675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1" name="Google Shape;1511;p76"/>
          <p:cNvSpPr/>
          <p:nvPr/>
        </p:nvSpPr>
        <p:spPr>
          <a:xfrm>
            <a:off x="3944316" y="2018674"/>
            <a:ext cx="1747829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2" name="Google Shape;1512;p76"/>
          <p:cNvSpPr/>
          <p:nvPr/>
        </p:nvSpPr>
        <p:spPr>
          <a:xfrm>
            <a:off x="3944316" y="2018674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3" name="Google Shape;1513;p76"/>
          <p:cNvSpPr/>
          <p:nvPr/>
        </p:nvSpPr>
        <p:spPr>
          <a:xfrm>
            <a:off x="3944315" y="2018675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4" name="Google Shape;1514;p76"/>
          <p:cNvSpPr/>
          <p:nvPr/>
        </p:nvSpPr>
        <p:spPr>
          <a:xfrm>
            <a:off x="5692144" y="2018674"/>
            <a:ext cx="1747829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5" name="Google Shape;1515;p76"/>
          <p:cNvSpPr/>
          <p:nvPr/>
        </p:nvSpPr>
        <p:spPr>
          <a:xfrm>
            <a:off x="5692144" y="2018674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6" name="Google Shape;1516;p76"/>
          <p:cNvSpPr/>
          <p:nvPr/>
        </p:nvSpPr>
        <p:spPr>
          <a:xfrm>
            <a:off x="5692144" y="2018675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7" name="Google Shape;1517;p76"/>
          <p:cNvSpPr/>
          <p:nvPr/>
        </p:nvSpPr>
        <p:spPr>
          <a:xfrm>
            <a:off x="7439973" y="2018674"/>
            <a:ext cx="1166806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8" name="Google Shape;1518;p76"/>
          <p:cNvSpPr/>
          <p:nvPr/>
        </p:nvSpPr>
        <p:spPr>
          <a:xfrm>
            <a:off x="7439972" y="2018674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9" name="Google Shape;1519;p76"/>
          <p:cNvSpPr/>
          <p:nvPr/>
        </p:nvSpPr>
        <p:spPr>
          <a:xfrm>
            <a:off x="7439972" y="2018675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0" name="Google Shape;1520;p76"/>
          <p:cNvSpPr/>
          <p:nvPr/>
        </p:nvSpPr>
        <p:spPr>
          <a:xfrm>
            <a:off x="505809" y="2225528"/>
            <a:ext cx="8100970" cy="6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521" name="Google Shape;1521;p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372" y="2222087"/>
            <a:ext cx="8107844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522" name="Google Shape;1522;p76"/>
          <p:cNvSpPr/>
          <p:nvPr/>
        </p:nvSpPr>
        <p:spPr>
          <a:xfrm>
            <a:off x="505809" y="2232401"/>
            <a:ext cx="8100970" cy="282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3" name="Google Shape;1523;p76"/>
          <p:cNvSpPr/>
          <p:nvPr/>
        </p:nvSpPr>
        <p:spPr>
          <a:xfrm>
            <a:off x="505809" y="2232401"/>
            <a:ext cx="8100970" cy="275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4" name="Google Shape;1524;p76"/>
          <p:cNvSpPr/>
          <p:nvPr/>
        </p:nvSpPr>
        <p:spPr>
          <a:xfrm>
            <a:off x="505809" y="2301159"/>
            <a:ext cx="8100970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5" name="Google Shape;1525;p76"/>
          <p:cNvSpPr/>
          <p:nvPr/>
        </p:nvSpPr>
        <p:spPr>
          <a:xfrm>
            <a:off x="505808" y="2301160"/>
            <a:ext cx="1725063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812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6" name="Google Shape;1526;p76"/>
          <p:cNvSpPr/>
          <p:nvPr/>
        </p:nvSpPr>
        <p:spPr>
          <a:xfrm>
            <a:off x="2196487" y="2301159"/>
            <a:ext cx="1747829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7" name="Google Shape;1527;p76"/>
          <p:cNvSpPr/>
          <p:nvPr/>
        </p:nvSpPr>
        <p:spPr>
          <a:xfrm>
            <a:off x="2196487" y="2301159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8" name="Google Shape;1528;p76"/>
          <p:cNvSpPr/>
          <p:nvPr/>
        </p:nvSpPr>
        <p:spPr>
          <a:xfrm>
            <a:off x="2196487" y="2301160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9" name="Google Shape;1529;p76"/>
          <p:cNvSpPr/>
          <p:nvPr/>
        </p:nvSpPr>
        <p:spPr>
          <a:xfrm>
            <a:off x="3944316" y="2301159"/>
            <a:ext cx="1747829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0" name="Google Shape;1530;p76"/>
          <p:cNvSpPr/>
          <p:nvPr/>
        </p:nvSpPr>
        <p:spPr>
          <a:xfrm>
            <a:off x="3944316" y="2301159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1" name="Google Shape;1531;p76"/>
          <p:cNvSpPr/>
          <p:nvPr/>
        </p:nvSpPr>
        <p:spPr>
          <a:xfrm>
            <a:off x="3944315" y="2301160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2" name="Google Shape;1532;p76"/>
          <p:cNvSpPr/>
          <p:nvPr/>
        </p:nvSpPr>
        <p:spPr>
          <a:xfrm>
            <a:off x="5692144" y="2301159"/>
            <a:ext cx="1747829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3" name="Google Shape;1533;p76"/>
          <p:cNvSpPr/>
          <p:nvPr/>
        </p:nvSpPr>
        <p:spPr>
          <a:xfrm>
            <a:off x="5692144" y="2301159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4" name="Google Shape;1534;p76"/>
          <p:cNvSpPr/>
          <p:nvPr/>
        </p:nvSpPr>
        <p:spPr>
          <a:xfrm>
            <a:off x="5692144" y="2301160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5" name="Google Shape;1535;p76"/>
          <p:cNvSpPr/>
          <p:nvPr/>
        </p:nvSpPr>
        <p:spPr>
          <a:xfrm>
            <a:off x="7439973" y="2301159"/>
            <a:ext cx="1166806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6" name="Google Shape;1536;p76"/>
          <p:cNvSpPr/>
          <p:nvPr/>
        </p:nvSpPr>
        <p:spPr>
          <a:xfrm>
            <a:off x="7439972" y="2301159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7" name="Google Shape;1537;p76"/>
          <p:cNvSpPr/>
          <p:nvPr/>
        </p:nvSpPr>
        <p:spPr>
          <a:xfrm>
            <a:off x="7439972" y="2301160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8" name="Google Shape;1538;p76"/>
          <p:cNvSpPr/>
          <p:nvPr/>
        </p:nvSpPr>
        <p:spPr>
          <a:xfrm>
            <a:off x="505809" y="2508013"/>
            <a:ext cx="8100970" cy="6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539" name="Google Shape;1539;p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372" y="2504573"/>
            <a:ext cx="8107844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540" name="Google Shape;1540;p76"/>
          <p:cNvSpPr/>
          <p:nvPr/>
        </p:nvSpPr>
        <p:spPr>
          <a:xfrm>
            <a:off x="505809" y="2514896"/>
            <a:ext cx="8100970" cy="282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1" name="Google Shape;1541;p76"/>
          <p:cNvSpPr/>
          <p:nvPr/>
        </p:nvSpPr>
        <p:spPr>
          <a:xfrm>
            <a:off x="505809" y="2514896"/>
            <a:ext cx="8100970" cy="275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2" name="Google Shape;1542;p76"/>
          <p:cNvSpPr/>
          <p:nvPr/>
        </p:nvSpPr>
        <p:spPr>
          <a:xfrm>
            <a:off x="505809" y="2583654"/>
            <a:ext cx="8100970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3" name="Google Shape;1543;p76"/>
          <p:cNvSpPr/>
          <p:nvPr/>
        </p:nvSpPr>
        <p:spPr>
          <a:xfrm>
            <a:off x="505808" y="2583655"/>
            <a:ext cx="1725063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812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4" name="Google Shape;1544;p76"/>
          <p:cNvSpPr/>
          <p:nvPr/>
        </p:nvSpPr>
        <p:spPr>
          <a:xfrm>
            <a:off x="2196487" y="2583654"/>
            <a:ext cx="1747829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5" name="Google Shape;1545;p76"/>
          <p:cNvSpPr/>
          <p:nvPr/>
        </p:nvSpPr>
        <p:spPr>
          <a:xfrm>
            <a:off x="2196487" y="2583654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6" name="Google Shape;1546;p76"/>
          <p:cNvSpPr/>
          <p:nvPr/>
        </p:nvSpPr>
        <p:spPr>
          <a:xfrm>
            <a:off x="2196487" y="2583655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7" name="Google Shape;1547;p76"/>
          <p:cNvSpPr/>
          <p:nvPr/>
        </p:nvSpPr>
        <p:spPr>
          <a:xfrm>
            <a:off x="3944316" y="2583654"/>
            <a:ext cx="1747829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8" name="Google Shape;1548;p76"/>
          <p:cNvSpPr/>
          <p:nvPr/>
        </p:nvSpPr>
        <p:spPr>
          <a:xfrm>
            <a:off x="3944316" y="2583654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9" name="Google Shape;1549;p76"/>
          <p:cNvSpPr/>
          <p:nvPr/>
        </p:nvSpPr>
        <p:spPr>
          <a:xfrm>
            <a:off x="3944315" y="2583655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0" name="Google Shape;1550;p76"/>
          <p:cNvSpPr/>
          <p:nvPr/>
        </p:nvSpPr>
        <p:spPr>
          <a:xfrm>
            <a:off x="5692144" y="2583654"/>
            <a:ext cx="1747829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1" name="Google Shape;1551;p76"/>
          <p:cNvSpPr/>
          <p:nvPr/>
        </p:nvSpPr>
        <p:spPr>
          <a:xfrm>
            <a:off x="5692144" y="2583654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2" name="Google Shape;1552;p76"/>
          <p:cNvSpPr/>
          <p:nvPr/>
        </p:nvSpPr>
        <p:spPr>
          <a:xfrm>
            <a:off x="5692144" y="2583655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3" name="Google Shape;1553;p76"/>
          <p:cNvSpPr/>
          <p:nvPr/>
        </p:nvSpPr>
        <p:spPr>
          <a:xfrm>
            <a:off x="7439973" y="2583654"/>
            <a:ext cx="1166806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4" name="Google Shape;1554;p76"/>
          <p:cNvSpPr/>
          <p:nvPr/>
        </p:nvSpPr>
        <p:spPr>
          <a:xfrm>
            <a:off x="7439972" y="2583654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5" name="Google Shape;1555;p76"/>
          <p:cNvSpPr/>
          <p:nvPr/>
        </p:nvSpPr>
        <p:spPr>
          <a:xfrm>
            <a:off x="7439972" y="2583655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6" name="Google Shape;1556;p76"/>
          <p:cNvSpPr/>
          <p:nvPr/>
        </p:nvSpPr>
        <p:spPr>
          <a:xfrm>
            <a:off x="505809" y="2790508"/>
            <a:ext cx="8100970" cy="6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557" name="Google Shape;1557;p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372" y="2787067"/>
            <a:ext cx="8107844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558" name="Google Shape;1558;p76"/>
          <p:cNvSpPr/>
          <p:nvPr/>
        </p:nvSpPr>
        <p:spPr>
          <a:xfrm>
            <a:off x="505809" y="2797382"/>
            <a:ext cx="8100970" cy="282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9" name="Google Shape;1559;p76"/>
          <p:cNvSpPr/>
          <p:nvPr/>
        </p:nvSpPr>
        <p:spPr>
          <a:xfrm>
            <a:off x="505809" y="2797382"/>
            <a:ext cx="8100970" cy="275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0" name="Google Shape;1560;p76"/>
          <p:cNvSpPr/>
          <p:nvPr/>
        </p:nvSpPr>
        <p:spPr>
          <a:xfrm>
            <a:off x="505809" y="2866140"/>
            <a:ext cx="8100970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1" name="Google Shape;1561;p76"/>
          <p:cNvSpPr/>
          <p:nvPr/>
        </p:nvSpPr>
        <p:spPr>
          <a:xfrm>
            <a:off x="505808" y="2866141"/>
            <a:ext cx="1725063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812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2" name="Google Shape;1562;p76"/>
          <p:cNvSpPr/>
          <p:nvPr/>
        </p:nvSpPr>
        <p:spPr>
          <a:xfrm>
            <a:off x="2196487" y="2866140"/>
            <a:ext cx="1747829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3" name="Google Shape;1563;p76"/>
          <p:cNvSpPr/>
          <p:nvPr/>
        </p:nvSpPr>
        <p:spPr>
          <a:xfrm>
            <a:off x="2196487" y="2866140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4" name="Google Shape;1564;p76"/>
          <p:cNvSpPr/>
          <p:nvPr/>
        </p:nvSpPr>
        <p:spPr>
          <a:xfrm>
            <a:off x="2196487" y="2866141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5" name="Google Shape;1565;p76"/>
          <p:cNvSpPr/>
          <p:nvPr/>
        </p:nvSpPr>
        <p:spPr>
          <a:xfrm>
            <a:off x="3944316" y="2866140"/>
            <a:ext cx="1747829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6" name="Google Shape;1566;p76"/>
          <p:cNvSpPr/>
          <p:nvPr/>
        </p:nvSpPr>
        <p:spPr>
          <a:xfrm>
            <a:off x="3944316" y="2866140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7" name="Google Shape;1567;p76"/>
          <p:cNvSpPr/>
          <p:nvPr/>
        </p:nvSpPr>
        <p:spPr>
          <a:xfrm>
            <a:off x="3944315" y="2866141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8" name="Google Shape;1568;p76"/>
          <p:cNvSpPr/>
          <p:nvPr/>
        </p:nvSpPr>
        <p:spPr>
          <a:xfrm>
            <a:off x="5692144" y="2866140"/>
            <a:ext cx="1747829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9" name="Google Shape;1569;p76"/>
          <p:cNvSpPr/>
          <p:nvPr/>
        </p:nvSpPr>
        <p:spPr>
          <a:xfrm>
            <a:off x="5692144" y="2866140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0" name="Google Shape;1570;p76"/>
          <p:cNvSpPr/>
          <p:nvPr/>
        </p:nvSpPr>
        <p:spPr>
          <a:xfrm>
            <a:off x="5692144" y="2866141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1" name="Google Shape;1571;p76"/>
          <p:cNvSpPr/>
          <p:nvPr/>
        </p:nvSpPr>
        <p:spPr>
          <a:xfrm>
            <a:off x="7439973" y="2866140"/>
            <a:ext cx="1166806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2" name="Google Shape;1572;p76"/>
          <p:cNvSpPr/>
          <p:nvPr/>
        </p:nvSpPr>
        <p:spPr>
          <a:xfrm>
            <a:off x="7439972" y="2866140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3" name="Google Shape;1573;p76"/>
          <p:cNvSpPr/>
          <p:nvPr/>
        </p:nvSpPr>
        <p:spPr>
          <a:xfrm>
            <a:off x="7439972" y="2866141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4" name="Google Shape;1574;p76"/>
          <p:cNvSpPr/>
          <p:nvPr/>
        </p:nvSpPr>
        <p:spPr>
          <a:xfrm>
            <a:off x="505809" y="3072994"/>
            <a:ext cx="8100970" cy="6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575" name="Google Shape;1575;p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372" y="3069553"/>
            <a:ext cx="8107844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576" name="Google Shape;1576;p76"/>
          <p:cNvSpPr/>
          <p:nvPr/>
        </p:nvSpPr>
        <p:spPr>
          <a:xfrm>
            <a:off x="505809" y="3079867"/>
            <a:ext cx="8100970" cy="282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7" name="Google Shape;1577;p76"/>
          <p:cNvSpPr/>
          <p:nvPr/>
        </p:nvSpPr>
        <p:spPr>
          <a:xfrm>
            <a:off x="505809" y="3079867"/>
            <a:ext cx="8100970" cy="275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8" name="Google Shape;1578;p76"/>
          <p:cNvSpPr/>
          <p:nvPr/>
        </p:nvSpPr>
        <p:spPr>
          <a:xfrm>
            <a:off x="505809" y="3148626"/>
            <a:ext cx="8100970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9" name="Google Shape;1579;p76"/>
          <p:cNvSpPr/>
          <p:nvPr/>
        </p:nvSpPr>
        <p:spPr>
          <a:xfrm>
            <a:off x="505808" y="3148626"/>
            <a:ext cx="1725063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812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0" name="Google Shape;1580;p76"/>
          <p:cNvSpPr/>
          <p:nvPr/>
        </p:nvSpPr>
        <p:spPr>
          <a:xfrm>
            <a:off x="2196487" y="3148626"/>
            <a:ext cx="1747829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1" name="Google Shape;1581;p76"/>
          <p:cNvSpPr/>
          <p:nvPr/>
        </p:nvSpPr>
        <p:spPr>
          <a:xfrm>
            <a:off x="2196487" y="3148626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2" name="Google Shape;1582;p76"/>
          <p:cNvSpPr/>
          <p:nvPr/>
        </p:nvSpPr>
        <p:spPr>
          <a:xfrm>
            <a:off x="2196487" y="3148626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3" name="Google Shape;1583;p76"/>
          <p:cNvSpPr/>
          <p:nvPr/>
        </p:nvSpPr>
        <p:spPr>
          <a:xfrm>
            <a:off x="3944316" y="3148626"/>
            <a:ext cx="1747829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4" name="Google Shape;1584;p76"/>
          <p:cNvSpPr/>
          <p:nvPr/>
        </p:nvSpPr>
        <p:spPr>
          <a:xfrm>
            <a:off x="3944316" y="3148626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5" name="Google Shape;1585;p76"/>
          <p:cNvSpPr/>
          <p:nvPr/>
        </p:nvSpPr>
        <p:spPr>
          <a:xfrm>
            <a:off x="3944315" y="3148626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6" name="Google Shape;1586;p76"/>
          <p:cNvSpPr/>
          <p:nvPr/>
        </p:nvSpPr>
        <p:spPr>
          <a:xfrm>
            <a:off x="5692144" y="3148626"/>
            <a:ext cx="1747829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7" name="Google Shape;1587;p76"/>
          <p:cNvSpPr/>
          <p:nvPr/>
        </p:nvSpPr>
        <p:spPr>
          <a:xfrm>
            <a:off x="5692144" y="3148626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8" name="Google Shape;1588;p76"/>
          <p:cNvSpPr/>
          <p:nvPr/>
        </p:nvSpPr>
        <p:spPr>
          <a:xfrm>
            <a:off x="5692144" y="3148626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9" name="Google Shape;1589;p76"/>
          <p:cNvSpPr/>
          <p:nvPr/>
        </p:nvSpPr>
        <p:spPr>
          <a:xfrm>
            <a:off x="7439973" y="3148626"/>
            <a:ext cx="1166806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0" name="Google Shape;1590;p76"/>
          <p:cNvSpPr/>
          <p:nvPr/>
        </p:nvSpPr>
        <p:spPr>
          <a:xfrm>
            <a:off x="7439972" y="3148626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1" name="Google Shape;1591;p76"/>
          <p:cNvSpPr/>
          <p:nvPr/>
        </p:nvSpPr>
        <p:spPr>
          <a:xfrm>
            <a:off x="7439972" y="3148626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2" name="Google Shape;1592;p76"/>
          <p:cNvSpPr/>
          <p:nvPr/>
        </p:nvSpPr>
        <p:spPr>
          <a:xfrm>
            <a:off x="505809" y="3355479"/>
            <a:ext cx="8100970" cy="6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593" name="Google Shape;1593;p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372" y="3352038"/>
            <a:ext cx="8107844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594" name="Google Shape;1594;p76"/>
          <p:cNvSpPr/>
          <p:nvPr/>
        </p:nvSpPr>
        <p:spPr>
          <a:xfrm>
            <a:off x="505809" y="3362362"/>
            <a:ext cx="8100970" cy="282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5" name="Google Shape;1595;p76"/>
          <p:cNvSpPr/>
          <p:nvPr/>
        </p:nvSpPr>
        <p:spPr>
          <a:xfrm>
            <a:off x="505809" y="3362362"/>
            <a:ext cx="8100970" cy="275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6" name="Google Shape;1596;p76"/>
          <p:cNvSpPr/>
          <p:nvPr/>
        </p:nvSpPr>
        <p:spPr>
          <a:xfrm>
            <a:off x="505809" y="3431120"/>
            <a:ext cx="8100970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7" name="Google Shape;1597;p76"/>
          <p:cNvSpPr/>
          <p:nvPr/>
        </p:nvSpPr>
        <p:spPr>
          <a:xfrm>
            <a:off x="505808" y="3431121"/>
            <a:ext cx="1725063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812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8" name="Google Shape;1598;p76"/>
          <p:cNvSpPr/>
          <p:nvPr/>
        </p:nvSpPr>
        <p:spPr>
          <a:xfrm>
            <a:off x="2196487" y="3431120"/>
            <a:ext cx="1747829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9" name="Google Shape;1599;p76"/>
          <p:cNvSpPr/>
          <p:nvPr/>
        </p:nvSpPr>
        <p:spPr>
          <a:xfrm>
            <a:off x="2196487" y="3431120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0" name="Google Shape;1600;p76"/>
          <p:cNvSpPr/>
          <p:nvPr/>
        </p:nvSpPr>
        <p:spPr>
          <a:xfrm>
            <a:off x="2196487" y="3431121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1" name="Google Shape;1601;p76"/>
          <p:cNvSpPr/>
          <p:nvPr/>
        </p:nvSpPr>
        <p:spPr>
          <a:xfrm>
            <a:off x="3944316" y="3431120"/>
            <a:ext cx="1747829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2" name="Google Shape;1602;p76"/>
          <p:cNvSpPr/>
          <p:nvPr/>
        </p:nvSpPr>
        <p:spPr>
          <a:xfrm>
            <a:off x="3944316" y="3431120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3" name="Google Shape;1603;p76"/>
          <p:cNvSpPr/>
          <p:nvPr/>
        </p:nvSpPr>
        <p:spPr>
          <a:xfrm>
            <a:off x="3944315" y="3431121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4" name="Google Shape;1604;p76"/>
          <p:cNvSpPr/>
          <p:nvPr/>
        </p:nvSpPr>
        <p:spPr>
          <a:xfrm>
            <a:off x="5692144" y="3431120"/>
            <a:ext cx="1747829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5" name="Google Shape;1605;p76"/>
          <p:cNvSpPr/>
          <p:nvPr/>
        </p:nvSpPr>
        <p:spPr>
          <a:xfrm>
            <a:off x="5692144" y="3431120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6" name="Google Shape;1606;p76"/>
          <p:cNvSpPr/>
          <p:nvPr/>
        </p:nvSpPr>
        <p:spPr>
          <a:xfrm>
            <a:off x="5692144" y="3431121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7" name="Google Shape;1607;p76"/>
          <p:cNvSpPr/>
          <p:nvPr/>
        </p:nvSpPr>
        <p:spPr>
          <a:xfrm>
            <a:off x="7439973" y="3431120"/>
            <a:ext cx="1166806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8" name="Google Shape;1608;p76"/>
          <p:cNvSpPr/>
          <p:nvPr/>
        </p:nvSpPr>
        <p:spPr>
          <a:xfrm>
            <a:off x="7439972" y="3431120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9" name="Google Shape;1609;p76"/>
          <p:cNvSpPr/>
          <p:nvPr/>
        </p:nvSpPr>
        <p:spPr>
          <a:xfrm>
            <a:off x="7439972" y="3431121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0" name="Google Shape;1610;p76"/>
          <p:cNvSpPr/>
          <p:nvPr/>
        </p:nvSpPr>
        <p:spPr>
          <a:xfrm>
            <a:off x="505809" y="3637974"/>
            <a:ext cx="8100970" cy="6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611" name="Google Shape;1611;p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372" y="3634533"/>
            <a:ext cx="8107844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612" name="Google Shape;1612;p76"/>
          <p:cNvSpPr/>
          <p:nvPr/>
        </p:nvSpPr>
        <p:spPr>
          <a:xfrm>
            <a:off x="505809" y="3644848"/>
            <a:ext cx="8100970" cy="282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3" name="Google Shape;1613;p76"/>
          <p:cNvSpPr/>
          <p:nvPr/>
        </p:nvSpPr>
        <p:spPr>
          <a:xfrm>
            <a:off x="505809" y="3644848"/>
            <a:ext cx="8100970" cy="275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4" name="Google Shape;1614;p76"/>
          <p:cNvSpPr/>
          <p:nvPr/>
        </p:nvSpPr>
        <p:spPr>
          <a:xfrm>
            <a:off x="505809" y="3713606"/>
            <a:ext cx="8100970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5" name="Google Shape;1615;p76"/>
          <p:cNvSpPr/>
          <p:nvPr/>
        </p:nvSpPr>
        <p:spPr>
          <a:xfrm>
            <a:off x="505808" y="3713606"/>
            <a:ext cx="1725063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812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6" name="Google Shape;1616;p76"/>
          <p:cNvSpPr/>
          <p:nvPr/>
        </p:nvSpPr>
        <p:spPr>
          <a:xfrm>
            <a:off x="2196487" y="3713606"/>
            <a:ext cx="1747829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7" name="Google Shape;1617;p76"/>
          <p:cNvSpPr/>
          <p:nvPr/>
        </p:nvSpPr>
        <p:spPr>
          <a:xfrm>
            <a:off x="2196487" y="3713606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8" name="Google Shape;1618;p76"/>
          <p:cNvSpPr/>
          <p:nvPr/>
        </p:nvSpPr>
        <p:spPr>
          <a:xfrm>
            <a:off x="2196487" y="3713606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9" name="Google Shape;1619;p76"/>
          <p:cNvSpPr/>
          <p:nvPr/>
        </p:nvSpPr>
        <p:spPr>
          <a:xfrm>
            <a:off x="3944316" y="3713606"/>
            <a:ext cx="1747829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0" name="Google Shape;1620;p76"/>
          <p:cNvSpPr/>
          <p:nvPr/>
        </p:nvSpPr>
        <p:spPr>
          <a:xfrm>
            <a:off x="3944316" y="3713606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1" name="Google Shape;1621;p76"/>
          <p:cNvSpPr/>
          <p:nvPr/>
        </p:nvSpPr>
        <p:spPr>
          <a:xfrm>
            <a:off x="3944315" y="3713606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2" name="Google Shape;1622;p76"/>
          <p:cNvSpPr/>
          <p:nvPr/>
        </p:nvSpPr>
        <p:spPr>
          <a:xfrm>
            <a:off x="5692144" y="3713606"/>
            <a:ext cx="1747829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3" name="Google Shape;1623;p76"/>
          <p:cNvSpPr/>
          <p:nvPr/>
        </p:nvSpPr>
        <p:spPr>
          <a:xfrm>
            <a:off x="5692144" y="3713606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4" name="Google Shape;1624;p76"/>
          <p:cNvSpPr/>
          <p:nvPr/>
        </p:nvSpPr>
        <p:spPr>
          <a:xfrm>
            <a:off x="5692144" y="3713606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5" name="Google Shape;1625;p76"/>
          <p:cNvSpPr/>
          <p:nvPr/>
        </p:nvSpPr>
        <p:spPr>
          <a:xfrm>
            <a:off x="7439973" y="3713606"/>
            <a:ext cx="1166806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6" name="Google Shape;1626;p76"/>
          <p:cNvSpPr/>
          <p:nvPr/>
        </p:nvSpPr>
        <p:spPr>
          <a:xfrm>
            <a:off x="7439972" y="3713606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7" name="Google Shape;1627;p76"/>
          <p:cNvSpPr/>
          <p:nvPr/>
        </p:nvSpPr>
        <p:spPr>
          <a:xfrm>
            <a:off x="7439972" y="3713606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8" name="Google Shape;1628;p76"/>
          <p:cNvSpPr/>
          <p:nvPr/>
        </p:nvSpPr>
        <p:spPr>
          <a:xfrm>
            <a:off x="505809" y="3920459"/>
            <a:ext cx="8100970" cy="6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629" name="Google Shape;1629;p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372" y="3917019"/>
            <a:ext cx="8107844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630" name="Google Shape;1630;p76"/>
          <p:cNvSpPr/>
          <p:nvPr/>
        </p:nvSpPr>
        <p:spPr>
          <a:xfrm>
            <a:off x="505809" y="3927342"/>
            <a:ext cx="8100970" cy="282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1" name="Google Shape;1631;p76"/>
          <p:cNvSpPr/>
          <p:nvPr/>
        </p:nvSpPr>
        <p:spPr>
          <a:xfrm>
            <a:off x="505809" y="3927342"/>
            <a:ext cx="8100970" cy="275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2" name="Google Shape;1632;p76"/>
          <p:cNvSpPr/>
          <p:nvPr/>
        </p:nvSpPr>
        <p:spPr>
          <a:xfrm>
            <a:off x="505809" y="3996100"/>
            <a:ext cx="8100970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3" name="Google Shape;1633;p76"/>
          <p:cNvSpPr/>
          <p:nvPr/>
        </p:nvSpPr>
        <p:spPr>
          <a:xfrm>
            <a:off x="505808" y="3996101"/>
            <a:ext cx="1725063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812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4" name="Google Shape;1634;p76"/>
          <p:cNvSpPr/>
          <p:nvPr/>
        </p:nvSpPr>
        <p:spPr>
          <a:xfrm>
            <a:off x="2196487" y="3996100"/>
            <a:ext cx="1747829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5" name="Google Shape;1635;p76"/>
          <p:cNvSpPr/>
          <p:nvPr/>
        </p:nvSpPr>
        <p:spPr>
          <a:xfrm>
            <a:off x="2196487" y="3996100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6" name="Google Shape;1636;p76"/>
          <p:cNvSpPr/>
          <p:nvPr/>
        </p:nvSpPr>
        <p:spPr>
          <a:xfrm>
            <a:off x="2196487" y="3996101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7" name="Google Shape;1637;p76"/>
          <p:cNvSpPr/>
          <p:nvPr/>
        </p:nvSpPr>
        <p:spPr>
          <a:xfrm>
            <a:off x="3944316" y="3996100"/>
            <a:ext cx="1747829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8" name="Google Shape;1638;p76"/>
          <p:cNvSpPr/>
          <p:nvPr/>
        </p:nvSpPr>
        <p:spPr>
          <a:xfrm>
            <a:off x="3944316" y="3996100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9" name="Google Shape;1639;p76"/>
          <p:cNvSpPr/>
          <p:nvPr/>
        </p:nvSpPr>
        <p:spPr>
          <a:xfrm>
            <a:off x="3944315" y="3996101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0" name="Google Shape;1640;p76"/>
          <p:cNvSpPr/>
          <p:nvPr/>
        </p:nvSpPr>
        <p:spPr>
          <a:xfrm>
            <a:off x="5692144" y="3996100"/>
            <a:ext cx="1747829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1" name="Google Shape;1641;p76"/>
          <p:cNvSpPr/>
          <p:nvPr/>
        </p:nvSpPr>
        <p:spPr>
          <a:xfrm>
            <a:off x="5692144" y="3996100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2" name="Google Shape;1642;p76"/>
          <p:cNvSpPr/>
          <p:nvPr/>
        </p:nvSpPr>
        <p:spPr>
          <a:xfrm>
            <a:off x="5692144" y="3996101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3" name="Google Shape;1643;p76"/>
          <p:cNvSpPr/>
          <p:nvPr/>
        </p:nvSpPr>
        <p:spPr>
          <a:xfrm>
            <a:off x="7439973" y="3996100"/>
            <a:ext cx="1166806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4" name="Google Shape;1644;p76"/>
          <p:cNvSpPr/>
          <p:nvPr/>
        </p:nvSpPr>
        <p:spPr>
          <a:xfrm>
            <a:off x="7439972" y="3996100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5" name="Google Shape;1645;p76"/>
          <p:cNvSpPr/>
          <p:nvPr/>
        </p:nvSpPr>
        <p:spPr>
          <a:xfrm>
            <a:off x="7439972" y="3996101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6" name="Google Shape;1646;p76"/>
          <p:cNvSpPr/>
          <p:nvPr/>
        </p:nvSpPr>
        <p:spPr>
          <a:xfrm>
            <a:off x="505809" y="4202954"/>
            <a:ext cx="8100970" cy="6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647" name="Google Shape;1647;p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372" y="4199513"/>
            <a:ext cx="8107844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648" name="Google Shape;1648;p76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 в одну или в две строчки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3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654" name="Google Shape;1654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749" y="1200328"/>
            <a:ext cx="8539118" cy="3196198"/>
          </a:xfrm>
          <a:prstGeom prst="rect">
            <a:avLst/>
          </a:prstGeom>
          <a:noFill/>
          <a:ln>
            <a:noFill/>
          </a:ln>
        </p:spPr>
      </p:pic>
      <p:sp>
        <p:nvSpPr>
          <p:cNvPr id="1655" name="Google Shape;1655;p77"/>
          <p:cNvSpPr/>
          <p:nvPr/>
        </p:nvSpPr>
        <p:spPr>
          <a:xfrm>
            <a:off x="505809" y="1420361"/>
            <a:ext cx="8100970" cy="2756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6" name="Google Shape;1656;p77"/>
          <p:cNvSpPr/>
          <p:nvPr/>
        </p:nvSpPr>
        <p:spPr>
          <a:xfrm>
            <a:off x="505809" y="1420361"/>
            <a:ext cx="8100970" cy="213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7" name="Google Shape;1657;p77"/>
          <p:cNvSpPr/>
          <p:nvPr/>
        </p:nvSpPr>
        <p:spPr>
          <a:xfrm>
            <a:off x="505809" y="1420361"/>
            <a:ext cx="8100970" cy="206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8" name="Google Shape;1658;p77"/>
          <p:cNvSpPr/>
          <p:nvPr/>
        </p:nvSpPr>
        <p:spPr>
          <a:xfrm>
            <a:off x="505809" y="1420361"/>
            <a:ext cx="633409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9" name="Google Shape;1659;p77"/>
          <p:cNvSpPr/>
          <p:nvPr/>
        </p:nvSpPr>
        <p:spPr>
          <a:xfrm>
            <a:off x="1508840" y="1420361"/>
            <a:ext cx="690559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Показатель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0" name="Google Shape;1660;p77"/>
          <p:cNvSpPr/>
          <p:nvPr/>
        </p:nvSpPr>
        <p:spPr>
          <a:xfrm>
            <a:off x="2569016" y="1420361"/>
            <a:ext cx="690559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Показатель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1" name="Google Shape;1661;p77"/>
          <p:cNvSpPr/>
          <p:nvPr/>
        </p:nvSpPr>
        <p:spPr>
          <a:xfrm>
            <a:off x="3629197" y="1420361"/>
            <a:ext cx="690559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Показатель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2" name="Google Shape;1662;p77"/>
          <p:cNvSpPr/>
          <p:nvPr/>
        </p:nvSpPr>
        <p:spPr>
          <a:xfrm>
            <a:off x="4689373" y="1420361"/>
            <a:ext cx="690559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Показатель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3" name="Google Shape;1663;p77"/>
          <p:cNvSpPr/>
          <p:nvPr/>
        </p:nvSpPr>
        <p:spPr>
          <a:xfrm>
            <a:off x="5749554" y="1420361"/>
            <a:ext cx="690559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Показатель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4" name="Google Shape;1664;p77"/>
          <p:cNvSpPr/>
          <p:nvPr/>
        </p:nvSpPr>
        <p:spPr>
          <a:xfrm>
            <a:off x="6809735" y="1420361"/>
            <a:ext cx="690559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Показатель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5" name="Google Shape;1665;p77"/>
          <p:cNvSpPr/>
          <p:nvPr/>
        </p:nvSpPr>
        <p:spPr>
          <a:xfrm>
            <a:off x="7869911" y="1420361"/>
            <a:ext cx="380998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Итого</a:t>
            </a:r>
            <a:endParaRPr b="0" i="0" sz="675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6" name="Google Shape;1666;p77"/>
          <p:cNvSpPr/>
          <p:nvPr/>
        </p:nvSpPr>
        <p:spPr>
          <a:xfrm>
            <a:off x="505809" y="1627214"/>
            <a:ext cx="8100970" cy="6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667" name="Google Shape;1667;p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372" y="1623774"/>
            <a:ext cx="8107844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668" name="Google Shape;1668;p77"/>
          <p:cNvSpPr/>
          <p:nvPr/>
        </p:nvSpPr>
        <p:spPr>
          <a:xfrm>
            <a:off x="505809" y="1634088"/>
            <a:ext cx="8100970" cy="282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9" name="Google Shape;1669;p77"/>
          <p:cNvSpPr/>
          <p:nvPr/>
        </p:nvSpPr>
        <p:spPr>
          <a:xfrm>
            <a:off x="505809" y="1634088"/>
            <a:ext cx="8100970" cy="275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0" name="Google Shape;1670;p77"/>
          <p:cNvSpPr/>
          <p:nvPr/>
        </p:nvSpPr>
        <p:spPr>
          <a:xfrm>
            <a:off x="505809" y="1702846"/>
            <a:ext cx="8100970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1" name="Google Shape;1671;p77"/>
          <p:cNvSpPr/>
          <p:nvPr/>
        </p:nvSpPr>
        <p:spPr>
          <a:xfrm>
            <a:off x="505808" y="1702846"/>
            <a:ext cx="1038220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2" name="Google Shape;1672;p77"/>
          <p:cNvSpPr/>
          <p:nvPr/>
        </p:nvSpPr>
        <p:spPr>
          <a:xfrm>
            <a:off x="1515453" y="1702846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3" name="Google Shape;1673;p77"/>
          <p:cNvSpPr/>
          <p:nvPr/>
        </p:nvSpPr>
        <p:spPr>
          <a:xfrm>
            <a:off x="1515453" y="1702846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4" name="Google Shape;1674;p77"/>
          <p:cNvSpPr/>
          <p:nvPr/>
        </p:nvSpPr>
        <p:spPr>
          <a:xfrm>
            <a:off x="1515453" y="1702846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5" name="Google Shape;1675;p77"/>
          <p:cNvSpPr/>
          <p:nvPr/>
        </p:nvSpPr>
        <p:spPr>
          <a:xfrm>
            <a:off x="2577485" y="1702846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6" name="Google Shape;1676;p77"/>
          <p:cNvSpPr/>
          <p:nvPr/>
        </p:nvSpPr>
        <p:spPr>
          <a:xfrm>
            <a:off x="2577485" y="1702846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7" name="Google Shape;1677;p77"/>
          <p:cNvSpPr/>
          <p:nvPr/>
        </p:nvSpPr>
        <p:spPr>
          <a:xfrm>
            <a:off x="2577485" y="1702846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8" name="Google Shape;1678;p77"/>
          <p:cNvSpPr/>
          <p:nvPr/>
        </p:nvSpPr>
        <p:spPr>
          <a:xfrm>
            <a:off x="3639517" y="1702846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9" name="Google Shape;1679;p77"/>
          <p:cNvSpPr/>
          <p:nvPr/>
        </p:nvSpPr>
        <p:spPr>
          <a:xfrm>
            <a:off x="3639517" y="1702846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0" name="Google Shape;1680;p77"/>
          <p:cNvSpPr/>
          <p:nvPr/>
        </p:nvSpPr>
        <p:spPr>
          <a:xfrm>
            <a:off x="3639517" y="1702846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1" name="Google Shape;1681;p77"/>
          <p:cNvSpPr/>
          <p:nvPr/>
        </p:nvSpPr>
        <p:spPr>
          <a:xfrm>
            <a:off x="4701549" y="1702846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2" name="Google Shape;1682;p77"/>
          <p:cNvSpPr/>
          <p:nvPr/>
        </p:nvSpPr>
        <p:spPr>
          <a:xfrm>
            <a:off x="4701549" y="1702846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3" name="Google Shape;1683;p77"/>
          <p:cNvSpPr/>
          <p:nvPr/>
        </p:nvSpPr>
        <p:spPr>
          <a:xfrm>
            <a:off x="4701549" y="1702846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4" name="Google Shape;1684;p77"/>
          <p:cNvSpPr/>
          <p:nvPr/>
        </p:nvSpPr>
        <p:spPr>
          <a:xfrm>
            <a:off x="5763581" y="1702846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5" name="Google Shape;1685;p77"/>
          <p:cNvSpPr/>
          <p:nvPr/>
        </p:nvSpPr>
        <p:spPr>
          <a:xfrm>
            <a:off x="5763581" y="1702846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6" name="Google Shape;1686;p77"/>
          <p:cNvSpPr/>
          <p:nvPr/>
        </p:nvSpPr>
        <p:spPr>
          <a:xfrm>
            <a:off x="5763581" y="1702846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7" name="Google Shape;1687;p77"/>
          <p:cNvSpPr/>
          <p:nvPr/>
        </p:nvSpPr>
        <p:spPr>
          <a:xfrm>
            <a:off x="6825613" y="1702846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8" name="Google Shape;1688;p77"/>
          <p:cNvSpPr/>
          <p:nvPr/>
        </p:nvSpPr>
        <p:spPr>
          <a:xfrm>
            <a:off x="6825613" y="1702846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9" name="Google Shape;1689;p77"/>
          <p:cNvSpPr/>
          <p:nvPr/>
        </p:nvSpPr>
        <p:spPr>
          <a:xfrm>
            <a:off x="6825613" y="1702846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0" name="Google Shape;1690;p77"/>
          <p:cNvSpPr/>
          <p:nvPr/>
        </p:nvSpPr>
        <p:spPr>
          <a:xfrm>
            <a:off x="7887645" y="1702846"/>
            <a:ext cx="719134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1" name="Google Shape;1691;p77"/>
          <p:cNvSpPr/>
          <p:nvPr/>
        </p:nvSpPr>
        <p:spPr>
          <a:xfrm>
            <a:off x="7887645" y="1702846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2" name="Google Shape;1692;p77"/>
          <p:cNvSpPr/>
          <p:nvPr/>
        </p:nvSpPr>
        <p:spPr>
          <a:xfrm>
            <a:off x="7887645" y="1702846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675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3" name="Google Shape;1693;p77"/>
          <p:cNvSpPr/>
          <p:nvPr/>
        </p:nvSpPr>
        <p:spPr>
          <a:xfrm>
            <a:off x="505809" y="1909700"/>
            <a:ext cx="8100970" cy="6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694" name="Google Shape;1694;p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372" y="1906259"/>
            <a:ext cx="8107844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695" name="Google Shape;1695;p77"/>
          <p:cNvSpPr/>
          <p:nvPr/>
        </p:nvSpPr>
        <p:spPr>
          <a:xfrm>
            <a:off x="505809" y="1916583"/>
            <a:ext cx="8100970" cy="282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6" name="Google Shape;1696;p77"/>
          <p:cNvSpPr/>
          <p:nvPr/>
        </p:nvSpPr>
        <p:spPr>
          <a:xfrm>
            <a:off x="505809" y="1916583"/>
            <a:ext cx="8100970" cy="275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7" name="Google Shape;1697;p77"/>
          <p:cNvSpPr/>
          <p:nvPr/>
        </p:nvSpPr>
        <p:spPr>
          <a:xfrm>
            <a:off x="505809" y="1985341"/>
            <a:ext cx="8100970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8" name="Google Shape;1698;p77"/>
          <p:cNvSpPr/>
          <p:nvPr/>
        </p:nvSpPr>
        <p:spPr>
          <a:xfrm>
            <a:off x="505808" y="1985341"/>
            <a:ext cx="1038220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9" name="Google Shape;1699;p77"/>
          <p:cNvSpPr/>
          <p:nvPr/>
        </p:nvSpPr>
        <p:spPr>
          <a:xfrm>
            <a:off x="1515453" y="1985341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0" name="Google Shape;1700;p77"/>
          <p:cNvSpPr/>
          <p:nvPr/>
        </p:nvSpPr>
        <p:spPr>
          <a:xfrm>
            <a:off x="1515453" y="1985341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1" name="Google Shape;1701;p77"/>
          <p:cNvSpPr/>
          <p:nvPr/>
        </p:nvSpPr>
        <p:spPr>
          <a:xfrm>
            <a:off x="1515453" y="1985341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2" name="Google Shape;1702;p77"/>
          <p:cNvSpPr/>
          <p:nvPr/>
        </p:nvSpPr>
        <p:spPr>
          <a:xfrm>
            <a:off x="2577485" y="1985341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3" name="Google Shape;1703;p77"/>
          <p:cNvSpPr/>
          <p:nvPr/>
        </p:nvSpPr>
        <p:spPr>
          <a:xfrm>
            <a:off x="2577485" y="1985341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4" name="Google Shape;1704;p77"/>
          <p:cNvSpPr/>
          <p:nvPr/>
        </p:nvSpPr>
        <p:spPr>
          <a:xfrm>
            <a:off x="2577485" y="1985341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5" name="Google Shape;1705;p77"/>
          <p:cNvSpPr/>
          <p:nvPr/>
        </p:nvSpPr>
        <p:spPr>
          <a:xfrm>
            <a:off x="3639517" y="1985341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6" name="Google Shape;1706;p77"/>
          <p:cNvSpPr/>
          <p:nvPr/>
        </p:nvSpPr>
        <p:spPr>
          <a:xfrm>
            <a:off x="3639517" y="1985341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7" name="Google Shape;1707;p77"/>
          <p:cNvSpPr/>
          <p:nvPr/>
        </p:nvSpPr>
        <p:spPr>
          <a:xfrm>
            <a:off x="3639517" y="1985341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8" name="Google Shape;1708;p77"/>
          <p:cNvSpPr/>
          <p:nvPr/>
        </p:nvSpPr>
        <p:spPr>
          <a:xfrm>
            <a:off x="4701549" y="1985341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9" name="Google Shape;1709;p77"/>
          <p:cNvSpPr/>
          <p:nvPr/>
        </p:nvSpPr>
        <p:spPr>
          <a:xfrm>
            <a:off x="4701549" y="1985341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0" name="Google Shape;1710;p77"/>
          <p:cNvSpPr/>
          <p:nvPr/>
        </p:nvSpPr>
        <p:spPr>
          <a:xfrm>
            <a:off x="4701549" y="1985341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1" name="Google Shape;1711;p77"/>
          <p:cNvSpPr/>
          <p:nvPr/>
        </p:nvSpPr>
        <p:spPr>
          <a:xfrm>
            <a:off x="5763581" y="1985341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2" name="Google Shape;1712;p77"/>
          <p:cNvSpPr/>
          <p:nvPr/>
        </p:nvSpPr>
        <p:spPr>
          <a:xfrm>
            <a:off x="5763581" y="1985341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3" name="Google Shape;1713;p77"/>
          <p:cNvSpPr/>
          <p:nvPr/>
        </p:nvSpPr>
        <p:spPr>
          <a:xfrm>
            <a:off x="5763581" y="1985341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4" name="Google Shape;1714;p77"/>
          <p:cNvSpPr/>
          <p:nvPr/>
        </p:nvSpPr>
        <p:spPr>
          <a:xfrm>
            <a:off x="6825613" y="1985341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5" name="Google Shape;1715;p77"/>
          <p:cNvSpPr/>
          <p:nvPr/>
        </p:nvSpPr>
        <p:spPr>
          <a:xfrm>
            <a:off x="6825613" y="1985341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6" name="Google Shape;1716;p77"/>
          <p:cNvSpPr/>
          <p:nvPr/>
        </p:nvSpPr>
        <p:spPr>
          <a:xfrm>
            <a:off x="6825613" y="1985341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7" name="Google Shape;1717;p77"/>
          <p:cNvSpPr/>
          <p:nvPr/>
        </p:nvSpPr>
        <p:spPr>
          <a:xfrm>
            <a:off x="7887645" y="1985341"/>
            <a:ext cx="719134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8" name="Google Shape;1718;p77"/>
          <p:cNvSpPr/>
          <p:nvPr/>
        </p:nvSpPr>
        <p:spPr>
          <a:xfrm>
            <a:off x="7887645" y="1985341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9" name="Google Shape;1719;p77"/>
          <p:cNvSpPr/>
          <p:nvPr/>
        </p:nvSpPr>
        <p:spPr>
          <a:xfrm>
            <a:off x="7887645" y="1985341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675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0" name="Google Shape;1720;p77"/>
          <p:cNvSpPr/>
          <p:nvPr/>
        </p:nvSpPr>
        <p:spPr>
          <a:xfrm>
            <a:off x="505809" y="2192195"/>
            <a:ext cx="8100970" cy="6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721" name="Google Shape;1721;p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372" y="2188754"/>
            <a:ext cx="8107844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722" name="Google Shape;1722;p77"/>
          <p:cNvSpPr/>
          <p:nvPr/>
        </p:nvSpPr>
        <p:spPr>
          <a:xfrm>
            <a:off x="505809" y="2199068"/>
            <a:ext cx="8100970" cy="282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3" name="Google Shape;1723;p77"/>
          <p:cNvSpPr/>
          <p:nvPr/>
        </p:nvSpPr>
        <p:spPr>
          <a:xfrm>
            <a:off x="505809" y="2199068"/>
            <a:ext cx="8100970" cy="275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4" name="Google Shape;1724;p77"/>
          <p:cNvSpPr/>
          <p:nvPr/>
        </p:nvSpPr>
        <p:spPr>
          <a:xfrm>
            <a:off x="505809" y="2267826"/>
            <a:ext cx="8100970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5" name="Google Shape;1725;p77"/>
          <p:cNvSpPr/>
          <p:nvPr/>
        </p:nvSpPr>
        <p:spPr>
          <a:xfrm>
            <a:off x="505808" y="2267826"/>
            <a:ext cx="1038220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6" name="Google Shape;1726;p77"/>
          <p:cNvSpPr/>
          <p:nvPr/>
        </p:nvSpPr>
        <p:spPr>
          <a:xfrm>
            <a:off x="1515453" y="2267826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7" name="Google Shape;1727;p77"/>
          <p:cNvSpPr/>
          <p:nvPr/>
        </p:nvSpPr>
        <p:spPr>
          <a:xfrm>
            <a:off x="1515453" y="2267826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8" name="Google Shape;1728;p77"/>
          <p:cNvSpPr/>
          <p:nvPr/>
        </p:nvSpPr>
        <p:spPr>
          <a:xfrm>
            <a:off x="1515453" y="2267826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9" name="Google Shape;1729;p77"/>
          <p:cNvSpPr/>
          <p:nvPr/>
        </p:nvSpPr>
        <p:spPr>
          <a:xfrm>
            <a:off x="2577485" y="2267826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0" name="Google Shape;1730;p77"/>
          <p:cNvSpPr/>
          <p:nvPr/>
        </p:nvSpPr>
        <p:spPr>
          <a:xfrm>
            <a:off x="2577485" y="2267826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1" name="Google Shape;1731;p77"/>
          <p:cNvSpPr/>
          <p:nvPr/>
        </p:nvSpPr>
        <p:spPr>
          <a:xfrm>
            <a:off x="2577485" y="2267826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2" name="Google Shape;1732;p77"/>
          <p:cNvSpPr/>
          <p:nvPr/>
        </p:nvSpPr>
        <p:spPr>
          <a:xfrm>
            <a:off x="3639517" y="2267826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3" name="Google Shape;1733;p77"/>
          <p:cNvSpPr/>
          <p:nvPr/>
        </p:nvSpPr>
        <p:spPr>
          <a:xfrm>
            <a:off x="3639517" y="2267826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4" name="Google Shape;1734;p77"/>
          <p:cNvSpPr/>
          <p:nvPr/>
        </p:nvSpPr>
        <p:spPr>
          <a:xfrm>
            <a:off x="3639517" y="2267826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5" name="Google Shape;1735;p77"/>
          <p:cNvSpPr/>
          <p:nvPr/>
        </p:nvSpPr>
        <p:spPr>
          <a:xfrm>
            <a:off x="4701549" y="2267826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6" name="Google Shape;1736;p77"/>
          <p:cNvSpPr/>
          <p:nvPr/>
        </p:nvSpPr>
        <p:spPr>
          <a:xfrm>
            <a:off x="4701549" y="2267826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7" name="Google Shape;1737;p77"/>
          <p:cNvSpPr/>
          <p:nvPr/>
        </p:nvSpPr>
        <p:spPr>
          <a:xfrm>
            <a:off x="4701549" y="2267826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8" name="Google Shape;1738;p77"/>
          <p:cNvSpPr/>
          <p:nvPr/>
        </p:nvSpPr>
        <p:spPr>
          <a:xfrm>
            <a:off x="5763581" y="2267826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9" name="Google Shape;1739;p77"/>
          <p:cNvSpPr/>
          <p:nvPr/>
        </p:nvSpPr>
        <p:spPr>
          <a:xfrm>
            <a:off x="5763581" y="2267826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0" name="Google Shape;1740;p77"/>
          <p:cNvSpPr/>
          <p:nvPr/>
        </p:nvSpPr>
        <p:spPr>
          <a:xfrm>
            <a:off x="5763581" y="2267826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1" name="Google Shape;1741;p77"/>
          <p:cNvSpPr/>
          <p:nvPr/>
        </p:nvSpPr>
        <p:spPr>
          <a:xfrm>
            <a:off x="6825613" y="2267826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2" name="Google Shape;1742;p77"/>
          <p:cNvSpPr/>
          <p:nvPr/>
        </p:nvSpPr>
        <p:spPr>
          <a:xfrm>
            <a:off x="6825613" y="2267826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3" name="Google Shape;1743;p77"/>
          <p:cNvSpPr/>
          <p:nvPr/>
        </p:nvSpPr>
        <p:spPr>
          <a:xfrm>
            <a:off x="6825613" y="2267826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4" name="Google Shape;1744;p77"/>
          <p:cNvSpPr/>
          <p:nvPr/>
        </p:nvSpPr>
        <p:spPr>
          <a:xfrm>
            <a:off x="7887645" y="2267826"/>
            <a:ext cx="719134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5" name="Google Shape;1745;p77"/>
          <p:cNvSpPr/>
          <p:nvPr/>
        </p:nvSpPr>
        <p:spPr>
          <a:xfrm>
            <a:off x="7887645" y="2267826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6" name="Google Shape;1746;p77"/>
          <p:cNvSpPr/>
          <p:nvPr/>
        </p:nvSpPr>
        <p:spPr>
          <a:xfrm>
            <a:off x="7887645" y="2267826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675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7" name="Google Shape;1747;p77"/>
          <p:cNvSpPr/>
          <p:nvPr/>
        </p:nvSpPr>
        <p:spPr>
          <a:xfrm>
            <a:off x="505809" y="2474680"/>
            <a:ext cx="8100970" cy="6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748" name="Google Shape;1748;p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372" y="2471239"/>
            <a:ext cx="8107844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749" name="Google Shape;1749;p77"/>
          <p:cNvSpPr/>
          <p:nvPr/>
        </p:nvSpPr>
        <p:spPr>
          <a:xfrm>
            <a:off x="505809" y="2481563"/>
            <a:ext cx="8100970" cy="282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0" name="Google Shape;1750;p77"/>
          <p:cNvSpPr/>
          <p:nvPr/>
        </p:nvSpPr>
        <p:spPr>
          <a:xfrm>
            <a:off x="505809" y="2481563"/>
            <a:ext cx="8100970" cy="275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1" name="Google Shape;1751;p77"/>
          <p:cNvSpPr/>
          <p:nvPr/>
        </p:nvSpPr>
        <p:spPr>
          <a:xfrm>
            <a:off x="505809" y="2550321"/>
            <a:ext cx="8100970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2" name="Google Shape;1752;p77"/>
          <p:cNvSpPr/>
          <p:nvPr/>
        </p:nvSpPr>
        <p:spPr>
          <a:xfrm>
            <a:off x="505808" y="2550321"/>
            <a:ext cx="1038220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3" name="Google Shape;1753;p77"/>
          <p:cNvSpPr/>
          <p:nvPr/>
        </p:nvSpPr>
        <p:spPr>
          <a:xfrm>
            <a:off x="1515453" y="2550321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4" name="Google Shape;1754;p77"/>
          <p:cNvSpPr/>
          <p:nvPr/>
        </p:nvSpPr>
        <p:spPr>
          <a:xfrm>
            <a:off x="1515453" y="2550321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5" name="Google Shape;1755;p77"/>
          <p:cNvSpPr/>
          <p:nvPr/>
        </p:nvSpPr>
        <p:spPr>
          <a:xfrm>
            <a:off x="1515453" y="2550321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6" name="Google Shape;1756;p77"/>
          <p:cNvSpPr/>
          <p:nvPr/>
        </p:nvSpPr>
        <p:spPr>
          <a:xfrm>
            <a:off x="2577485" y="2550321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7" name="Google Shape;1757;p77"/>
          <p:cNvSpPr/>
          <p:nvPr/>
        </p:nvSpPr>
        <p:spPr>
          <a:xfrm>
            <a:off x="2577485" y="2550321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8" name="Google Shape;1758;p77"/>
          <p:cNvSpPr/>
          <p:nvPr/>
        </p:nvSpPr>
        <p:spPr>
          <a:xfrm>
            <a:off x="2577485" y="2550321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9" name="Google Shape;1759;p77"/>
          <p:cNvSpPr/>
          <p:nvPr/>
        </p:nvSpPr>
        <p:spPr>
          <a:xfrm>
            <a:off x="3639517" y="2550321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0" name="Google Shape;1760;p77"/>
          <p:cNvSpPr/>
          <p:nvPr/>
        </p:nvSpPr>
        <p:spPr>
          <a:xfrm>
            <a:off x="3639517" y="2550321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1" name="Google Shape;1761;p77"/>
          <p:cNvSpPr/>
          <p:nvPr/>
        </p:nvSpPr>
        <p:spPr>
          <a:xfrm>
            <a:off x="3639517" y="2550321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2" name="Google Shape;1762;p77"/>
          <p:cNvSpPr/>
          <p:nvPr/>
        </p:nvSpPr>
        <p:spPr>
          <a:xfrm>
            <a:off x="4701549" y="2550321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3" name="Google Shape;1763;p77"/>
          <p:cNvSpPr/>
          <p:nvPr/>
        </p:nvSpPr>
        <p:spPr>
          <a:xfrm>
            <a:off x="4701549" y="2550321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4" name="Google Shape;1764;p77"/>
          <p:cNvSpPr/>
          <p:nvPr/>
        </p:nvSpPr>
        <p:spPr>
          <a:xfrm>
            <a:off x="4701549" y="2550321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5" name="Google Shape;1765;p77"/>
          <p:cNvSpPr/>
          <p:nvPr/>
        </p:nvSpPr>
        <p:spPr>
          <a:xfrm>
            <a:off x="5763581" y="2550321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6" name="Google Shape;1766;p77"/>
          <p:cNvSpPr/>
          <p:nvPr/>
        </p:nvSpPr>
        <p:spPr>
          <a:xfrm>
            <a:off x="5763581" y="2550321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7" name="Google Shape;1767;p77"/>
          <p:cNvSpPr/>
          <p:nvPr/>
        </p:nvSpPr>
        <p:spPr>
          <a:xfrm>
            <a:off x="5763581" y="2550321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8" name="Google Shape;1768;p77"/>
          <p:cNvSpPr/>
          <p:nvPr/>
        </p:nvSpPr>
        <p:spPr>
          <a:xfrm>
            <a:off x="6825613" y="2550321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9" name="Google Shape;1769;p77"/>
          <p:cNvSpPr/>
          <p:nvPr/>
        </p:nvSpPr>
        <p:spPr>
          <a:xfrm>
            <a:off x="6825613" y="2550321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0" name="Google Shape;1770;p77"/>
          <p:cNvSpPr/>
          <p:nvPr/>
        </p:nvSpPr>
        <p:spPr>
          <a:xfrm>
            <a:off x="6825613" y="2550321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1" name="Google Shape;1771;p77"/>
          <p:cNvSpPr/>
          <p:nvPr/>
        </p:nvSpPr>
        <p:spPr>
          <a:xfrm>
            <a:off x="7887645" y="2550321"/>
            <a:ext cx="719134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2" name="Google Shape;1772;p77"/>
          <p:cNvSpPr/>
          <p:nvPr/>
        </p:nvSpPr>
        <p:spPr>
          <a:xfrm>
            <a:off x="7887645" y="2550321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3" name="Google Shape;1773;p77"/>
          <p:cNvSpPr/>
          <p:nvPr/>
        </p:nvSpPr>
        <p:spPr>
          <a:xfrm>
            <a:off x="7887645" y="2550321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675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4" name="Google Shape;1774;p77"/>
          <p:cNvSpPr/>
          <p:nvPr/>
        </p:nvSpPr>
        <p:spPr>
          <a:xfrm>
            <a:off x="505809" y="2757175"/>
            <a:ext cx="8100970" cy="6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775" name="Google Shape;1775;p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372" y="2753734"/>
            <a:ext cx="8107844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776" name="Google Shape;1776;p77"/>
          <p:cNvSpPr/>
          <p:nvPr/>
        </p:nvSpPr>
        <p:spPr>
          <a:xfrm>
            <a:off x="505809" y="2764049"/>
            <a:ext cx="8100970" cy="282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7" name="Google Shape;1777;p77"/>
          <p:cNvSpPr/>
          <p:nvPr/>
        </p:nvSpPr>
        <p:spPr>
          <a:xfrm>
            <a:off x="505809" y="2764049"/>
            <a:ext cx="8100970" cy="275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8" name="Google Shape;1778;p77"/>
          <p:cNvSpPr/>
          <p:nvPr/>
        </p:nvSpPr>
        <p:spPr>
          <a:xfrm>
            <a:off x="505809" y="2832807"/>
            <a:ext cx="8100970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9" name="Google Shape;1779;p77"/>
          <p:cNvSpPr/>
          <p:nvPr/>
        </p:nvSpPr>
        <p:spPr>
          <a:xfrm>
            <a:off x="505808" y="2832807"/>
            <a:ext cx="1038220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0" name="Google Shape;1780;p77"/>
          <p:cNvSpPr/>
          <p:nvPr/>
        </p:nvSpPr>
        <p:spPr>
          <a:xfrm>
            <a:off x="1515453" y="2832807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1" name="Google Shape;1781;p77"/>
          <p:cNvSpPr/>
          <p:nvPr/>
        </p:nvSpPr>
        <p:spPr>
          <a:xfrm>
            <a:off x="1515453" y="2832807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2" name="Google Shape;1782;p77"/>
          <p:cNvSpPr/>
          <p:nvPr/>
        </p:nvSpPr>
        <p:spPr>
          <a:xfrm>
            <a:off x="1515453" y="2832807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3" name="Google Shape;1783;p77"/>
          <p:cNvSpPr/>
          <p:nvPr/>
        </p:nvSpPr>
        <p:spPr>
          <a:xfrm>
            <a:off x="2577485" y="2832807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4" name="Google Shape;1784;p77"/>
          <p:cNvSpPr/>
          <p:nvPr/>
        </p:nvSpPr>
        <p:spPr>
          <a:xfrm>
            <a:off x="2577485" y="2832807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5" name="Google Shape;1785;p77"/>
          <p:cNvSpPr/>
          <p:nvPr/>
        </p:nvSpPr>
        <p:spPr>
          <a:xfrm>
            <a:off x="2577485" y="2832807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6" name="Google Shape;1786;p77"/>
          <p:cNvSpPr/>
          <p:nvPr/>
        </p:nvSpPr>
        <p:spPr>
          <a:xfrm>
            <a:off x="3639517" y="2832807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7" name="Google Shape;1787;p77"/>
          <p:cNvSpPr/>
          <p:nvPr/>
        </p:nvSpPr>
        <p:spPr>
          <a:xfrm>
            <a:off x="3639517" y="2832807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8" name="Google Shape;1788;p77"/>
          <p:cNvSpPr/>
          <p:nvPr/>
        </p:nvSpPr>
        <p:spPr>
          <a:xfrm>
            <a:off x="3639517" y="2832807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9" name="Google Shape;1789;p77"/>
          <p:cNvSpPr/>
          <p:nvPr/>
        </p:nvSpPr>
        <p:spPr>
          <a:xfrm>
            <a:off x="4701549" y="2832807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0" name="Google Shape;1790;p77"/>
          <p:cNvSpPr/>
          <p:nvPr/>
        </p:nvSpPr>
        <p:spPr>
          <a:xfrm>
            <a:off x="4701549" y="2832807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1" name="Google Shape;1791;p77"/>
          <p:cNvSpPr/>
          <p:nvPr/>
        </p:nvSpPr>
        <p:spPr>
          <a:xfrm>
            <a:off x="4701549" y="2832807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2" name="Google Shape;1792;p77"/>
          <p:cNvSpPr/>
          <p:nvPr/>
        </p:nvSpPr>
        <p:spPr>
          <a:xfrm>
            <a:off x="5763581" y="2832807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3" name="Google Shape;1793;p77"/>
          <p:cNvSpPr/>
          <p:nvPr/>
        </p:nvSpPr>
        <p:spPr>
          <a:xfrm>
            <a:off x="5763581" y="2832807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4" name="Google Shape;1794;p77"/>
          <p:cNvSpPr/>
          <p:nvPr/>
        </p:nvSpPr>
        <p:spPr>
          <a:xfrm>
            <a:off x="5763581" y="2832807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5" name="Google Shape;1795;p77"/>
          <p:cNvSpPr/>
          <p:nvPr/>
        </p:nvSpPr>
        <p:spPr>
          <a:xfrm>
            <a:off x="6825613" y="2832807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6" name="Google Shape;1796;p77"/>
          <p:cNvSpPr/>
          <p:nvPr/>
        </p:nvSpPr>
        <p:spPr>
          <a:xfrm>
            <a:off x="6825613" y="2832807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7" name="Google Shape;1797;p77"/>
          <p:cNvSpPr/>
          <p:nvPr/>
        </p:nvSpPr>
        <p:spPr>
          <a:xfrm>
            <a:off x="6825613" y="2832807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8" name="Google Shape;1798;p77"/>
          <p:cNvSpPr/>
          <p:nvPr/>
        </p:nvSpPr>
        <p:spPr>
          <a:xfrm>
            <a:off x="7887645" y="2832807"/>
            <a:ext cx="719134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9" name="Google Shape;1799;p77"/>
          <p:cNvSpPr/>
          <p:nvPr/>
        </p:nvSpPr>
        <p:spPr>
          <a:xfrm>
            <a:off x="7887645" y="2832807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0" name="Google Shape;1800;p77"/>
          <p:cNvSpPr/>
          <p:nvPr/>
        </p:nvSpPr>
        <p:spPr>
          <a:xfrm>
            <a:off x="7887645" y="2832807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675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1" name="Google Shape;1801;p77"/>
          <p:cNvSpPr/>
          <p:nvPr/>
        </p:nvSpPr>
        <p:spPr>
          <a:xfrm>
            <a:off x="505809" y="3039661"/>
            <a:ext cx="8100970" cy="6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802" name="Google Shape;1802;p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372" y="3036220"/>
            <a:ext cx="8107844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803" name="Google Shape;1803;p77"/>
          <p:cNvSpPr/>
          <p:nvPr/>
        </p:nvSpPr>
        <p:spPr>
          <a:xfrm>
            <a:off x="505809" y="3046534"/>
            <a:ext cx="8100970" cy="282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4" name="Google Shape;1804;p77"/>
          <p:cNvSpPr/>
          <p:nvPr/>
        </p:nvSpPr>
        <p:spPr>
          <a:xfrm>
            <a:off x="505809" y="3046534"/>
            <a:ext cx="8100970" cy="275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5" name="Google Shape;1805;p77"/>
          <p:cNvSpPr/>
          <p:nvPr/>
        </p:nvSpPr>
        <p:spPr>
          <a:xfrm>
            <a:off x="505809" y="3115292"/>
            <a:ext cx="8100970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6" name="Google Shape;1806;p77"/>
          <p:cNvSpPr/>
          <p:nvPr/>
        </p:nvSpPr>
        <p:spPr>
          <a:xfrm>
            <a:off x="505808" y="3115293"/>
            <a:ext cx="1038220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7" name="Google Shape;1807;p77"/>
          <p:cNvSpPr/>
          <p:nvPr/>
        </p:nvSpPr>
        <p:spPr>
          <a:xfrm>
            <a:off x="1515453" y="3115292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8" name="Google Shape;1808;p77"/>
          <p:cNvSpPr/>
          <p:nvPr/>
        </p:nvSpPr>
        <p:spPr>
          <a:xfrm>
            <a:off x="1515453" y="3115292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9" name="Google Shape;1809;p77"/>
          <p:cNvSpPr/>
          <p:nvPr/>
        </p:nvSpPr>
        <p:spPr>
          <a:xfrm>
            <a:off x="1515453" y="3115293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0" name="Google Shape;1810;p77"/>
          <p:cNvSpPr/>
          <p:nvPr/>
        </p:nvSpPr>
        <p:spPr>
          <a:xfrm>
            <a:off x="2577485" y="3115292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1" name="Google Shape;1811;p77"/>
          <p:cNvSpPr/>
          <p:nvPr/>
        </p:nvSpPr>
        <p:spPr>
          <a:xfrm>
            <a:off x="2577485" y="3115292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2" name="Google Shape;1812;p77"/>
          <p:cNvSpPr/>
          <p:nvPr/>
        </p:nvSpPr>
        <p:spPr>
          <a:xfrm>
            <a:off x="2577485" y="3115293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3" name="Google Shape;1813;p77"/>
          <p:cNvSpPr/>
          <p:nvPr/>
        </p:nvSpPr>
        <p:spPr>
          <a:xfrm>
            <a:off x="3639517" y="3115292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4" name="Google Shape;1814;p77"/>
          <p:cNvSpPr/>
          <p:nvPr/>
        </p:nvSpPr>
        <p:spPr>
          <a:xfrm>
            <a:off x="3639517" y="3115292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5" name="Google Shape;1815;p77"/>
          <p:cNvSpPr/>
          <p:nvPr/>
        </p:nvSpPr>
        <p:spPr>
          <a:xfrm>
            <a:off x="3639517" y="3115293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6" name="Google Shape;1816;p77"/>
          <p:cNvSpPr/>
          <p:nvPr/>
        </p:nvSpPr>
        <p:spPr>
          <a:xfrm>
            <a:off x="4701549" y="3115292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7" name="Google Shape;1817;p77"/>
          <p:cNvSpPr/>
          <p:nvPr/>
        </p:nvSpPr>
        <p:spPr>
          <a:xfrm>
            <a:off x="4701549" y="3115292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8" name="Google Shape;1818;p77"/>
          <p:cNvSpPr/>
          <p:nvPr/>
        </p:nvSpPr>
        <p:spPr>
          <a:xfrm>
            <a:off x="4701549" y="3115293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9" name="Google Shape;1819;p77"/>
          <p:cNvSpPr/>
          <p:nvPr/>
        </p:nvSpPr>
        <p:spPr>
          <a:xfrm>
            <a:off x="5763581" y="3115292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0" name="Google Shape;1820;p77"/>
          <p:cNvSpPr/>
          <p:nvPr/>
        </p:nvSpPr>
        <p:spPr>
          <a:xfrm>
            <a:off x="5763581" y="3115292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1" name="Google Shape;1821;p77"/>
          <p:cNvSpPr/>
          <p:nvPr/>
        </p:nvSpPr>
        <p:spPr>
          <a:xfrm>
            <a:off x="5763581" y="3115293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2" name="Google Shape;1822;p77"/>
          <p:cNvSpPr/>
          <p:nvPr/>
        </p:nvSpPr>
        <p:spPr>
          <a:xfrm>
            <a:off x="6825613" y="3115292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3" name="Google Shape;1823;p77"/>
          <p:cNvSpPr/>
          <p:nvPr/>
        </p:nvSpPr>
        <p:spPr>
          <a:xfrm>
            <a:off x="6825613" y="3115292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4" name="Google Shape;1824;p77"/>
          <p:cNvSpPr/>
          <p:nvPr/>
        </p:nvSpPr>
        <p:spPr>
          <a:xfrm>
            <a:off x="6825613" y="3115293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5" name="Google Shape;1825;p77"/>
          <p:cNvSpPr/>
          <p:nvPr/>
        </p:nvSpPr>
        <p:spPr>
          <a:xfrm>
            <a:off x="7887645" y="3115292"/>
            <a:ext cx="719134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6" name="Google Shape;1826;p77"/>
          <p:cNvSpPr/>
          <p:nvPr/>
        </p:nvSpPr>
        <p:spPr>
          <a:xfrm>
            <a:off x="7887645" y="3115292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7" name="Google Shape;1827;p77"/>
          <p:cNvSpPr/>
          <p:nvPr/>
        </p:nvSpPr>
        <p:spPr>
          <a:xfrm>
            <a:off x="7887645" y="3115293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675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8" name="Google Shape;1828;p77"/>
          <p:cNvSpPr/>
          <p:nvPr/>
        </p:nvSpPr>
        <p:spPr>
          <a:xfrm>
            <a:off x="505809" y="3322146"/>
            <a:ext cx="8100970" cy="6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829" name="Google Shape;1829;p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372" y="3318705"/>
            <a:ext cx="8107844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830" name="Google Shape;1830;p77"/>
          <p:cNvSpPr/>
          <p:nvPr/>
        </p:nvSpPr>
        <p:spPr>
          <a:xfrm>
            <a:off x="505809" y="3329029"/>
            <a:ext cx="8100970" cy="282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1" name="Google Shape;1831;p77"/>
          <p:cNvSpPr/>
          <p:nvPr/>
        </p:nvSpPr>
        <p:spPr>
          <a:xfrm>
            <a:off x="505809" y="3329029"/>
            <a:ext cx="8100970" cy="275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2" name="Google Shape;1832;p77"/>
          <p:cNvSpPr/>
          <p:nvPr/>
        </p:nvSpPr>
        <p:spPr>
          <a:xfrm>
            <a:off x="505809" y="3397787"/>
            <a:ext cx="8100970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3" name="Google Shape;1833;p77"/>
          <p:cNvSpPr/>
          <p:nvPr/>
        </p:nvSpPr>
        <p:spPr>
          <a:xfrm>
            <a:off x="505808" y="3397787"/>
            <a:ext cx="1038220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4" name="Google Shape;1834;p77"/>
          <p:cNvSpPr/>
          <p:nvPr/>
        </p:nvSpPr>
        <p:spPr>
          <a:xfrm>
            <a:off x="1515453" y="3397787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5" name="Google Shape;1835;p77"/>
          <p:cNvSpPr/>
          <p:nvPr/>
        </p:nvSpPr>
        <p:spPr>
          <a:xfrm>
            <a:off x="1515453" y="3397787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6" name="Google Shape;1836;p77"/>
          <p:cNvSpPr/>
          <p:nvPr/>
        </p:nvSpPr>
        <p:spPr>
          <a:xfrm>
            <a:off x="1515453" y="3397787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7" name="Google Shape;1837;p77"/>
          <p:cNvSpPr/>
          <p:nvPr/>
        </p:nvSpPr>
        <p:spPr>
          <a:xfrm>
            <a:off x="2577485" y="3397787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8" name="Google Shape;1838;p77"/>
          <p:cNvSpPr/>
          <p:nvPr/>
        </p:nvSpPr>
        <p:spPr>
          <a:xfrm>
            <a:off x="2577485" y="3397787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9" name="Google Shape;1839;p77"/>
          <p:cNvSpPr/>
          <p:nvPr/>
        </p:nvSpPr>
        <p:spPr>
          <a:xfrm>
            <a:off x="2577485" y="3397787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0" name="Google Shape;1840;p77"/>
          <p:cNvSpPr/>
          <p:nvPr/>
        </p:nvSpPr>
        <p:spPr>
          <a:xfrm>
            <a:off x="3639517" y="3397787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1" name="Google Shape;1841;p77"/>
          <p:cNvSpPr/>
          <p:nvPr/>
        </p:nvSpPr>
        <p:spPr>
          <a:xfrm>
            <a:off x="3639517" y="3397787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2" name="Google Shape;1842;p77"/>
          <p:cNvSpPr/>
          <p:nvPr/>
        </p:nvSpPr>
        <p:spPr>
          <a:xfrm>
            <a:off x="3639517" y="3397787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3" name="Google Shape;1843;p77"/>
          <p:cNvSpPr/>
          <p:nvPr/>
        </p:nvSpPr>
        <p:spPr>
          <a:xfrm>
            <a:off x="4701549" y="3397787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4" name="Google Shape;1844;p77"/>
          <p:cNvSpPr/>
          <p:nvPr/>
        </p:nvSpPr>
        <p:spPr>
          <a:xfrm>
            <a:off x="4701549" y="3397787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5" name="Google Shape;1845;p77"/>
          <p:cNvSpPr/>
          <p:nvPr/>
        </p:nvSpPr>
        <p:spPr>
          <a:xfrm>
            <a:off x="4701549" y="3397787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6" name="Google Shape;1846;p77"/>
          <p:cNvSpPr/>
          <p:nvPr/>
        </p:nvSpPr>
        <p:spPr>
          <a:xfrm>
            <a:off x="5763581" y="3397787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7" name="Google Shape;1847;p77"/>
          <p:cNvSpPr/>
          <p:nvPr/>
        </p:nvSpPr>
        <p:spPr>
          <a:xfrm>
            <a:off x="5763581" y="3397787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8" name="Google Shape;1848;p77"/>
          <p:cNvSpPr/>
          <p:nvPr/>
        </p:nvSpPr>
        <p:spPr>
          <a:xfrm>
            <a:off x="5763581" y="3397787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9" name="Google Shape;1849;p77"/>
          <p:cNvSpPr/>
          <p:nvPr/>
        </p:nvSpPr>
        <p:spPr>
          <a:xfrm>
            <a:off x="6825613" y="3397787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0" name="Google Shape;1850;p77"/>
          <p:cNvSpPr/>
          <p:nvPr/>
        </p:nvSpPr>
        <p:spPr>
          <a:xfrm>
            <a:off x="6825613" y="3397787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1" name="Google Shape;1851;p77"/>
          <p:cNvSpPr/>
          <p:nvPr/>
        </p:nvSpPr>
        <p:spPr>
          <a:xfrm>
            <a:off x="6825613" y="3397787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2" name="Google Shape;1852;p77"/>
          <p:cNvSpPr/>
          <p:nvPr/>
        </p:nvSpPr>
        <p:spPr>
          <a:xfrm>
            <a:off x="7887645" y="3397787"/>
            <a:ext cx="719134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3" name="Google Shape;1853;p77"/>
          <p:cNvSpPr/>
          <p:nvPr/>
        </p:nvSpPr>
        <p:spPr>
          <a:xfrm>
            <a:off x="7887645" y="3397787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4" name="Google Shape;1854;p77"/>
          <p:cNvSpPr/>
          <p:nvPr/>
        </p:nvSpPr>
        <p:spPr>
          <a:xfrm>
            <a:off x="7887645" y="3397787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675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5" name="Google Shape;1855;p77"/>
          <p:cNvSpPr/>
          <p:nvPr/>
        </p:nvSpPr>
        <p:spPr>
          <a:xfrm>
            <a:off x="505809" y="3604641"/>
            <a:ext cx="8100970" cy="6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856" name="Google Shape;1856;p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372" y="3601200"/>
            <a:ext cx="8107844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857" name="Google Shape;1857;p77"/>
          <p:cNvSpPr/>
          <p:nvPr/>
        </p:nvSpPr>
        <p:spPr>
          <a:xfrm>
            <a:off x="505809" y="3611514"/>
            <a:ext cx="8100970" cy="282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8" name="Google Shape;1858;p77"/>
          <p:cNvSpPr/>
          <p:nvPr/>
        </p:nvSpPr>
        <p:spPr>
          <a:xfrm>
            <a:off x="505809" y="3611514"/>
            <a:ext cx="8100970" cy="275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9" name="Google Shape;1859;p77"/>
          <p:cNvSpPr/>
          <p:nvPr/>
        </p:nvSpPr>
        <p:spPr>
          <a:xfrm>
            <a:off x="505809" y="3680273"/>
            <a:ext cx="8100970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0" name="Google Shape;1860;p77"/>
          <p:cNvSpPr/>
          <p:nvPr/>
        </p:nvSpPr>
        <p:spPr>
          <a:xfrm>
            <a:off x="505808" y="3680273"/>
            <a:ext cx="1038220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1" name="Google Shape;1861;p77"/>
          <p:cNvSpPr/>
          <p:nvPr/>
        </p:nvSpPr>
        <p:spPr>
          <a:xfrm>
            <a:off x="1515453" y="3680273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2" name="Google Shape;1862;p77"/>
          <p:cNvSpPr/>
          <p:nvPr/>
        </p:nvSpPr>
        <p:spPr>
          <a:xfrm>
            <a:off x="1515453" y="3680273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3" name="Google Shape;1863;p77"/>
          <p:cNvSpPr/>
          <p:nvPr/>
        </p:nvSpPr>
        <p:spPr>
          <a:xfrm>
            <a:off x="1515453" y="3680273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4" name="Google Shape;1864;p77"/>
          <p:cNvSpPr/>
          <p:nvPr/>
        </p:nvSpPr>
        <p:spPr>
          <a:xfrm>
            <a:off x="2577485" y="3680273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5" name="Google Shape;1865;p77"/>
          <p:cNvSpPr/>
          <p:nvPr/>
        </p:nvSpPr>
        <p:spPr>
          <a:xfrm>
            <a:off x="2577485" y="3680273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6" name="Google Shape;1866;p77"/>
          <p:cNvSpPr/>
          <p:nvPr/>
        </p:nvSpPr>
        <p:spPr>
          <a:xfrm>
            <a:off x="2577485" y="3680273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7" name="Google Shape;1867;p77"/>
          <p:cNvSpPr/>
          <p:nvPr/>
        </p:nvSpPr>
        <p:spPr>
          <a:xfrm>
            <a:off x="3639517" y="3680273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8" name="Google Shape;1868;p77"/>
          <p:cNvSpPr/>
          <p:nvPr/>
        </p:nvSpPr>
        <p:spPr>
          <a:xfrm>
            <a:off x="3639517" y="3680273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9" name="Google Shape;1869;p77"/>
          <p:cNvSpPr/>
          <p:nvPr/>
        </p:nvSpPr>
        <p:spPr>
          <a:xfrm>
            <a:off x="3639517" y="3680273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0" name="Google Shape;1870;p77"/>
          <p:cNvSpPr/>
          <p:nvPr/>
        </p:nvSpPr>
        <p:spPr>
          <a:xfrm>
            <a:off x="4701549" y="3680273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1" name="Google Shape;1871;p77"/>
          <p:cNvSpPr/>
          <p:nvPr/>
        </p:nvSpPr>
        <p:spPr>
          <a:xfrm>
            <a:off x="4701549" y="3680273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2" name="Google Shape;1872;p77"/>
          <p:cNvSpPr/>
          <p:nvPr/>
        </p:nvSpPr>
        <p:spPr>
          <a:xfrm>
            <a:off x="4701549" y="3680273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3" name="Google Shape;1873;p77"/>
          <p:cNvSpPr/>
          <p:nvPr/>
        </p:nvSpPr>
        <p:spPr>
          <a:xfrm>
            <a:off x="5763581" y="3680273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4" name="Google Shape;1874;p77"/>
          <p:cNvSpPr/>
          <p:nvPr/>
        </p:nvSpPr>
        <p:spPr>
          <a:xfrm>
            <a:off x="5763581" y="3680273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5" name="Google Shape;1875;p77"/>
          <p:cNvSpPr/>
          <p:nvPr/>
        </p:nvSpPr>
        <p:spPr>
          <a:xfrm>
            <a:off x="5763581" y="3680273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6" name="Google Shape;1876;p77"/>
          <p:cNvSpPr/>
          <p:nvPr/>
        </p:nvSpPr>
        <p:spPr>
          <a:xfrm>
            <a:off x="6825613" y="3680273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7" name="Google Shape;1877;p77"/>
          <p:cNvSpPr/>
          <p:nvPr/>
        </p:nvSpPr>
        <p:spPr>
          <a:xfrm>
            <a:off x="6825613" y="3680273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8" name="Google Shape;1878;p77"/>
          <p:cNvSpPr/>
          <p:nvPr/>
        </p:nvSpPr>
        <p:spPr>
          <a:xfrm>
            <a:off x="6825613" y="3680273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9" name="Google Shape;1879;p77"/>
          <p:cNvSpPr/>
          <p:nvPr/>
        </p:nvSpPr>
        <p:spPr>
          <a:xfrm>
            <a:off x="7887645" y="3680273"/>
            <a:ext cx="719134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0" name="Google Shape;1880;p77"/>
          <p:cNvSpPr/>
          <p:nvPr/>
        </p:nvSpPr>
        <p:spPr>
          <a:xfrm>
            <a:off x="7887645" y="3680273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1" name="Google Shape;1881;p77"/>
          <p:cNvSpPr/>
          <p:nvPr/>
        </p:nvSpPr>
        <p:spPr>
          <a:xfrm>
            <a:off x="7887645" y="3680273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675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2" name="Google Shape;1882;p77"/>
          <p:cNvSpPr/>
          <p:nvPr/>
        </p:nvSpPr>
        <p:spPr>
          <a:xfrm>
            <a:off x="505809" y="3887126"/>
            <a:ext cx="8100970" cy="6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883" name="Google Shape;1883;p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372" y="3883685"/>
            <a:ext cx="8107844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884" name="Google Shape;1884;p77"/>
          <p:cNvSpPr/>
          <p:nvPr/>
        </p:nvSpPr>
        <p:spPr>
          <a:xfrm>
            <a:off x="505809" y="3894009"/>
            <a:ext cx="8100970" cy="282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5" name="Google Shape;1885;p77"/>
          <p:cNvSpPr/>
          <p:nvPr/>
        </p:nvSpPr>
        <p:spPr>
          <a:xfrm>
            <a:off x="505809" y="3894009"/>
            <a:ext cx="8100970" cy="275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6" name="Google Shape;1886;p77"/>
          <p:cNvSpPr/>
          <p:nvPr/>
        </p:nvSpPr>
        <p:spPr>
          <a:xfrm>
            <a:off x="505809" y="3962767"/>
            <a:ext cx="8100970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7" name="Google Shape;1887;p77"/>
          <p:cNvSpPr/>
          <p:nvPr/>
        </p:nvSpPr>
        <p:spPr>
          <a:xfrm>
            <a:off x="505808" y="3962767"/>
            <a:ext cx="1038220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8" name="Google Shape;1888;p77"/>
          <p:cNvSpPr/>
          <p:nvPr/>
        </p:nvSpPr>
        <p:spPr>
          <a:xfrm>
            <a:off x="1515453" y="3962767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9" name="Google Shape;1889;p77"/>
          <p:cNvSpPr/>
          <p:nvPr/>
        </p:nvSpPr>
        <p:spPr>
          <a:xfrm>
            <a:off x="1515453" y="3962767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0" name="Google Shape;1890;p77"/>
          <p:cNvSpPr/>
          <p:nvPr/>
        </p:nvSpPr>
        <p:spPr>
          <a:xfrm>
            <a:off x="1515453" y="3962767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1" name="Google Shape;1891;p77"/>
          <p:cNvSpPr/>
          <p:nvPr/>
        </p:nvSpPr>
        <p:spPr>
          <a:xfrm>
            <a:off x="2577485" y="3962767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2" name="Google Shape;1892;p77"/>
          <p:cNvSpPr/>
          <p:nvPr/>
        </p:nvSpPr>
        <p:spPr>
          <a:xfrm>
            <a:off x="2577485" y="3962767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3" name="Google Shape;1893;p77"/>
          <p:cNvSpPr/>
          <p:nvPr/>
        </p:nvSpPr>
        <p:spPr>
          <a:xfrm>
            <a:off x="2577485" y="3962767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4" name="Google Shape;1894;p77"/>
          <p:cNvSpPr/>
          <p:nvPr/>
        </p:nvSpPr>
        <p:spPr>
          <a:xfrm>
            <a:off x="3639517" y="3962767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5" name="Google Shape;1895;p77"/>
          <p:cNvSpPr/>
          <p:nvPr/>
        </p:nvSpPr>
        <p:spPr>
          <a:xfrm>
            <a:off x="3639517" y="3962767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6" name="Google Shape;1896;p77"/>
          <p:cNvSpPr/>
          <p:nvPr/>
        </p:nvSpPr>
        <p:spPr>
          <a:xfrm>
            <a:off x="3639517" y="3962767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7" name="Google Shape;1897;p77"/>
          <p:cNvSpPr/>
          <p:nvPr/>
        </p:nvSpPr>
        <p:spPr>
          <a:xfrm>
            <a:off x="4701549" y="3962767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8" name="Google Shape;1898;p77"/>
          <p:cNvSpPr/>
          <p:nvPr/>
        </p:nvSpPr>
        <p:spPr>
          <a:xfrm>
            <a:off x="4701549" y="3962767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9" name="Google Shape;1899;p77"/>
          <p:cNvSpPr/>
          <p:nvPr/>
        </p:nvSpPr>
        <p:spPr>
          <a:xfrm>
            <a:off x="4701549" y="3962767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0" name="Google Shape;1900;p77"/>
          <p:cNvSpPr/>
          <p:nvPr/>
        </p:nvSpPr>
        <p:spPr>
          <a:xfrm>
            <a:off x="5763581" y="3962767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1" name="Google Shape;1901;p77"/>
          <p:cNvSpPr/>
          <p:nvPr/>
        </p:nvSpPr>
        <p:spPr>
          <a:xfrm>
            <a:off x="5763581" y="3962767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2" name="Google Shape;1902;p77"/>
          <p:cNvSpPr/>
          <p:nvPr/>
        </p:nvSpPr>
        <p:spPr>
          <a:xfrm>
            <a:off x="5763581" y="3962767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3" name="Google Shape;1903;p77"/>
          <p:cNvSpPr/>
          <p:nvPr/>
        </p:nvSpPr>
        <p:spPr>
          <a:xfrm>
            <a:off x="6825613" y="3962767"/>
            <a:ext cx="106203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4" name="Google Shape;1904;p77"/>
          <p:cNvSpPr/>
          <p:nvPr/>
        </p:nvSpPr>
        <p:spPr>
          <a:xfrm>
            <a:off x="6825613" y="3962767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5" name="Google Shape;1905;p77"/>
          <p:cNvSpPr/>
          <p:nvPr/>
        </p:nvSpPr>
        <p:spPr>
          <a:xfrm>
            <a:off x="6825613" y="3962767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6" name="Google Shape;1906;p77"/>
          <p:cNvSpPr/>
          <p:nvPr/>
        </p:nvSpPr>
        <p:spPr>
          <a:xfrm>
            <a:off x="7887645" y="3962767"/>
            <a:ext cx="719134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7" name="Google Shape;1907;p77"/>
          <p:cNvSpPr/>
          <p:nvPr/>
        </p:nvSpPr>
        <p:spPr>
          <a:xfrm>
            <a:off x="7887645" y="3962767"/>
            <a:ext cx="27146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8" name="Google Shape;1908;p77"/>
          <p:cNvSpPr/>
          <p:nvPr/>
        </p:nvSpPr>
        <p:spPr>
          <a:xfrm>
            <a:off x="7887645" y="3962767"/>
            <a:ext cx="300036" cy="16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675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9" name="Google Shape;1909;p77"/>
          <p:cNvSpPr/>
          <p:nvPr/>
        </p:nvSpPr>
        <p:spPr>
          <a:xfrm>
            <a:off x="505809" y="4169621"/>
            <a:ext cx="8100970" cy="6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910" name="Google Shape;1910;p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372" y="4166180"/>
            <a:ext cx="8107844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911" name="Google Shape;1911;p77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 в одну или в две строчки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6" name="Shape 1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917" name="Google Shape;1917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917" y="1281280"/>
            <a:ext cx="4786287" cy="3196198"/>
          </a:xfrm>
          <a:prstGeom prst="rect">
            <a:avLst/>
          </a:prstGeom>
          <a:noFill/>
          <a:ln>
            <a:noFill/>
          </a:ln>
        </p:spPr>
      </p:pic>
      <p:sp>
        <p:nvSpPr>
          <p:cNvPr id="1918" name="Google Shape;1918;p78"/>
          <p:cNvSpPr/>
          <p:nvPr/>
        </p:nvSpPr>
        <p:spPr>
          <a:xfrm>
            <a:off x="4291977" y="1501313"/>
            <a:ext cx="4346172" cy="2756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9" name="Google Shape;1919;p78"/>
          <p:cNvSpPr/>
          <p:nvPr/>
        </p:nvSpPr>
        <p:spPr>
          <a:xfrm>
            <a:off x="4291977" y="1501313"/>
            <a:ext cx="4346172" cy="213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0" name="Google Shape;1920;p78"/>
          <p:cNvSpPr/>
          <p:nvPr/>
        </p:nvSpPr>
        <p:spPr>
          <a:xfrm>
            <a:off x="4291977" y="1501313"/>
            <a:ext cx="4346172" cy="206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1" name="Google Shape;1921;p78"/>
          <p:cNvSpPr/>
          <p:nvPr/>
        </p:nvSpPr>
        <p:spPr>
          <a:xfrm>
            <a:off x="4291976" y="1501313"/>
            <a:ext cx="763043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2" name="Google Shape;1922;p78"/>
          <p:cNvSpPr/>
          <p:nvPr/>
        </p:nvSpPr>
        <p:spPr>
          <a:xfrm>
            <a:off x="5841837" y="1501313"/>
            <a:ext cx="829717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Показатель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3" name="Google Shape;1923;p78"/>
          <p:cNvSpPr/>
          <p:nvPr/>
        </p:nvSpPr>
        <p:spPr>
          <a:xfrm>
            <a:off x="7458371" y="1501313"/>
            <a:ext cx="829717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Показатель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4" name="Google Shape;1924;p78"/>
          <p:cNvSpPr/>
          <p:nvPr/>
        </p:nvSpPr>
        <p:spPr>
          <a:xfrm>
            <a:off x="4291977" y="1708166"/>
            <a:ext cx="4346172" cy="6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925" name="Google Shape;1925;p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8540" y="1704726"/>
            <a:ext cx="4353046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926" name="Google Shape;1926;p78"/>
          <p:cNvSpPr/>
          <p:nvPr/>
        </p:nvSpPr>
        <p:spPr>
          <a:xfrm>
            <a:off x="4291977" y="1715040"/>
            <a:ext cx="4346172" cy="282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7" name="Google Shape;1927;p78"/>
          <p:cNvSpPr/>
          <p:nvPr/>
        </p:nvSpPr>
        <p:spPr>
          <a:xfrm>
            <a:off x="4291977" y="1715040"/>
            <a:ext cx="4346172" cy="275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8" name="Google Shape;1928;p78"/>
          <p:cNvSpPr/>
          <p:nvPr/>
        </p:nvSpPr>
        <p:spPr>
          <a:xfrm>
            <a:off x="4291977" y="1783798"/>
            <a:ext cx="434617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9" name="Google Shape;1929;p78"/>
          <p:cNvSpPr/>
          <p:nvPr/>
        </p:nvSpPr>
        <p:spPr>
          <a:xfrm>
            <a:off x="4291977" y="1783799"/>
            <a:ext cx="1578676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0" name="Google Shape;1930;p78"/>
          <p:cNvSpPr/>
          <p:nvPr/>
        </p:nvSpPr>
        <p:spPr>
          <a:xfrm>
            <a:off x="5836269" y="1803078"/>
            <a:ext cx="1642032" cy="99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1" name="Google Shape;1931;p78"/>
          <p:cNvSpPr/>
          <p:nvPr/>
        </p:nvSpPr>
        <p:spPr>
          <a:xfrm>
            <a:off x="5836270" y="1803078"/>
            <a:ext cx="1025341" cy="99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2" name="Google Shape;1932;p78"/>
          <p:cNvSpPr/>
          <p:nvPr/>
        </p:nvSpPr>
        <p:spPr>
          <a:xfrm>
            <a:off x="5836270" y="1803078"/>
            <a:ext cx="1025341" cy="99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3" name="Google Shape;1933;p78"/>
          <p:cNvSpPr/>
          <p:nvPr/>
        </p:nvSpPr>
        <p:spPr>
          <a:xfrm>
            <a:off x="5836270" y="1803078"/>
            <a:ext cx="502618" cy="99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4" name="Google Shape;1934;p78"/>
          <p:cNvSpPr/>
          <p:nvPr/>
        </p:nvSpPr>
        <p:spPr>
          <a:xfrm>
            <a:off x="5836270" y="1803078"/>
            <a:ext cx="502618" cy="99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5" name="Google Shape;1935;p78"/>
          <p:cNvSpPr/>
          <p:nvPr/>
        </p:nvSpPr>
        <p:spPr>
          <a:xfrm>
            <a:off x="5836270" y="1803078"/>
            <a:ext cx="502618" cy="99526"/>
          </a:xfrm>
          <a:prstGeom prst="roundRect">
            <a:avLst>
              <a:gd fmla="val 51673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6" name="Google Shape;1936;p78"/>
          <p:cNvSpPr/>
          <p:nvPr/>
        </p:nvSpPr>
        <p:spPr>
          <a:xfrm>
            <a:off x="6004236" y="1821893"/>
            <a:ext cx="184278" cy="794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6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SaaS</a:t>
            </a:r>
            <a:endParaRPr b="0" i="0" sz="4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7" name="Google Shape;1937;p78"/>
          <p:cNvSpPr/>
          <p:nvPr/>
        </p:nvSpPr>
        <p:spPr>
          <a:xfrm>
            <a:off x="6358993" y="1803078"/>
            <a:ext cx="502618" cy="99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8" name="Google Shape;1938;p78"/>
          <p:cNvSpPr/>
          <p:nvPr/>
        </p:nvSpPr>
        <p:spPr>
          <a:xfrm>
            <a:off x="6358993" y="1803078"/>
            <a:ext cx="502618" cy="99526"/>
          </a:xfrm>
          <a:prstGeom prst="roundRect">
            <a:avLst>
              <a:gd fmla="val 51673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9" name="Google Shape;1939;p78"/>
          <p:cNvSpPr/>
          <p:nvPr/>
        </p:nvSpPr>
        <p:spPr>
          <a:xfrm>
            <a:off x="6407897" y="1821894"/>
            <a:ext cx="422356" cy="79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4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On-premise</a:t>
            </a:r>
            <a:endParaRPr b="0" i="0" sz="41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0" name="Google Shape;1940;p78"/>
          <p:cNvSpPr/>
          <p:nvPr/>
        </p:nvSpPr>
        <p:spPr>
          <a:xfrm>
            <a:off x="7478305" y="1783798"/>
            <a:ext cx="1172880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1" name="Google Shape;1941;p78"/>
          <p:cNvSpPr/>
          <p:nvPr/>
        </p:nvSpPr>
        <p:spPr>
          <a:xfrm>
            <a:off x="7478305" y="1783798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2" name="Google Shape;1942;p78"/>
          <p:cNvSpPr/>
          <p:nvPr/>
        </p:nvSpPr>
        <p:spPr>
          <a:xfrm>
            <a:off x="7478305" y="1783799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3" name="Google Shape;1943;p78"/>
          <p:cNvSpPr/>
          <p:nvPr/>
        </p:nvSpPr>
        <p:spPr>
          <a:xfrm>
            <a:off x="4291977" y="1990652"/>
            <a:ext cx="4346172" cy="6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944" name="Google Shape;1944;p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8540" y="1987211"/>
            <a:ext cx="4353046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945" name="Google Shape;1945;p78"/>
          <p:cNvSpPr/>
          <p:nvPr/>
        </p:nvSpPr>
        <p:spPr>
          <a:xfrm>
            <a:off x="4291977" y="1997535"/>
            <a:ext cx="4346172" cy="282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6" name="Google Shape;1946;p78"/>
          <p:cNvSpPr/>
          <p:nvPr/>
        </p:nvSpPr>
        <p:spPr>
          <a:xfrm>
            <a:off x="4291977" y="1997535"/>
            <a:ext cx="4346172" cy="275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7" name="Google Shape;1947;p78"/>
          <p:cNvSpPr/>
          <p:nvPr/>
        </p:nvSpPr>
        <p:spPr>
          <a:xfrm>
            <a:off x="4291977" y="2066293"/>
            <a:ext cx="434617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8" name="Google Shape;1948;p78"/>
          <p:cNvSpPr/>
          <p:nvPr/>
        </p:nvSpPr>
        <p:spPr>
          <a:xfrm>
            <a:off x="4291977" y="2066294"/>
            <a:ext cx="1578676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9" name="Google Shape;1949;p78"/>
          <p:cNvSpPr/>
          <p:nvPr/>
        </p:nvSpPr>
        <p:spPr>
          <a:xfrm>
            <a:off x="5836269" y="2085573"/>
            <a:ext cx="1642032" cy="99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0" name="Google Shape;1950;p78"/>
          <p:cNvSpPr/>
          <p:nvPr/>
        </p:nvSpPr>
        <p:spPr>
          <a:xfrm>
            <a:off x="5836270" y="2085573"/>
            <a:ext cx="1025341" cy="99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1" name="Google Shape;1951;p78"/>
          <p:cNvSpPr/>
          <p:nvPr/>
        </p:nvSpPr>
        <p:spPr>
          <a:xfrm>
            <a:off x="5836270" y="2085573"/>
            <a:ext cx="1025341" cy="99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2" name="Google Shape;1952;p78"/>
          <p:cNvSpPr/>
          <p:nvPr/>
        </p:nvSpPr>
        <p:spPr>
          <a:xfrm>
            <a:off x="5836270" y="2085573"/>
            <a:ext cx="502618" cy="99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3" name="Google Shape;1953;p78"/>
          <p:cNvSpPr/>
          <p:nvPr/>
        </p:nvSpPr>
        <p:spPr>
          <a:xfrm>
            <a:off x="5836270" y="2085573"/>
            <a:ext cx="502618" cy="99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4" name="Google Shape;1954;p78"/>
          <p:cNvSpPr/>
          <p:nvPr/>
        </p:nvSpPr>
        <p:spPr>
          <a:xfrm>
            <a:off x="5836270" y="2085573"/>
            <a:ext cx="502618" cy="99526"/>
          </a:xfrm>
          <a:prstGeom prst="roundRect">
            <a:avLst>
              <a:gd fmla="val 51673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5" name="Google Shape;1955;p78"/>
          <p:cNvSpPr/>
          <p:nvPr/>
        </p:nvSpPr>
        <p:spPr>
          <a:xfrm>
            <a:off x="6004236" y="2104388"/>
            <a:ext cx="184278" cy="794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6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SaaS</a:t>
            </a:r>
            <a:endParaRPr b="0" i="0" sz="4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6" name="Google Shape;1956;p78"/>
          <p:cNvSpPr/>
          <p:nvPr/>
        </p:nvSpPr>
        <p:spPr>
          <a:xfrm>
            <a:off x="6358993" y="2085573"/>
            <a:ext cx="502618" cy="99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7" name="Google Shape;1957;p78"/>
          <p:cNvSpPr/>
          <p:nvPr/>
        </p:nvSpPr>
        <p:spPr>
          <a:xfrm>
            <a:off x="6358993" y="2085573"/>
            <a:ext cx="502618" cy="99526"/>
          </a:xfrm>
          <a:prstGeom prst="roundRect">
            <a:avLst>
              <a:gd fmla="val 51673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8" name="Google Shape;1958;p78"/>
          <p:cNvSpPr/>
          <p:nvPr/>
        </p:nvSpPr>
        <p:spPr>
          <a:xfrm>
            <a:off x="6407897" y="2104389"/>
            <a:ext cx="422356" cy="79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4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On-premise</a:t>
            </a:r>
            <a:endParaRPr b="0" i="0" sz="41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9" name="Google Shape;1959;p78"/>
          <p:cNvSpPr/>
          <p:nvPr/>
        </p:nvSpPr>
        <p:spPr>
          <a:xfrm>
            <a:off x="7478305" y="2066293"/>
            <a:ext cx="1172880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0" name="Google Shape;1960;p78"/>
          <p:cNvSpPr/>
          <p:nvPr/>
        </p:nvSpPr>
        <p:spPr>
          <a:xfrm>
            <a:off x="7478305" y="2066293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1" name="Google Shape;1961;p78"/>
          <p:cNvSpPr/>
          <p:nvPr/>
        </p:nvSpPr>
        <p:spPr>
          <a:xfrm>
            <a:off x="7478305" y="2066294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2" name="Google Shape;1962;p78"/>
          <p:cNvSpPr/>
          <p:nvPr/>
        </p:nvSpPr>
        <p:spPr>
          <a:xfrm>
            <a:off x="4291977" y="2273147"/>
            <a:ext cx="4346172" cy="6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963" name="Google Shape;1963;p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8540" y="2269706"/>
            <a:ext cx="4353046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964" name="Google Shape;1964;p78"/>
          <p:cNvSpPr/>
          <p:nvPr/>
        </p:nvSpPr>
        <p:spPr>
          <a:xfrm>
            <a:off x="4291977" y="2280020"/>
            <a:ext cx="4346172" cy="282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5" name="Google Shape;1965;p78"/>
          <p:cNvSpPr/>
          <p:nvPr/>
        </p:nvSpPr>
        <p:spPr>
          <a:xfrm>
            <a:off x="4291977" y="2280020"/>
            <a:ext cx="4346172" cy="275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6" name="Google Shape;1966;p78"/>
          <p:cNvSpPr/>
          <p:nvPr/>
        </p:nvSpPr>
        <p:spPr>
          <a:xfrm>
            <a:off x="4291977" y="2348778"/>
            <a:ext cx="434617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7" name="Google Shape;1967;p78"/>
          <p:cNvSpPr/>
          <p:nvPr/>
        </p:nvSpPr>
        <p:spPr>
          <a:xfrm>
            <a:off x="4291977" y="2348779"/>
            <a:ext cx="1578676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8" name="Google Shape;1968;p78"/>
          <p:cNvSpPr/>
          <p:nvPr/>
        </p:nvSpPr>
        <p:spPr>
          <a:xfrm>
            <a:off x="5836269" y="2368059"/>
            <a:ext cx="1642032" cy="99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9" name="Google Shape;1969;p78"/>
          <p:cNvSpPr/>
          <p:nvPr/>
        </p:nvSpPr>
        <p:spPr>
          <a:xfrm>
            <a:off x="5836270" y="2368059"/>
            <a:ext cx="1025341" cy="99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0" name="Google Shape;1970;p78"/>
          <p:cNvSpPr/>
          <p:nvPr/>
        </p:nvSpPr>
        <p:spPr>
          <a:xfrm>
            <a:off x="5836270" y="2368059"/>
            <a:ext cx="1025341" cy="99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1" name="Google Shape;1971;p78"/>
          <p:cNvSpPr/>
          <p:nvPr/>
        </p:nvSpPr>
        <p:spPr>
          <a:xfrm>
            <a:off x="5836270" y="2368059"/>
            <a:ext cx="502618" cy="99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2" name="Google Shape;1972;p78"/>
          <p:cNvSpPr/>
          <p:nvPr/>
        </p:nvSpPr>
        <p:spPr>
          <a:xfrm>
            <a:off x="5836270" y="2368059"/>
            <a:ext cx="502618" cy="99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3" name="Google Shape;1973;p78"/>
          <p:cNvSpPr/>
          <p:nvPr/>
        </p:nvSpPr>
        <p:spPr>
          <a:xfrm>
            <a:off x="5836270" y="2368059"/>
            <a:ext cx="502618" cy="99526"/>
          </a:xfrm>
          <a:prstGeom prst="roundRect">
            <a:avLst>
              <a:gd fmla="val 51673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4" name="Google Shape;1974;p78"/>
          <p:cNvSpPr/>
          <p:nvPr/>
        </p:nvSpPr>
        <p:spPr>
          <a:xfrm>
            <a:off x="6004236" y="2386874"/>
            <a:ext cx="184278" cy="794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6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SaaS</a:t>
            </a:r>
            <a:endParaRPr b="0" i="0" sz="4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5" name="Google Shape;1975;p78"/>
          <p:cNvSpPr/>
          <p:nvPr/>
        </p:nvSpPr>
        <p:spPr>
          <a:xfrm>
            <a:off x="6358993" y="2368059"/>
            <a:ext cx="502618" cy="99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6" name="Google Shape;1976;p78"/>
          <p:cNvSpPr/>
          <p:nvPr/>
        </p:nvSpPr>
        <p:spPr>
          <a:xfrm>
            <a:off x="6358993" y="2368059"/>
            <a:ext cx="502618" cy="99526"/>
          </a:xfrm>
          <a:prstGeom prst="roundRect">
            <a:avLst>
              <a:gd fmla="val 51673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7" name="Google Shape;1977;p78"/>
          <p:cNvSpPr/>
          <p:nvPr/>
        </p:nvSpPr>
        <p:spPr>
          <a:xfrm>
            <a:off x="6407897" y="2386874"/>
            <a:ext cx="422356" cy="79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4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On-premise</a:t>
            </a:r>
            <a:endParaRPr b="0" i="0" sz="41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8" name="Google Shape;1978;p78"/>
          <p:cNvSpPr/>
          <p:nvPr/>
        </p:nvSpPr>
        <p:spPr>
          <a:xfrm>
            <a:off x="7478305" y="2348778"/>
            <a:ext cx="1172880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9" name="Google Shape;1979;p78"/>
          <p:cNvSpPr/>
          <p:nvPr/>
        </p:nvSpPr>
        <p:spPr>
          <a:xfrm>
            <a:off x="7478305" y="2348778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0" name="Google Shape;1980;p78"/>
          <p:cNvSpPr/>
          <p:nvPr/>
        </p:nvSpPr>
        <p:spPr>
          <a:xfrm>
            <a:off x="7478305" y="2348779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1" name="Google Shape;1981;p78"/>
          <p:cNvSpPr/>
          <p:nvPr/>
        </p:nvSpPr>
        <p:spPr>
          <a:xfrm>
            <a:off x="4291977" y="2555632"/>
            <a:ext cx="4346172" cy="6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982" name="Google Shape;1982;p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8540" y="2552191"/>
            <a:ext cx="4353046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1983" name="Google Shape;1983;p78"/>
          <p:cNvSpPr/>
          <p:nvPr/>
        </p:nvSpPr>
        <p:spPr>
          <a:xfrm>
            <a:off x="4291977" y="2562515"/>
            <a:ext cx="4346172" cy="282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4" name="Google Shape;1984;p78"/>
          <p:cNvSpPr/>
          <p:nvPr/>
        </p:nvSpPr>
        <p:spPr>
          <a:xfrm>
            <a:off x="4291977" y="2562515"/>
            <a:ext cx="4346172" cy="275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5" name="Google Shape;1985;p78"/>
          <p:cNvSpPr/>
          <p:nvPr/>
        </p:nvSpPr>
        <p:spPr>
          <a:xfrm>
            <a:off x="4291977" y="2631273"/>
            <a:ext cx="434617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6" name="Google Shape;1986;p78"/>
          <p:cNvSpPr/>
          <p:nvPr/>
        </p:nvSpPr>
        <p:spPr>
          <a:xfrm>
            <a:off x="4291977" y="2631274"/>
            <a:ext cx="1578676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7" name="Google Shape;1987;p78"/>
          <p:cNvSpPr/>
          <p:nvPr/>
        </p:nvSpPr>
        <p:spPr>
          <a:xfrm>
            <a:off x="5836269" y="2650553"/>
            <a:ext cx="1642032" cy="99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8" name="Google Shape;1988;p78"/>
          <p:cNvSpPr/>
          <p:nvPr/>
        </p:nvSpPr>
        <p:spPr>
          <a:xfrm>
            <a:off x="5836270" y="2650553"/>
            <a:ext cx="1025341" cy="99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9" name="Google Shape;1989;p78"/>
          <p:cNvSpPr/>
          <p:nvPr/>
        </p:nvSpPr>
        <p:spPr>
          <a:xfrm>
            <a:off x="5836270" y="2650553"/>
            <a:ext cx="1025341" cy="99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0" name="Google Shape;1990;p78"/>
          <p:cNvSpPr/>
          <p:nvPr/>
        </p:nvSpPr>
        <p:spPr>
          <a:xfrm>
            <a:off x="5836270" y="2650553"/>
            <a:ext cx="502618" cy="99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1" name="Google Shape;1991;p78"/>
          <p:cNvSpPr/>
          <p:nvPr/>
        </p:nvSpPr>
        <p:spPr>
          <a:xfrm>
            <a:off x="5836270" y="2650553"/>
            <a:ext cx="502618" cy="99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2" name="Google Shape;1992;p78"/>
          <p:cNvSpPr/>
          <p:nvPr/>
        </p:nvSpPr>
        <p:spPr>
          <a:xfrm>
            <a:off x="5836270" y="2650553"/>
            <a:ext cx="502618" cy="99526"/>
          </a:xfrm>
          <a:prstGeom prst="roundRect">
            <a:avLst>
              <a:gd fmla="val 51673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3" name="Google Shape;1993;p78"/>
          <p:cNvSpPr/>
          <p:nvPr/>
        </p:nvSpPr>
        <p:spPr>
          <a:xfrm>
            <a:off x="6004236" y="2669369"/>
            <a:ext cx="184278" cy="794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6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SaaS</a:t>
            </a:r>
            <a:endParaRPr b="0" i="0" sz="4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4" name="Google Shape;1994;p78"/>
          <p:cNvSpPr/>
          <p:nvPr/>
        </p:nvSpPr>
        <p:spPr>
          <a:xfrm>
            <a:off x="6358993" y="2650553"/>
            <a:ext cx="502618" cy="99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5" name="Google Shape;1995;p78"/>
          <p:cNvSpPr/>
          <p:nvPr/>
        </p:nvSpPr>
        <p:spPr>
          <a:xfrm>
            <a:off x="6358993" y="2650553"/>
            <a:ext cx="502618" cy="99526"/>
          </a:xfrm>
          <a:prstGeom prst="roundRect">
            <a:avLst>
              <a:gd fmla="val 51673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6" name="Google Shape;1996;p78"/>
          <p:cNvSpPr/>
          <p:nvPr/>
        </p:nvSpPr>
        <p:spPr>
          <a:xfrm>
            <a:off x="6407897" y="2669369"/>
            <a:ext cx="422356" cy="79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4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On-premise</a:t>
            </a:r>
            <a:endParaRPr b="0" i="0" sz="41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7" name="Google Shape;1997;p78"/>
          <p:cNvSpPr/>
          <p:nvPr/>
        </p:nvSpPr>
        <p:spPr>
          <a:xfrm>
            <a:off x="7478305" y="2631273"/>
            <a:ext cx="1172880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8" name="Google Shape;1998;p78"/>
          <p:cNvSpPr/>
          <p:nvPr/>
        </p:nvSpPr>
        <p:spPr>
          <a:xfrm>
            <a:off x="7478305" y="2631273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9" name="Google Shape;1999;p78"/>
          <p:cNvSpPr/>
          <p:nvPr/>
        </p:nvSpPr>
        <p:spPr>
          <a:xfrm>
            <a:off x="7478305" y="2631274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0" name="Google Shape;2000;p78"/>
          <p:cNvSpPr/>
          <p:nvPr/>
        </p:nvSpPr>
        <p:spPr>
          <a:xfrm>
            <a:off x="4291977" y="2838127"/>
            <a:ext cx="4346172" cy="6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2001" name="Google Shape;2001;p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8540" y="2834686"/>
            <a:ext cx="4353046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2002" name="Google Shape;2002;p78"/>
          <p:cNvSpPr/>
          <p:nvPr/>
        </p:nvSpPr>
        <p:spPr>
          <a:xfrm>
            <a:off x="4291977" y="2845001"/>
            <a:ext cx="4346172" cy="282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3" name="Google Shape;2003;p78"/>
          <p:cNvSpPr/>
          <p:nvPr/>
        </p:nvSpPr>
        <p:spPr>
          <a:xfrm>
            <a:off x="4291977" y="2845001"/>
            <a:ext cx="4346172" cy="275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4" name="Google Shape;2004;p78"/>
          <p:cNvSpPr/>
          <p:nvPr/>
        </p:nvSpPr>
        <p:spPr>
          <a:xfrm>
            <a:off x="4291977" y="2913759"/>
            <a:ext cx="434617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5" name="Google Shape;2005;p78"/>
          <p:cNvSpPr/>
          <p:nvPr/>
        </p:nvSpPr>
        <p:spPr>
          <a:xfrm>
            <a:off x="4291977" y="2913759"/>
            <a:ext cx="1578676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6" name="Google Shape;2006;p78"/>
          <p:cNvSpPr/>
          <p:nvPr/>
        </p:nvSpPr>
        <p:spPr>
          <a:xfrm>
            <a:off x="5836269" y="2933039"/>
            <a:ext cx="1642032" cy="99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7" name="Google Shape;2007;p78"/>
          <p:cNvSpPr/>
          <p:nvPr/>
        </p:nvSpPr>
        <p:spPr>
          <a:xfrm>
            <a:off x="5836270" y="2933039"/>
            <a:ext cx="1025341" cy="99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8" name="Google Shape;2008;p78"/>
          <p:cNvSpPr/>
          <p:nvPr/>
        </p:nvSpPr>
        <p:spPr>
          <a:xfrm>
            <a:off x="5836270" y="2933039"/>
            <a:ext cx="1025341" cy="99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9" name="Google Shape;2009;p78"/>
          <p:cNvSpPr/>
          <p:nvPr/>
        </p:nvSpPr>
        <p:spPr>
          <a:xfrm>
            <a:off x="5836270" y="2933039"/>
            <a:ext cx="502618" cy="99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0" name="Google Shape;2010;p78"/>
          <p:cNvSpPr/>
          <p:nvPr/>
        </p:nvSpPr>
        <p:spPr>
          <a:xfrm>
            <a:off x="5836270" y="2933039"/>
            <a:ext cx="502618" cy="99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1" name="Google Shape;2011;p78"/>
          <p:cNvSpPr/>
          <p:nvPr/>
        </p:nvSpPr>
        <p:spPr>
          <a:xfrm>
            <a:off x="5836270" y="2933039"/>
            <a:ext cx="502618" cy="99526"/>
          </a:xfrm>
          <a:prstGeom prst="roundRect">
            <a:avLst>
              <a:gd fmla="val 51673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2" name="Google Shape;2012;p78"/>
          <p:cNvSpPr/>
          <p:nvPr/>
        </p:nvSpPr>
        <p:spPr>
          <a:xfrm>
            <a:off x="6004236" y="2951854"/>
            <a:ext cx="184278" cy="794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6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SaaS</a:t>
            </a:r>
            <a:endParaRPr b="0" i="0" sz="4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3" name="Google Shape;2013;p78"/>
          <p:cNvSpPr/>
          <p:nvPr/>
        </p:nvSpPr>
        <p:spPr>
          <a:xfrm>
            <a:off x="6358993" y="2933039"/>
            <a:ext cx="502618" cy="99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4" name="Google Shape;2014;p78"/>
          <p:cNvSpPr/>
          <p:nvPr/>
        </p:nvSpPr>
        <p:spPr>
          <a:xfrm>
            <a:off x="6358993" y="2933039"/>
            <a:ext cx="502618" cy="99526"/>
          </a:xfrm>
          <a:prstGeom prst="roundRect">
            <a:avLst>
              <a:gd fmla="val 51673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5" name="Google Shape;2015;p78"/>
          <p:cNvSpPr/>
          <p:nvPr/>
        </p:nvSpPr>
        <p:spPr>
          <a:xfrm>
            <a:off x="6407897" y="2951854"/>
            <a:ext cx="422356" cy="79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4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On-premise</a:t>
            </a:r>
            <a:endParaRPr b="0" i="0" sz="41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6" name="Google Shape;2016;p78"/>
          <p:cNvSpPr/>
          <p:nvPr/>
        </p:nvSpPr>
        <p:spPr>
          <a:xfrm>
            <a:off x="7478305" y="2913759"/>
            <a:ext cx="1172880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7" name="Google Shape;2017;p78"/>
          <p:cNvSpPr/>
          <p:nvPr/>
        </p:nvSpPr>
        <p:spPr>
          <a:xfrm>
            <a:off x="7478305" y="2913759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8" name="Google Shape;2018;p78"/>
          <p:cNvSpPr/>
          <p:nvPr/>
        </p:nvSpPr>
        <p:spPr>
          <a:xfrm>
            <a:off x="7478305" y="2913759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9" name="Google Shape;2019;p78"/>
          <p:cNvSpPr/>
          <p:nvPr/>
        </p:nvSpPr>
        <p:spPr>
          <a:xfrm>
            <a:off x="4291977" y="3120612"/>
            <a:ext cx="4346172" cy="6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2020" name="Google Shape;2020;p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8540" y="3117172"/>
            <a:ext cx="4353046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2021" name="Google Shape;2021;p78"/>
          <p:cNvSpPr/>
          <p:nvPr/>
        </p:nvSpPr>
        <p:spPr>
          <a:xfrm>
            <a:off x="4291977" y="3127486"/>
            <a:ext cx="4346172" cy="282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2" name="Google Shape;2022;p78"/>
          <p:cNvSpPr/>
          <p:nvPr/>
        </p:nvSpPr>
        <p:spPr>
          <a:xfrm>
            <a:off x="4291977" y="3127486"/>
            <a:ext cx="4346172" cy="275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3" name="Google Shape;2023;p78"/>
          <p:cNvSpPr/>
          <p:nvPr/>
        </p:nvSpPr>
        <p:spPr>
          <a:xfrm>
            <a:off x="4291977" y="3196244"/>
            <a:ext cx="434617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4" name="Google Shape;2024;p78"/>
          <p:cNvSpPr/>
          <p:nvPr/>
        </p:nvSpPr>
        <p:spPr>
          <a:xfrm>
            <a:off x="4291977" y="3196245"/>
            <a:ext cx="1578676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5" name="Google Shape;2025;p78"/>
          <p:cNvSpPr/>
          <p:nvPr/>
        </p:nvSpPr>
        <p:spPr>
          <a:xfrm>
            <a:off x="5836269" y="3215524"/>
            <a:ext cx="1642032" cy="99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6" name="Google Shape;2026;p78"/>
          <p:cNvSpPr/>
          <p:nvPr/>
        </p:nvSpPr>
        <p:spPr>
          <a:xfrm>
            <a:off x="5836270" y="3215524"/>
            <a:ext cx="1025341" cy="99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7" name="Google Shape;2027;p78"/>
          <p:cNvSpPr/>
          <p:nvPr/>
        </p:nvSpPr>
        <p:spPr>
          <a:xfrm>
            <a:off x="5836270" y="3215524"/>
            <a:ext cx="1025341" cy="99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8" name="Google Shape;2028;p78"/>
          <p:cNvSpPr/>
          <p:nvPr/>
        </p:nvSpPr>
        <p:spPr>
          <a:xfrm>
            <a:off x="5836270" y="3215524"/>
            <a:ext cx="502618" cy="99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9" name="Google Shape;2029;p78"/>
          <p:cNvSpPr/>
          <p:nvPr/>
        </p:nvSpPr>
        <p:spPr>
          <a:xfrm>
            <a:off x="5836270" y="3215524"/>
            <a:ext cx="502618" cy="99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0" name="Google Shape;2030;p78"/>
          <p:cNvSpPr/>
          <p:nvPr/>
        </p:nvSpPr>
        <p:spPr>
          <a:xfrm>
            <a:off x="5836270" y="3215524"/>
            <a:ext cx="502618" cy="99526"/>
          </a:xfrm>
          <a:prstGeom prst="roundRect">
            <a:avLst>
              <a:gd fmla="val 51673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1" name="Google Shape;2031;p78"/>
          <p:cNvSpPr/>
          <p:nvPr/>
        </p:nvSpPr>
        <p:spPr>
          <a:xfrm>
            <a:off x="6004236" y="3234340"/>
            <a:ext cx="184278" cy="794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6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SaaS</a:t>
            </a:r>
            <a:endParaRPr b="0" i="0" sz="4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2" name="Google Shape;2032;p78"/>
          <p:cNvSpPr/>
          <p:nvPr/>
        </p:nvSpPr>
        <p:spPr>
          <a:xfrm>
            <a:off x="6358993" y="3215524"/>
            <a:ext cx="502618" cy="99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3" name="Google Shape;2033;p78"/>
          <p:cNvSpPr/>
          <p:nvPr/>
        </p:nvSpPr>
        <p:spPr>
          <a:xfrm>
            <a:off x="6358993" y="3215524"/>
            <a:ext cx="502618" cy="99526"/>
          </a:xfrm>
          <a:prstGeom prst="roundRect">
            <a:avLst>
              <a:gd fmla="val 51673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4" name="Google Shape;2034;p78"/>
          <p:cNvSpPr/>
          <p:nvPr/>
        </p:nvSpPr>
        <p:spPr>
          <a:xfrm>
            <a:off x="6407897" y="3234340"/>
            <a:ext cx="422356" cy="79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4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On-premise</a:t>
            </a:r>
            <a:endParaRPr b="0" i="0" sz="41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5" name="Google Shape;2035;p78"/>
          <p:cNvSpPr/>
          <p:nvPr/>
        </p:nvSpPr>
        <p:spPr>
          <a:xfrm>
            <a:off x="7478305" y="3196244"/>
            <a:ext cx="1172880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6" name="Google Shape;2036;p78"/>
          <p:cNvSpPr/>
          <p:nvPr/>
        </p:nvSpPr>
        <p:spPr>
          <a:xfrm>
            <a:off x="7478305" y="3196244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7" name="Google Shape;2037;p78"/>
          <p:cNvSpPr/>
          <p:nvPr/>
        </p:nvSpPr>
        <p:spPr>
          <a:xfrm>
            <a:off x="7478305" y="3196245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8" name="Google Shape;2038;p78"/>
          <p:cNvSpPr/>
          <p:nvPr/>
        </p:nvSpPr>
        <p:spPr>
          <a:xfrm>
            <a:off x="4291977" y="3403098"/>
            <a:ext cx="4346172" cy="6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2039" name="Google Shape;2039;p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8540" y="3399657"/>
            <a:ext cx="4353046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2040" name="Google Shape;2040;p78"/>
          <p:cNvSpPr/>
          <p:nvPr/>
        </p:nvSpPr>
        <p:spPr>
          <a:xfrm>
            <a:off x="4291977" y="3409981"/>
            <a:ext cx="4346172" cy="282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1" name="Google Shape;2041;p78"/>
          <p:cNvSpPr/>
          <p:nvPr/>
        </p:nvSpPr>
        <p:spPr>
          <a:xfrm>
            <a:off x="4291977" y="3409981"/>
            <a:ext cx="4346172" cy="275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2" name="Google Shape;2042;p78"/>
          <p:cNvSpPr/>
          <p:nvPr/>
        </p:nvSpPr>
        <p:spPr>
          <a:xfrm>
            <a:off x="4291977" y="3478739"/>
            <a:ext cx="434617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3" name="Google Shape;2043;p78"/>
          <p:cNvSpPr/>
          <p:nvPr/>
        </p:nvSpPr>
        <p:spPr>
          <a:xfrm>
            <a:off x="4291977" y="3478740"/>
            <a:ext cx="1578676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4" name="Google Shape;2044;p78"/>
          <p:cNvSpPr/>
          <p:nvPr/>
        </p:nvSpPr>
        <p:spPr>
          <a:xfrm>
            <a:off x="5836269" y="3498019"/>
            <a:ext cx="1642032" cy="99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5" name="Google Shape;2045;p78"/>
          <p:cNvSpPr/>
          <p:nvPr/>
        </p:nvSpPr>
        <p:spPr>
          <a:xfrm>
            <a:off x="5836270" y="3498019"/>
            <a:ext cx="1025341" cy="99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6" name="Google Shape;2046;p78"/>
          <p:cNvSpPr/>
          <p:nvPr/>
        </p:nvSpPr>
        <p:spPr>
          <a:xfrm>
            <a:off x="5836270" y="3498019"/>
            <a:ext cx="1025341" cy="99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7" name="Google Shape;2047;p78"/>
          <p:cNvSpPr/>
          <p:nvPr/>
        </p:nvSpPr>
        <p:spPr>
          <a:xfrm>
            <a:off x="5836270" y="3498019"/>
            <a:ext cx="502618" cy="99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8" name="Google Shape;2048;p78"/>
          <p:cNvSpPr/>
          <p:nvPr/>
        </p:nvSpPr>
        <p:spPr>
          <a:xfrm>
            <a:off x="5836270" y="3498019"/>
            <a:ext cx="502618" cy="99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9" name="Google Shape;2049;p78"/>
          <p:cNvSpPr/>
          <p:nvPr/>
        </p:nvSpPr>
        <p:spPr>
          <a:xfrm>
            <a:off x="5836270" y="3498019"/>
            <a:ext cx="502618" cy="99526"/>
          </a:xfrm>
          <a:prstGeom prst="roundRect">
            <a:avLst>
              <a:gd fmla="val 51673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0" name="Google Shape;2050;p78"/>
          <p:cNvSpPr/>
          <p:nvPr/>
        </p:nvSpPr>
        <p:spPr>
          <a:xfrm>
            <a:off x="6004236" y="3516834"/>
            <a:ext cx="184278" cy="794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6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SaaS</a:t>
            </a:r>
            <a:endParaRPr b="0" i="0" sz="4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1" name="Google Shape;2051;p78"/>
          <p:cNvSpPr/>
          <p:nvPr/>
        </p:nvSpPr>
        <p:spPr>
          <a:xfrm>
            <a:off x="6358993" y="3498019"/>
            <a:ext cx="502618" cy="99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2" name="Google Shape;2052;p78"/>
          <p:cNvSpPr/>
          <p:nvPr/>
        </p:nvSpPr>
        <p:spPr>
          <a:xfrm>
            <a:off x="6358993" y="3498019"/>
            <a:ext cx="502618" cy="99526"/>
          </a:xfrm>
          <a:prstGeom prst="roundRect">
            <a:avLst>
              <a:gd fmla="val 51673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3" name="Google Shape;2053;p78"/>
          <p:cNvSpPr/>
          <p:nvPr/>
        </p:nvSpPr>
        <p:spPr>
          <a:xfrm>
            <a:off x="6407897" y="3516835"/>
            <a:ext cx="422356" cy="79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4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On-premise</a:t>
            </a:r>
            <a:endParaRPr b="0" i="0" sz="41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4" name="Google Shape;2054;p78"/>
          <p:cNvSpPr/>
          <p:nvPr/>
        </p:nvSpPr>
        <p:spPr>
          <a:xfrm>
            <a:off x="7478305" y="3478739"/>
            <a:ext cx="1172880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5" name="Google Shape;2055;p78"/>
          <p:cNvSpPr/>
          <p:nvPr/>
        </p:nvSpPr>
        <p:spPr>
          <a:xfrm>
            <a:off x="7478305" y="3478739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6" name="Google Shape;2056;p78"/>
          <p:cNvSpPr/>
          <p:nvPr/>
        </p:nvSpPr>
        <p:spPr>
          <a:xfrm>
            <a:off x="7478305" y="3478740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7" name="Google Shape;2057;p78"/>
          <p:cNvSpPr/>
          <p:nvPr/>
        </p:nvSpPr>
        <p:spPr>
          <a:xfrm>
            <a:off x="4291977" y="3685593"/>
            <a:ext cx="4346172" cy="6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2058" name="Google Shape;2058;p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8540" y="3682152"/>
            <a:ext cx="4353046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2059" name="Google Shape;2059;p78"/>
          <p:cNvSpPr/>
          <p:nvPr/>
        </p:nvSpPr>
        <p:spPr>
          <a:xfrm>
            <a:off x="4291977" y="3692466"/>
            <a:ext cx="4346172" cy="282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0" name="Google Shape;2060;p78"/>
          <p:cNvSpPr/>
          <p:nvPr/>
        </p:nvSpPr>
        <p:spPr>
          <a:xfrm>
            <a:off x="4291977" y="3692466"/>
            <a:ext cx="4346172" cy="275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1" name="Google Shape;2061;p78"/>
          <p:cNvSpPr/>
          <p:nvPr/>
        </p:nvSpPr>
        <p:spPr>
          <a:xfrm>
            <a:off x="4291977" y="3761225"/>
            <a:ext cx="434617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2" name="Google Shape;2062;p78"/>
          <p:cNvSpPr/>
          <p:nvPr/>
        </p:nvSpPr>
        <p:spPr>
          <a:xfrm>
            <a:off x="4291977" y="3761225"/>
            <a:ext cx="1578676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3" name="Google Shape;2063;p78"/>
          <p:cNvSpPr/>
          <p:nvPr/>
        </p:nvSpPr>
        <p:spPr>
          <a:xfrm>
            <a:off x="5836269" y="3780505"/>
            <a:ext cx="1642032" cy="99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4" name="Google Shape;2064;p78"/>
          <p:cNvSpPr/>
          <p:nvPr/>
        </p:nvSpPr>
        <p:spPr>
          <a:xfrm>
            <a:off x="5836270" y="3780505"/>
            <a:ext cx="1025341" cy="99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5" name="Google Shape;2065;p78"/>
          <p:cNvSpPr/>
          <p:nvPr/>
        </p:nvSpPr>
        <p:spPr>
          <a:xfrm>
            <a:off x="5836270" y="3780505"/>
            <a:ext cx="1025341" cy="99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6" name="Google Shape;2066;p78"/>
          <p:cNvSpPr/>
          <p:nvPr/>
        </p:nvSpPr>
        <p:spPr>
          <a:xfrm>
            <a:off x="5836270" y="3780505"/>
            <a:ext cx="502618" cy="99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7" name="Google Shape;2067;p78"/>
          <p:cNvSpPr/>
          <p:nvPr/>
        </p:nvSpPr>
        <p:spPr>
          <a:xfrm>
            <a:off x="5836270" y="3780505"/>
            <a:ext cx="502618" cy="99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8" name="Google Shape;2068;p78"/>
          <p:cNvSpPr/>
          <p:nvPr/>
        </p:nvSpPr>
        <p:spPr>
          <a:xfrm>
            <a:off x="5836270" y="3780505"/>
            <a:ext cx="502618" cy="99526"/>
          </a:xfrm>
          <a:prstGeom prst="roundRect">
            <a:avLst>
              <a:gd fmla="val 51673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9" name="Google Shape;2069;p78"/>
          <p:cNvSpPr/>
          <p:nvPr/>
        </p:nvSpPr>
        <p:spPr>
          <a:xfrm>
            <a:off x="6004236" y="3799320"/>
            <a:ext cx="184278" cy="794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6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SaaS</a:t>
            </a:r>
            <a:endParaRPr b="0" i="0" sz="4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0" name="Google Shape;2070;p78"/>
          <p:cNvSpPr/>
          <p:nvPr/>
        </p:nvSpPr>
        <p:spPr>
          <a:xfrm>
            <a:off x="6358993" y="3780505"/>
            <a:ext cx="502618" cy="99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1" name="Google Shape;2071;p78"/>
          <p:cNvSpPr/>
          <p:nvPr/>
        </p:nvSpPr>
        <p:spPr>
          <a:xfrm>
            <a:off x="6358993" y="3780505"/>
            <a:ext cx="502618" cy="99526"/>
          </a:xfrm>
          <a:prstGeom prst="roundRect">
            <a:avLst>
              <a:gd fmla="val 51673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2" name="Google Shape;2072;p78"/>
          <p:cNvSpPr/>
          <p:nvPr/>
        </p:nvSpPr>
        <p:spPr>
          <a:xfrm>
            <a:off x="6407897" y="3799320"/>
            <a:ext cx="422356" cy="79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4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On-premise</a:t>
            </a:r>
            <a:endParaRPr b="0" i="0" sz="41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3" name="Google Shape;2073;p78"/>
          <p:cNvSpPr/>
          <p:nvPr/>
        </p:nvSpPr>
        <p:spPr>
          <a:xfrm>
            <a:off x="7478305" y="3761225"/>
            <a:ext cx="1172880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4" name="Google Shape;2074;p78"/>
          <p:cNvSpPr/>
          <p:nvPr/>
        </p:nvSpPr>
        <p:spPr>
          <a:xfrm>
            <a:off x="7478305" y="3761225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5" name="Google Shape;2075;p78"/>
          <p:cNvSpPr/>
          <p:nvPr/>
        </p:nvSpPr>
        <p:spPr>
          <a:xfrm>
            <a:off x="7478305" y="3761225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6" name="Google Shape;2076;p78"/>
          <p:cNvSpPr/>
          <p:nvPr/>
        </p:nvSpPr>
        <p:spPr>
          <a:xfrm>
            <a:off x="4291977" y="3968078"/>
            <a:ext cx="4346172" cy="6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2077" name="Google Shape;2077;p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8540" y="3964637"/>
            <a:ext cx="4353046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2078" name="Google Shape;2078;p78"/>
          <p:cNvSpPr/>
          <p:nvPr/>
        </p:nvSpPr>
        <p:spPr>
          <a:xfrm>
            <a:off x="4291977" y="3974961"/>
            <a:ext cx="4346172" cy="282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9" name="Google Shape;2079;p78"/>
          <p:cNvSpPr/>
          <p:nvPr/>
        </p:nvSpPr>
        <p:spPr>
          <a:xfrm>
            <a:off x="4291977" y="3974961"/>
            <a:ext cx="4346172" cy="275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0" name="Google Shape;2080;p78"/>
          <p:cNvSpPr/>
          <p:nvPr/>
        </p:nvSpPr>
        <p:spPr>
          <a:xfrm>
            <a:off x="4291977" y="4043719"/>
            <a:ext cx="4346172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1" name="Google Shape;2081;p78"/>
          <p:cNvSpPr/>
          <p:nvPr/>
        </p:nvSpPr>
        <p:spPr>
          <a:xfrm>
            <a:off x="4291977" y="4043720"/>
            <a:ext cx="1578676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2" name="Google Shape;2082;p78"/>
          <p:cNvSpPr/>
          <p:nvPr/>
        </p:nvSpPr>
        <p:spPr>
          <a:xfrm>
            <a:off x="5836269" y="4063000"/>
            <a:ext cx="1642032" cy="99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3" name="Google Shape;2083;p78"/>
          <p:cNvSpPr/>
          <p:nvPr/>
        </p:nvSpPr>
        <p:spPr>
          <a:xfrm>
            <a:off x="5836270" y="4063000"/>
            <a:ext cx="1025341" cy="99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4" name="Google Shape;2084;p78"/>
          <p:cNvSpPr/>
          <p:nvPr/>
        </p:nvSpPr>
        <p:spPr>
          <a:xfrm>
            <a:off x="5836270" y="4063000"/>
            <a:ext cx="1025341" cy="99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5" name="Google Shape;2085;p78"/>
          <p:cNvSpPr/>
          <p:nvPr/>
        </p:nvSpPr>
        <p:spPr>
          <a:xfrm>
            <a:off x="5836270" y="4063000"/>
            <a:ext cx="502618" cy="99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6" name="Google Shape;2086;p78"/>
          <p:cNvSpPr/>
          <p:nvPr/>
        </p:nvSpPr>
        <p:spPr>
          <a:xfrm>
            <a:off x="5836270" y="4063000"/>
            <a:ext cx="502618" cy="99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7" name="Google Shape;2087;p78"/>
          <p:cNvSpPr/>
          <p:nvPr/>
        </p:nvSpPr>
        <p:spPr>
          <a:xfrm>
            <a:off x="5836270" y="4063000"/>
            <a:ext cx="502618" cy="99526"/>
          </a:xfrm>
          <a:prstGeom prst="roundRect">
            <a:avLst>
              <a:gd fmla="val 51673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8" name="Google Shape;2088;p78"/>
          <p:cNvSpPr/>
          <p:nvPr/>
        </p:nvSpPr>
        <p:spPr>
          <a:xfrm>
            <a:off x="6004236" y="4081815"/>
            <a:ext cx="184278" cy="794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6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SaaS</a:t>
            </a:r>
            <a:endParaRPr b="0" i="0" sz="4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9" name="Google Shape;2089;p78"/>
          <p:cNvSpPr/>
          <p:nvPr/>
        </p:nvSpPr>
        <p:spPr>
          <a:xfrm>
            <a:off x="6358993" y="4063000"/>
            <a:ext cx="502618" cy="99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0" name="Google Shape;2090;p78"/>
          <p:cNvSpPr/>
          <p:nvPr/>
        </p:nvSpPr>
        <p:spPr>
          <a:xfrm>
            <a:off x="6358993" y="4063000"/>
            <a:ext cx="502618" cy="99526"/>
          </a:xfrm>
          <a:prstGeom prst="roundRect">
            <a:avLst>
              <a:gd fmla="val 51673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1" name="Google Shape;2091;p78"/>
          <p:cNvSpPr/>
          <p:nvPr/>
        </p:nvSpPr>
        <p:spPr>
          <a:xfrm>
            <a:off x="6407897" y="4081815"/>
            <a:ext cx="422356" cy="79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4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On-premise</a:t>
            </a:r>
            <a:endParaRPr b="0" i="0" sz="41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2" name="Google Shape;2092;p78"/>
          <p:cNvSpPr/>
          <p:nvPr/>
        </p:nvSpPr>
        <p:spPr>
          <a:xfrm>
            <a:off x="7478305" y="4043719"/>
            <a:ext cx="1172880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3" name="Google Shape;2093;p78"/>
          <p:cNvSpPr/>
          <p:nvPr/>
        </p:nvSpPr>
        <p:spPr>
          <a:xfrm>
            <a:off x="7478305" y="4043719"/>
            <a:ext cx="328611" cy="13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4" name="Google Shape;2094;p78"/>
          <p:cNvSpPr/>
          <p:nvPr/>
        </p:nvSpPr>
        <p:spPr>
          <a:xfrm>
            <a:off x="7478305" y="4043720"/>
            <a:ext cx="362995" cy="172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&gt;50*</a:t>
            </a:r>
            <a:endParaRPr b="0" i="0" sz="8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5" name="Google Shape;2095;p78"/>
          <p:cNvSpPr/>
          <p:nvPr/>
        </p:nvSpPr>
        <p:spPr>
          <a:xfrm>
            <a:off x="4291977" y="4250573"/>
            <a:ext cx="4346172" cy="6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2096" name="Google Shape;2096;p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8540" y="4247132"/>
            <a:ext cx="4353046" cy="6882"/>
          </a:xfrm>
          <a:prstGeom prst="rect">
            <a:avLst/>
          </a:prstGeom>
          <a:noFill/>
          <a:ln>
            <a:noFill/>
          </a:ln>
        </p:spPr>
      </p:pic>
      <p:sp>
        <p:nvSpPr>
          <p:cNvPr id="2097" name="Google Shape;2097;p78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 в две или в одну строчку</a:t>
            </a:r>
            <a:endParaRPr/>
          </a:p>
        </p:txBody>
      </p:sp>
      <p:sp>
        <p:nvSpPr>
          <p:cNvPr id="2098" name="Google Shape;2098;p78"/>
          <p:cNvSpPr txBox="1"/>
          <p:nvPr/>
        </p:nvSpPr>
        <p:spPr>
          <a:xfrm>
            <a:off x="181435" y="1091781"/>
            <a:ext cx="4107105" cy="327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3" name="Shape 2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4" name="Google Shape;2104;p79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 в две или в одну строчку</a:t>
            </a:r>
            <a:endParaRPr/>
          </a:p>
        </p:txBody>
      </p:sp>
      <p:pic>
        <p:nvPicPr>
          <p:cNvPr descr=" " id="2105" name="Google Shape;2105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397" y="1519375"/>
            <a:ext cx="8077158" cy="1809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06" name="Google Shape;2106;p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1" y="1338423"/>
            <a:ext cx="7596148" cy="1809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07" name="Google Shape;2107;p7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5749" y="1702409"/>
            <a:ext cx="8567693" cy="3440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2" name="Shape 2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113" name="Google Shape;2113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83946" y="1427457"/>
            <a:ext cx="5660007" cy="1414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14" name="Google Shape;2114;p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36502" y="1286042"/>
            <a:ext cx="5407451" cy="1414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15" name="Google Shape;2115;p8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31391" y="1568867"/>
            <a:ext cx="5634850" cy="3217157"/>
          </a:xfrm>
          <a:prstGeom prst="rect">
            <a:avLst/>
          </a:prstGeom>
          <a:noFill/>
          <a:ln>
            <a:noFill/>
          </a:ln>
        </p:spPr>
      </p:pic>
      <p:sp>
        <p:nvSpPr>
          <p:cNvPr id="2116" name="Google Shape;2116;p80"/>
          <p:cNvSpPr/>
          <p:nvPr/>
        </p:nvSpPr>
        <p:spPr>
          <a:xfrm>
            <a:off x="3779283" y="1395566"/>
            <a:ext cx="218776" cy="218749"/>
          </a:xfrm>
          <a:prstGeom prst="roundRect">
            <a:avLst>
              <a:gd fmla="val 87771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7" name="Google Shape;2117;p80"/>
          <p:cNvSpPr/>
          <p:nvPr/>
        </p:nvSpPr>
        <p:spPr>
          <a:xfrm>
            <a:off x="3845371" y="1427466"/>
            <a:ext cx="86599" cy="167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5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1</a:t>
            </a:r>
            <a:endParaRPr b="0" i="0" sz="91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8" name="Google Shape;2118;p80"/>
          <p:cNvSpPr/>
          <p:nvPr/>
        </p:nvSpPr>
        <p:spPr>
          <a:xfrm>
            <a:off x="4326777" y="1395566"/>
            <a:ext cx="218776" cy="218749"/>
          </a:xfrm>
          <a:prstGeom prst="roundRect">
            <a:avLst>
              <a:gd fmla="val 87771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9" name="Google Shape;2119;p80"/>
          <p:cNvSpPr/>
          <p:nvPr/>
        </p:nvSpPr>
        <p:spPr>
          <a:xfrm>
            <a:off x="4392865" y="1427466"/>
            <a:ext cx="86599" cy="167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5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2</a:t>
            </a:r>
            <a:endParaRPr b="0" i="0" sz="91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0" name="Google Shape;2120;p80"/>
          <p:cNvSpPr/>
          <p:nvPr/>
        </p:nvSpPr>
        <p:spPr>
          <a:xfrm>
            <a:off x="4574425" y="1395566"/>
            <a:ext cx="218776" cy="218749"/>
          </a:xfrm>
          <a:prstGeom prst="roundRect">
            <a:avLst>
              <a:gd fmla="val 87771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1" name="Google Shape;2121;p80"/>
          <p:cNvSpPr/>
          <p:nvPr/>
        </p:nvSpPr>
        <p:spPr>
          <a:xfrm>
            <a:off x="4640514" y="1427466"/>
            <a:ext cx="86599" cy="167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5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3</a:t>
            </a:r>
            <a:endParaRPr b="0" i="0" sz="91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2" name="Google Shape;2122;p80"/>
          <p:cNvSpPr/>
          <p:nvPr/>
        </p:nvSpPr>
        <p:spPr>
          <a:xfrm>
            <a:off x="8667705" y="1389376"/>
            <a:ext cx="218776" cy="218749"/>
          </a:xfrm>
          <a:prstGeom prst="roundRect">
            <a:avLst>
              <a:gd fmla="val 87771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3" name="Google Shape;2123;p80"/>
          <p:cNvSpPr/>
          <p:nvPr/>
        </p:nvSpPr>
        <p:spPr>
          <a:xfrm>
            <a:off x="8733794" y="1421277"/>
            <a:ext cx="86599" cy="167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5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4</a:t>
            </a:r>
            <a:endParaRPr b="0" i="0" sz="91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4" name="Google Shape;2124;p80"/>
          <p:cNvSpPr/>
          <p:nvPr/>
        </p:nvSpPr>
        <p:spPr>
          <a:xfrm>
            <a:off x="5356032" y="4191831"/>
            <a:ext cx="218776" cy="218749"/>
          </a:xfrm>
          <a:prstGeom prst="roundRect">
            <a:avLst>
              <a:gd fmla="val 87771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5" name="Google Shape;2125;p80"/>
          <p:cNvSpPr/>
          <p:nvPr/>
        </p:nvSpPr>
        <p:spPr>
          <a:xfrm>
            <a:off x="5422120" y="4223732"/>
            <a:ext cx="86599" cy="167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5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endParaRPr b="0" i="0" sz="91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6" name="Google Shape;2126;p80"/>
          <p:cNvSpPr/>
          <p:nvPr/>
        </p:nvSpPr>
        <p:spPr>
          <a:xfrm>
            <a:off x="6211700" y="4187943"/>
            <a:ext cx="218776" cy="218749"/>
          </a:xfrm>
          <a:prstGeom prst="roundRect">
            <a:avLst>
              <a:gd fmla="val 87771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7" name="Google Shape;2127;p80"/>
          <p:cNvSpPr/>
          <p:nvPr/>
        </p:nvSpPr>
        <p:spPr>
          <a:xfrm>
            <a:off x="6277789" y="4219844"/>
            <a:ext cx="86599" cy="167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5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7</a:t>
            </a:r>
            <a:endParaRPr b="0" i="0" sz="91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8" name="Google Shape;2128;p80"/>
          <p:cNvSpPr/>
          <p:nvPr/>
        </p:nvSpPr>
        <p:spPr>
          <a:xfrm>
            <a:off x="6577774" y="4187943"/>
            <a:ext cx="218776" cy="218749"/>
          </a:xfrm>
          <a:prstGeom prst="roundRect">
            <a:avLst>
              <a:gd fmla="val 87771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9" name="Google Shape;2129;p80"/>
          <p:cNvSpPr/>
          <p:nvPr/>
        </p:nvSpPr>
        <p:spPr>
          <a:xfrm>
            <a:off x="6643863" y="4219844"/>
            <a:ext cx="86599" cy="167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5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8</a:t>
            </a:r>
            <a:endParaRPr b="0" i="0" sz="91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0" name="Google Shape;2130;p80"/>
          <p:cNvSpPr/>
          <p:nvPr/>
        </p:nvSpPr>
        <p:spPr>
          <a:xfrm>
            <a:off x="7049550" y="4187943"/>
            <a:ext cx="218776" cy="218749"/>
          </a:xfrm>
          <a:prstGeom prst="roundRect">
            <a:avLst>
              <a:gd fmla="val 87771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1" name="Google Shape;2131;p80"/>
          <p:cNvSpPr/>
          <p:nvPr/>
        </p:nvSpPr>
        <p:spPr>
          <a:xfrm>
            <a:off x="7115638" y="4219844"/>
            <a:ext cx="86599" cy="167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5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9</a:t>
            </a:r>
            <a:endParaRPr b="0" i="0" sz="91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2" name="Google Shape;2132;p80"/>
          <p:cNvSpPr/>
          <p:nvPr/>
        </p:nvSpPr>
        <p:spPr>
          <a:xfrm>
            <a:off x="8667705" y="2168473"/>
            <a:ext cx="218776" cy="218749"/>
          </a:xfrm>
          <a:prstGeom prst="roundRect">
            <a:avLst>
              <a:gd fmla="val 87771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3" name="Google Shape;2133;p80"/>
          <p:cNvSpPr/>
          <p:nvPr/>
        </p:nvSpPr>
        <p:spPr>
          <a:xfrm>
            <a:off x="8733794" y="2200374"/>
            <a:ext cx="86599" cy="167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5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5</a:t>
            </a:r>
            <a:endParaRPr b="0" i="0" sz="91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4" name="Google Shape;2134;p80"/>
          <p:cNvSpPr/>
          <p:nvPr/>
        </p:nvSpPr>
        <p:spPr>
          <a:xfrm>
            <a:off x="285749" y="1952706"/>
            <a:ext cx="2924161" cy="24550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5" name="Google Shape;2135;p80"/>
          <p:cNvSpPr/>
          <p:nvPr/>
        </p:nvSpPr>
        <p:spPr>
          <a:xfrm>
            <a:off x="285749" y="1952706"/>
            <a:ext cx="205082" cy="205056"/>
          </a:xfrm>
          <a:prstGeom prst="roundRect">
            <a:avLst>
              <a:gd fmla="val 86944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6" name="Google Shape;2136;p80"/>
          <p:cNvSpPr/>
          <p:nvPr/>
        </p:nvSpPr>
        <p:spPr>
          <a:xfrm>
            <a:off x="347702" y="1982610"/>
            <a:ext cx="81178" cy="1553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8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1</a:t>
            </a:r>
            <a:endParaRPr b="0" i="0" sz="85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7" name="Google Shape;2137;p80"/>
          <p:cNvSpPr/>
          <p:nvPr/>
        </p:nvSpPr>
        <p:spPr>
          <a:xfrm>
            <a:off x="285749" y="2233954"/>
            <a:ext cx="205082" cy="205056"/>
          </a:xfrm>
          <a:prstGeom prst="roundRect">
            <a:avLst>
              <a:gd fmla="val 86944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8" name="Google Shape;2138;p80"/>
          <p:cNvSpPr/>
          <p:nvPr/>
        </p:nvSpPr>
        <p:spPr>
          <a:xfrm>
            <a:off x="347702" y="2263859"/>
            <a:ext cx="81178" cy="1553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8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2</a:t>
            </a:r>
            <a:endParaRPr b="0" i="0" sz="85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9" name="Google Shape;2139;p80"/>
          <p:cNvSpPr/>
          <p:nvPr/>
        </p:nvSpPr>
        <p:spPr>
          <a:xfrm>
            <a:off x="285749" y="2515198"/>
            <a:ext cx="205082" cy="205056"/>
          </a:xfrm>
          <a:prstGeom prst="roundRect">
            <a:avLst>
              <a:gd fmla="val 86944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0" name="Google Shape;2140;p80"/>
          <p:cNvSpPr/>
          <p:nvPr/>
        </p:nvSpPr>
        <p:spPr>
          <a:xfrm>
            <a:off x="347702" y="2545103"/>
            <a:ext cx="81178" cy="1553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8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3</a:t>
            </a:r>
            <a:endParaRPr b="0" i="0" sz="85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1" name="Google Shape;2141;p80"/>
          <p:cNvSpPr/>
          <p:nvPr/>
        </p:nvSpPr>
        <p:spPr>
          <a:xfrm>
            <a:off x="285749" y="2796447"/>
            <a:ext cx="205082" cy="205056"/>
          </a:xfrm>
          <a:prstGeom prst="roundRect">
            <a:avLst>
              <a:gd fmla="val 86944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2" name="Google Shape;2142;p80"/>
          <p:cNvSpPr/>
          <p:nvPr/>
        </p:nvSpPr>
        <p:spPr>
          <a:xfrm>
            <a:off x="347702" y="2826351"/>
            <a:ext cx="81178" cy="1553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8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4</a:t>
            </a:r>
            <a:endParaRPr b="0" i="0" sz="85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3" name="Google Shape;2143;p80"/>
          <p:cNvSpPr/>
          <p:nvPr/>
        </p:nvSpPr>
        <p:spPr>
          <a:xfrm>
            <a:off x="285749" y="3077691"/>
            <a:ext cx="205082" cy="205056"/>
          </a:xfrm>
          <a:prstGeom prst="roundRect">
            <a:avLst>
              <a:gd fmla="val 86944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4" name="Google Shape;2144;p80"/>
          <p:cNvSpPr/>
          <p:nvPr/>
        </p:nvSpPr>
        <p:spPr>
          <a:xfrm>
            <a:off x="347702" y="3107595"/>
            <a:ext cx="81178" cy="1553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8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5</a:t>
            </a:r>
            <a:endParaRPr b="0" i="0" sz="85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5" name="Google Shape;2145;p80"/>
          <p:cNvSpPr/>
          <p:nvPr/>
        </p:nvSpPr>
        <p:spPr>
          <a:xfrm>
            <a:off x="285749" y="3358939"/>
            <a:ext cx="205082" cy="205056"/>
          </a:xfrm>
          <a:prstGeom prst="roundRect">
            <a:avLst>
              <a:gd fmla="val 86944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6" name="Google Shape;2146;p80"/>
          <p:cNvSpPr/>
          <p:nvPr/>
        </p:nvSpPr>
        <p:spPr>
          <a:xfrm>
            <a:off x="347702" y="3388844"/>
            <a:ext cx="81178" cy="1553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8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endParaRPr b="0" i="0" sz="85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7" name="Google Shape;2147;p80"/>
          <p:cNvSpPr/>
          <p:nvPr/>
        </p:nvSpPr>
        <p:spPr>
          <a:xfrm>
            <a:off x="285749" y="3640183"/>
            <a:ext cx="205082" cy="205056"/>
          </a:xfrm>
          <a:prstGeom prst="roundRect">
            <a:avLst>
              <a:gd fmla="val 86944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8" name="Google Shape;2148;p80"/>
          <p:cNvSpPr/>
          <p:nvPr/>
        </p:nvSpPr>
        <p:spPr>
          <a:xfrm>
            <a:off x="347702" y="3670088"/>
            <a:ext cx="81178" cy="1553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8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7</a:t>
            </a:r>
            <a:endParaRPr b="0" i="0" sz="85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9" name="Google Shape;2149;p80"/>
          <p:cNvSpPr/>
          <p:nvPr/>
        </p:nvSpPr>
        <p:spPr>
          <a:xfrm>
            <a:off x="285749" y="3921432"/>
            <a:ext cx="205082" cy="205056"/>
          </a:xfrm>
          <a:prstGeom prst="roundRect">
            <a:avLst>
              <a:gd fmla="val 86944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0" name="Google Shape;2150;p80"/>
          <p:cNvSpPr/>
          <p:nvPr/>
        </p:nvSpPr>
        <p:spPr>
          <a:xfrm>
            <a:off x="347702" y="3951336"/>
            <a:ext cx="81178" cy="1553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8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8</a:t>
            </a:r>
            <a:endParaRPr b="0" i="0" sz="85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1" name="Google Shape;2151;p80"/>
          <p:cNvSpPr/>
          <p:nvPr/>
        </p:nvSpPr>
        <p:spPr>
          <a:xfrm>
            <a:off x="285749" y="4202675"/>
            <a:ext cx="205082" cy="205056"/>
          </a:xfrm>
          <a:prstGeom prst="roundRect">
            <a:avLst>
              <a:gd fmla="val 86944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2" name="Google Shape;2152;p80"/>
          <p:cNvSpPr/>
          <p:nvPr/>
        </p:nvSpPr>
        <p:spPr>
          <a:xfrm>
            <a:off x="347702" y="4232580"/>
            <a:ext cx="81178" cy="1553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8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9</a:t>
            </a:r>
            <a:endParaRPr b="0" i="0" sz="85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3" name="Google Shape;2153;p80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 в две или в одну строчку</a:t>
            </a:r>
            <a:endParaRPr/>
          </a:p>
        </p:txBody>
      </p:sp>
      <p:sp>
        <p:nvSpPr>
          <p:cNvPr id="2154" name="Google Shape;2154;p80"/>
          <p:cNvSpPr/>
          <p:nvPr/>
        </p:nvSpPr>
        <p:spPr>
          <a:xfrm>
            <a:off x="285749" y="1307494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6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5" name="Google Shape;2155;p80"/>
          <p:cNvSpPr/>
          <p:nvPr/>
        </p:nvSpPr>
        <p:spPr>
          <a:xfrm>
            <a:off x="285749" y="1543838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05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6" name="Google Shape;2156;p80"/>
          <p:cNvSpPr/>
          <p:nvPr/>
        </p:nvSpPr>
        <p:spPr>
          <a:xfrm>
            <a:off x="552784" y="1966002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05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7" name="Google Shape;2157;p80"/>
          <p:cNvSpPr/>
          <p:nvPr/>
        </p:nvSpPr>
        <p:spPr>
          <a:xfrm>
            <a:off x="552784" y="2245940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05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8" name="Google Shape;2158;p80"/>
          <p:cNvSpPr/>
          <p:nvPr/>
        </p:nvSpPr>
        <p:spPr>
          <a:xfrm>
            <a:off x="555929" y="2525878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05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9" name="Google Shape;2159;p80"/>
          <p:cNvSpPr/>
          <p:nvPr/>
        </p:nvSpPr>
        <p:spPr>
          <a:xfrm>
            <a:off x="563880" y="2805693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05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0" name="Google Shape;2160;p80"/>
          <p:cNvSpPr/>
          <p:nvPr/>
        </p:nvSpPr>
        <p:spPr>
          <a:xfrm>
            <a:off x="563880" y="3085508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05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1" name="Google Shape;2161;p80"/>
          <p:cNvSpPr/>
          <p:nvPr/>
        </p:nvSpPr>
        <p:spPr>
          <a:xfrm>
            <a:off x="563880" y="3365323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05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2" name="Google Shape;2162;p80"/>
          <p:cNvSpPr/>
          <p:nvPr/>
        </p:nvSpPr>
        <p:spPr>
          <a:xfrm>
            <a:off x="563880" y="3648641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05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3" name="Google Shape;2163;p80"/>
          <p:cNvSpPr/>
          <p:nvPr/>
        </p:nvSpPr>
        <p:spPr>
          <a:xfrm>
            <a:off x="563880" y="3931959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05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4" name="Google Shape;2164;p80"/>
          <p:cNvSpPr/>
          <p:nvPr/>
        </p:nvSpPr>
        <p:spPr>
          <a:xfrm>
            <a:off x="576178" y="4218705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05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9" name="Shape 2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" name="Google Shape;2170;p81"/>
          <p:cNvSpPr/>
          <p:nvPr/>
        </p:nvSpPr>
        <p:spPr>
          <a:xfrm>
            <a:off x="285749" y="1952706"/>
            <a:ext cx="2924161" cy="24550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1" name="Google Shape;2171;p81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 в две </a:t>
            </a:r>
            <a:br>
              <a:rPr lang="en-US"/>
            </a:br>
            <a:r>
              <a:rPr lang="en-US"/>
              <a:t>строчки</a:t>
            </a:r>
            <a:endParaRPr/>
          </a:p>
        </p:txBody>
      </p:sp>
      <p:sp>
        <p:nvSpPr>
          <p:cNvPr id="2172" name="Google Shape;2172;p81"/>
          <p:cNvSpPr/>
          <p:nvPr/>
        </p:nvSpPr>
        <p:spPr>
          <a:xfrm>
            <a:off x="285749" y="1307494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6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3" name="Google Shape;2173;p81"/>
          <p:cNvSpPr/>
          <p:nvPr/>
        </p:nvSpPr>
        <p:spPr>
          <a:xfrm>
            <a:off x="285749" y="1543838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05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2174" name="Google Shape;2174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7859" y="355164"/>
            <a:ext cx="3445037" cy="478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75" name="Google Shape;2175;p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775" y="637478"/>
            <a:ext cx="186192" cy="959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76" name="Google Shape;2176;p8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85427" y="668500"/>
            <a:ext cx="11241" cy="338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77" name="Google Shape;2177;p8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07708" y="654410"/>
            <a:ext cx="152339" cy="620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78" name="Google Shape;2178;p8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18916" y="637445"/>
            <a:ext cx="129252" cy="927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79" name="Google Shape;2179;p8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332500" y="640291"/>
            <a:ext cx="143874" cy="902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80" name="Google Shape;2180;p8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149794" y="592361"/>
            <a:ext cx="457016" cy="177706"/>
          </a:xfrm>
          <a:prstGeom prst="rect">
            <a:avLst/>
          </a:prstGeom>
          <a:noFill/>
          <a:ln>
            <a:noFill/>
          </a:ln>
        </p:spPr>
      </p:pic>
      <p:sp>
        <p:nvSpPr>
          <p:cNvPr id="2181" name="Google Shape;2181;p81"/>
          <p:cNvSpPr/>
          <p:nvPr/>
        </p:nvSpPr>
        <p:spPr>
          <a:xfrm>
            <a:off x="5128636" y="566959"/>
            <a:ext cx="499332" cy="19463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11:30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2" name="Google Shape;2182;p81"/>
          <p:cNvSpPr/>
          <p:nvPr/>
        </p:nvSpPr>
        <p:spPr>
          <a:xfrm>
            <a:off x="6060924" y="580043"/>
            <a:ext cx="931767" cy="267716"/>
          </a:xfrm>
          <a:prstGeom prst="roundRect">
            <a:avLst>
              <a:gd fmla="val 49946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2183" name="Google Shape;2183;p8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805338" y="352714"/>
            <a:ext cx="3452795" cy="47904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84" name="Google Shape;2184;p8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019649" y="962235"/>
            <a:ext cx="3024172" cy="3771409"/>
          </a:xfrm>
          <a:prstGeom prst="rect">
            <a:avLst/>
          </a:prstGeom>
          <a:noFill/>
          <a:ln>
            <a:noFill/>
          </a:ln>
        </p:spPr>
      </p:pic>
      <p:sp>
        <p:nvSpPr>
          <p:cNvPr id="2185" name="Google Shape;2185;p81"/>
          <p:cNvSpPr/>
          <p:nvPr/>
        </p:nvSpPr>
        <p:spPr>
          <a:xfrm>
            <a:off x="5081561" y="3228889"/>
            <a:ext cx="2762236" cy="1485707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2186" name="Google Shape;2186;p8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651170" y="2913750"/>
            <a:ext cx="1719412" cy="2278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87" name="Google Shape;2187;p8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848059" y="3926054"/>
            <a:ext cx="1330856" cy="1445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88" name="Google Shape;2188;p8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788240" y="3213795"/>
            <a:ext cx="1448318" cy="2741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89" name="Google Shape;2189;p81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652175" y="4160098"/>
            <a:ext cx="1722337" cy="1256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4" name="Shape 2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195" name="Google Shape;2195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749" y="1357471"/>
            <a:ext cx="3014647" cy="3523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96" name="Google Shape;2196;p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38783" y="1357471"/>
            <a:ext cx="3119421" cy="3523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97" name="Google Shape;2197;p8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38783" y="1828897"/>
            <a:ext cx="3119421" cy="2857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98" name="Google Shape;2198;p8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38783" y="2143181"/>
            <a:ext cx="2347900" cy="2857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99" name="Google Shape;2199;p8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38783" y="2457465"/>
            <a:ext cx="2309800" cy="2857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00" name="Google Shape;2200;p8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38783" y="2771749"/>
            <a:ext cx="2233601" cy="2857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01" name="Google Shape;2201;p8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38783" y="3086033"/>
            <a:ext cx="2157401" cy="2857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02" name="Google Shape;2202;p8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38783" y="3400317"/>
            <a:ext cx="2571737" cy="2857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03" name="Google Shape;2203;p8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738783" y="4028885"/>
            <a:ext cx="1752591" cy="2857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04" name="Google Shape;2204;p8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738783" y="3714601"/>
            <a:ext cx="1943090" cy="2857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05" name="Google Shape;2205;p8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57186" y="1828897"/>
            <a:ext cx="2943210" cy="2857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06" name="Google Shape;2206;p8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28635" y="2143181"/>
            <a:ext cx="2771761" cy="2857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07" name="Google Shape;2207;p8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38184" y="2457465"/>
            <a:ext cx="2562212" cy="2857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08" name="Google Shape;2208;p82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71521" y="2776511"/>
            <a:ext cx="2528874" cy="2857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09" name="Google Shape;2209;p82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38196" y="3095557"/>
            <a:ext cx="2462200" cy="2857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10" name="Google Shape;2210;p82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095370" y="3409841"/>
            <a:ext cx="2205026" cy="2857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11" name="Google Shape;2211;p82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128707" y="3724125"/>
            <a:ext cx="2171689" cy="2857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12" name="Google Shape;2212;p82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243006" y="4038409"/>
            <a:ext cx="2057389" cy="285713"/>
          </a:xfrm>
          <a:prstGeom prst="rect">
            <a:avLst/>
          </a:prstGeom>
          <a:noFill/>
          <a:ln>
            <a:noFill/>
          </a:ln>
        </p:spPr>
      </p:pic>
      <p:sp>
        <p:nvSpPr>
          <p:cNvPr id="2213" name="Google Shape;2213;p82"/>
          <p:cNvSpPr/>
          <p:nvPr/>
        </p:nvSpPr>
        <p:spPr>
          <a:xfrm>
            <a:off x="285749" y="4714596"/>
            <a:ext cx="462170" cy="142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2214" name="Google Shape;2214;p82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285749" y="4714596"/>
            <a:ext cx="462170" cy="1428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15" name="Google Shape;2215;p82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476287" y="4732937"/>
            <a:ext cx="262715" cy="900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16" name="Google Shape;2216;p82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285749" y="4714596"/>
            <a:ext cx="142874" cy="142856"/>
          </a:xfrm>
          <a:prstGeom prst="rect">
            <a:avLst/>
          </a:prstGeom>
          <a:noFill/>
          <a:ln>
            <a:noFill/>
          </a:ln>
        </p:spPr>
      </p:pic>
      <p:sp>
        <p:nvSpPr>
          <p:cNvPr id="2217" name="Google Shape;2217;p82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 в две или в одну строчку</a:t>
            </a:r>
            <a:endParaRPr/>
          </a:p>
        </p:txBody>
      </p:sp>
      <p:sp>
        <p:nvSpPr>
          <p:cNvPr id="2218" name="Google Shape;2218;p82"/>
          <p:cNvSpPr txBox="1"/>
          <p:nvPr/>
        </p:nvSpPr>
        <p:spPr>
          <a:xfrm>
            <a:off x="1081246" y="1369941"/>
            <a:ext cx="1423651" cy="327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/>
          </a:p>
        </p:txBody>
      </p:sp>
      <p:sp>
        <p:nvSpPr>
          <p:cNvPr id="2219" name="Google Shape;2219;p82"/>
          <p:cNvSpPr txBox="1"/>
          <p:nvPr/>
        </p:nvSpPr>
        <p:spPr>
          <a:xfrm>
            <a:off x="6586667" y="1371477"/>
            <a:ext cx="1423651" cy="327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/>
          </a:p>
        </p:txBody>
      </p:sp>
      <p:sp>
        <p:nvSpPr>
          <p:cNvPr id="2220" name="Google Shape;2220;p82"/>
          <p:cNvSpPr txBox="1"/>
          <p:nvPr/>
        </p:nvSpPr>
        <p:spPr>
          <a:xfrm>
            <a:off x="3805671" y="1785371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/>
          </a:p>
        </p:txBody>
      </p:sp>
      <p:sp>
        <p:nvSpPr>
          <p:cNvPr id="2221" name="Google Shape;2221;p82"/>
          <p:cNvSpPr txBox="1"/>
          <p:nvPr/>
        </p:nvSpPr>
        <p:spPr>
          <a:xfrm>
            <a:off x="3805670" y="2105379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/>
          </a:p>
        </p:txBody>
      </p:sp>
      <p:sp>
        <p:nvSpPr>
          <p:cNvPr id="2222" name="Google Shape;2222;p82"/>
          <p:cNvSpPr txBox="1"/>
          <p:nvPr/>
        </p:nvSpPr>
        <p:spPr>
          <a:xfrm>
            <a:off x="3805670" y="2421888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/>
          </a:p>
        </p:txBody>
      </p:sp>
      <p:sp>
        <p:nvSpPr>
          <p:cNvPr id="2223" name="Google Shape;2223;p82"/>
          <p:cNvSpPr txBox="1"/>
          <p:nvPr/>
        </p:nvSpPr>
        <p:spPr>
          <a:xfrm>
            <a:off x="3805669" y="2729862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/>
          </a:p>
        </p:txBody>
      </p:sp>
      <p:sp>
        <p:nvSpPr>
          <p:cNvPr id="2224" name="Google Shape;2224;p82"/>
          <p:cNvSpPr txBox="1"/>
          <p:nvPr/>
        </p:nvSpPr>
        <p:spPr>
          <a:xfrm>
            <a:off x="3805668" y="3044913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/>
          </a:p>
        </p:txBody>
      </p:sp>
      <p:sp>
        <p:nvSpPr>
          <p:cNvPr id="2225" name="Google Shape;2225;p82"/>
          <p:cNvSpPr txBox="1"/>
          <p:nvPr/>
        </p:nvSpPr>
        <p:spPr>
          <a:xfrm>
            <a:off x="3805668" y="3674353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/>
          </a:p>
        </p:txBody>
      </p:sp>
      <p:sp>
        <p:nvSpPr>
          <p:cNvPr id="2226" name="Google Shape;2226;p82"/>
          <p:cNvSpPr txBox="1"/>
          <p:nvPr/>
        </p:nvSpPr>
        <p:spPr>
          <a:xfrm>
            <a:off x="3805668" y="3996522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/>
          </a:p>
        </p:txBody>
      </p:sp>
      <p:sp>
        <p:nvSpPr>
          <p:cNvPr id="2227" name="Google Shape;2227;p82"/>
          <p:cNvSpPr txBox="1"/>
          <p:nvPr/>
        </p:nvSpPr>
        <p:spPr>
          <a:xfrm>
            <a:off x="3805668" y="3361422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/>
          </a:p>
        </p:txBody>
      </p:sp>
      <p:sp>
        <p:nvSpPr>
          <p:cNvPr id="2228" name="Google Shape;2228;p82"/>
          <p:cNvSpPr txBox="1"/>
          <p:nvPr/>
        </p:nvSpPr>
        <p:spPr>
          <a:xfrm>
            <a:off x="6548733" y="4038409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229" name="Google Shape;2229;p82"/>
          <p:cNvSpPr txBox="1"/>
          <p:nvPr/>
        </p:nvSpPr>
        <p:spPr>
          <a:xfrm>
            <a:off x="6767686" y="3714601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230" name="Google Shape;2230;p82"/>
          <p:cNvSpPr txBox="1"/>
          <p:nvPr/>
        </p:nvSpPr>
        <p:spPr>
          <a:xfrm>
            <a:off x="7374857" y="3396525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231" name="Google Shape;2231;p82"/>
          <p:cNvSpPr txBox="1"/>
          <p:nvPr/>
        </p:nvSpPr>
        <p:spPr>
          <a:xfrm>
            <a:off x="6970047" y="3089202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232" name="Google Shape;2232;p82"/>
          <p:cNvSpPr txBox="1"/>
          <p:nvPr/>
        </p:nvSpPr>
        <p:spPr>
          <a:xfrm>
            <a:off x="7030539" y="2773344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233" name="Google Shape;2233;p82"/>
          <p:cNvSpPr txBox="1"/>
          <p:nvPr/>
        </p:nvSpPr>
        <p:spPr>
          <a:xfrm>
            <a:off x="7134394" y="2457624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234" name="Google Shape;2234;p82"/>
          <p:cNvSpPr txBox="1"/>
          <p:nvPr/>
        </p:nvSpPr>
        <p:spPr>
          <a:xfrm>
            <a:off x="7172494" y="2148568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235" name="Google Shape;2235;p82"/>
          <p:cNvSpPr txBox="1"/>
          <p:nvPr/>
        </p:nvSpPr>
        <p:spPr>
          <a:xfrm>
            <a:off x="7944014" y="1822636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236" name="Google Shape;2236;p82"/>
          <p:cNvSpPr txBox="1"/>
          <p:nvPr/>
        </p:nvSpPr>
        <p:spPr>
          <a:xfrm>
            <a:off x="-132755" y="1829061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237" name="Google Shape;2237;p82"/>
          <p:cNvSpPr txBox="1"/>
          <p:nvPr/>
        </p:nvSpPr>
        <p:spPr>
          <a:xfrm>
            <a:off x="59695" y="2139389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238" name="Google Shape;2238;p82"/>
          <p:cNvSpPr txBox="1"/>
          <p:nvPr/>
        </p:nvSpPr>
        <p:spPr>
          <a:xfrm>
            <a:off x="267423" y="2457148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239" name="Google Shape;2239;p82"/>
          <p:cNvSpPr txBox="1"/>
          <p:nvPr/>
        </p:nvSpPr>
        <p:spPr>
          <a:xfrm>
            <a:off x="297669" y="2784748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240" name="Google Shape;2240;p82"/>
          <p:cNvSpPr txBox="1"/>
          <p:nvPr/>
        </p:nvSpPr>
        <p:spPr>
          <a:xfrm>
            <a:off x="383543" y="3102507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241" name="Google Shape;2241;p82"/>
          <p:cNvSpPr txBox="1"/>
          <p:nvPr/>
        </p:nvSpPr>
        <p:spPr>
          <a:xfrm>
            <a:off x="635196" y="3413590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242" name="Google Shape;2242;p82"/>
          <p:cNvSpPr txBox="1"/>
          <p:nvPr/>
        </p:nvSpPr>
        <p:spPr>
          <a:xfrm>
            <a:off x="662475" y="3724125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243" name="Google Shape;2243;p82"/>
          <p:cNvSpPr txBox="1"/>
          <p:nvPr/>
        </p:nvSpPr>
        <p:spPr>
          <a:xfrm>
            <a:off x="770540" y="4041853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8" name="Shape 2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49" name="Google Shape;2249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748" y="3576507"/>
            <a:ext cx="2381238" cy="28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0" name="Google Shape;2250;p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43234" y="3576507"/>
            <a:ext cx="3762355" cy="28571"/>
          </a:xfrm>
          <a:prstGeom prst="rect">
            <a:avLst/>
          </a:prstGeom>
          <a:noFill/>
          <a:ln>
            <a:noFill/>
          </a:ln>
        </p:spPr>
      </p:pic>
      <p:sp>
        <p:nvSpPr>
          <p:cNvPr id="2251" name="Google Shape;2251;p8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 в две или в одну строчку</a:t>
            </a:r>
            <a:endParaRPr/>
          </a:p>
        </p:txBody>
      </p:sp>
      <p:sp>
        <p:nvSpPr>
          <p:cNvPr id="2252" name="Google Shape;2252;p83"/>
          <p:cNvSpPr txBox="1"/>
          <p:nvPr/>
        </p:nvSpPr>
        <p:spPr>
          <a:xfrm>
            <a:off x="177970" y="1664110"/>
            <a:ext cx="2381238" cy="21890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61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600"/>
              <a:buFont typeface="Play"/>
              <a:buNone/>
            </a:pPr>
            <a:r>
              <a:rPr b="1" i="0" lang="en-US" sz="166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7</a:t>
            </a:r>
            <a:endParaRPr b="1" i="0" sz="16600" u="none" cap="none" strike="noStrike">
              <a:solidFill>
                <a:schemeClr val="accen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253" name="Google Shape;2253;p83"/>
          <p:cNvSpPr txBox="1"/>
          <p:nvPr/>
        </p:nvSpPr>
        <p:spPr>
          <a:xfrm>
            <a:off x="3143234" y="1664110"/>
            <a:ext cx="4320556" cy="21890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61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600"/>
              <a:buFont typeface="Play"/>
              <a:buNone/>
            </a:pPr>
            <a:r>
              <a:rPr b="1" i="0" lang="en-US" sz="166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 b="1" i="0" sz="16600" u="none" cap="none" strike="noStrike">
              <a:solidFill>
                <a:schemeClr val="accen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254" name="Google Shape;2254;p83"/>
          <p:cNvSpPr txBox="1"/>
          <p:nvPr/>
        </p:nvSpPr>
        <p:spPr>
          <a:xfrm>
            <a:off x="256559" y="3689483"/>
            <a:ext cx="1423651" cy="327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/>
          </a:p>
        </p:txBody>
      </p:sp>
      <p:sp>
        <p:nvSpPr>
          <p:cNvPr id="2255" name="Google Shape;2255;p83"/>
          <p:cNvSpPr txBox="1"/>
          <p:nvPr/>
        </p:nvSpPr>
        <p:spPr>
          <a:xfrm>
            <a:off x="3148349" y="3689483"/>
            <a:ext cx="1423651" cy="327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0" name="Shape 2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61" name="Google Shape;2261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95621" y="738426"/>
            <a:ext cx="4176691" cy="41047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62" name="Google Shape;2262;p8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95621" y="1157472"/>
            <a:ext cx="5634008" cy="3642838"/>
          </a:xfrm>
          <a:prstGeom prst="rect">
            <a:avLst/>
          </a:prstGeom>
          <a:noFill/>
          <a:ln>
            <a:noFill/>
          </a:ln>
        </p:spPr>
      </p:pic>
      <p:sp>
        <p:nvSpPr>
          <p:cNvPr id="2263" name="Google Shape;2263;p84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 в две или в одну строчку</a:t>
            </a:r>
            <a:endParaRPr/>
          </a:p>
        </p:txBody>
      </p:sp>
      <p:sp>
        <p:nvSpPr>
          <p:cNvPr id="2264" name="Google Shape;2264;p84"/>
          <p:cNvSpPr txBox="1"/>
          <p:nvPr/>
        </p:nvSpPr>
        <p:spPr>
          <a:xfrm>
            <a:off x="181435" y="1091781"/>
            <a:ext cx="4107105" cy="327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9" name="Shape 2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70" name="Google Shape;2270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749" y="1143186"/>
            <a:ext cx="690559" cy="30047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71" name="Google Shape;2271;p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49" y="1405089"/>
            <a:ext cx="690559" cy="27428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72" name="Google Shape;2272;p8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1557" y="1490803"/>
            <a:ext cx="685797" cy="26571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73" name="Google Shape;2273;p8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62128" y="1643183"/>
            <a:ext cx="690559" cy="25047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74" name="Google Shape;2274;p8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647937" y="1681278"/>
            <a:ext cx="695321" cy="24666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75" name="Google Shape;2275;p8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38507" y="1757468"/>
            <a:ext cx="690559" cy="2390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76" name="Google Shape;2276;p8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010124" y="2095562"/>
            <a:ext cx="690559" cy="20523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77" name="Google Shape;2277;p8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800695" y="2124133"/>
            <a:ext cx="695321" cy="2023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78" name="Google Shape;2278;p8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91266" y="2176514"/>
            <a:ext cx="685797" cy="19714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79" name="Google Shape;2279;p8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71557" y="1852706"/>
            <a:ext cx="685797" cy="22952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80" name="Google Shape;2280;p8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862128" y="1981277"/>
            <a:ext cx="690559" cy="21666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81" name="Google Shape;2281;p8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647937" y="2014610"/>
            <a:ext cx="695321" cy="21333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82" name="Google Shape;2282;p8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224316" y="1643183"/>
            <a:ext cx="695321" cy="25047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83" name="Google Shape;2283;p8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438507" y="2081276"/>
            <a:ext cx="690559" cy="20666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84" name="Google Shape;2284;p8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5010124" y="2390798"/>
            <a:ext cx="690559" cy="17571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85" name="Google Shape;2285;p8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5800695" y="2390798"/>
            <a:ext cx="695321" cy="17571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86" name="Google Shape;2286;p85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6591266" y="2543178"/>
            <a:ext cx="685797" cy="16047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87" name="Google Shape;2287;p85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4224316" y="2014610"/>
            <a:ext cx="695321" cy="21333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88" name="Google Shape;2288;p85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7377074" y="2176514"/>
            <a:ext cx="695321" cy="19714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89" name="Google Shape;2289;p85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7377074" y="2481274"/>
            <a:ext cx="695321" cy="16666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90" name="Google Shape;2290;p85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8167645" y="2238418"/>
            <a:ext cx="690559" cy="19095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91" name="Google Shape;2291;p85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8167645" y="2543178"/>
            <a:ext cx="690559" cy="1604754"/>
          </a:xfrm>
          <a:prstGeom prst="rect">
            <a:avLst/>
          </a:prstGeom>
          <a:noFill/>
          <a:ln>
            <a:noFill/>
          </a:ln>
        </p:spPr>
      </p:pic>
      <p:sp>
        <p:nvSpPr>
          <p:cNvPr id="2292" name="Google Shape;2292;p85"/>
          <p:cNvSpPr/>
          <p:nvPr/>
        </p:nvSpPr>
        <p:spPr>
          <a:xfrm>
            <a:off x="6691278" y="1200328"/>
            <a:ext cx="2028814" cy="166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3" name="Google Shape;2293;p85"/>
          <p:cNvSpPr/>
          <p:nvPr/>
        </p:nvSpPr>
        <p:spPr>
          <a:xfrm>
            <a:off x="6691278" y="1200328"/>
            <a:ext cx="166687" cy="166666"/>
          </a:xfrm>
          <a:prstGeom prst="ellipse">
            <a:avLst/>
          </a:prstGeom>
          <a:solidFill>
            <a:srgbClr val="65C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4" name="Google Shape;2294;p85"/>
          <p:cNvSpPr/>
          <p:nvPr/>
        </p:nvSpPr>
        <p:spPr>
          <a:xfrm>
            <a:off x="6691278" y="1447947"/>
            <a:ext cx="2166926" cy="166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5" name="Google Shape;2295;p85"/>
          <p:cNvSpPr/>
          <p:nvPr/>
        </p:nvSpPr>
        <p:spPr>
          <a:xfrm>
            <a:off x="6691278" y="1447946"/>
            <a:ext cx="166687" cy="166666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6" name="Google Shape;2296;p85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 в две или в одну строчку</a:t>
            </a:r>
            <a:endParaRPr/>
          </a:p>
        </p:txBody>
      </p:sp>
      <p:sp>
        <p:nvSpPr>
          <p:cNvPr id="2297" name="Google Shape;2297;p85"/>
          <p:cNvSpPr/>
          <p:nvPr/>
        </p:nvSpPr>
        <p:spPr>
          <a:xfrm>
            <a:off x="6970955" y="1200328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05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8" name="Google Shape;2298;p85"/>
          <p:cNvSpPr/>
          <p:nvPr/>
        </p:nvSpPr>
        <p:spPr>
          <a:xfrm>
            <a:off x="6967301" y="1467817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05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9" name="Google Shape;2299;p85"/>
          <p:cNvSpPr/>
          <p:nvPr/>
        </p:nvSpPr>
        <p:spPr>
          <a:xfrm>
            <a:off x="301737" y="4229266"/>
            <a:ext cx="653030" cy="215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05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0" name="Google Shape;2300;p85"/>
          <p:cNvSpPr/>
          <p:nvPr/>
        </p:nvSpPr>
        <p:spPr>
          <a:xfrm>
            <a:off x="1086563" y="4229266"/>
            <a:ext cx="653030" cy="215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05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1" name="Google Shape;2301;p85"/>
          <p:cNvSpPr/>
          <p:nvPr/>
        </p:nvSpPr>
        <p:spPr>
          <a:xfrm>
            <a:off x="1879560" y="4229265"/>
            <a:ext cx="653030" cy="215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05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2" name="Google Shape;2302;p85"/>
          <p:cNvSpPr/>
          <p:nvPr/>
        </p:nvSpPr>
        <p:spPr>
          <a:xfrm>
            <a:off x="2664386" y="4229265"/>
            <a:ext cx="653030" cy="215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05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3" name="Google Shape;2303;p85"/>
          <p:cNvSpPr/>
          <p:nvPr/>
        </p:nvSpPr>
        <p:spPr>
          <a:xfrm>
            <a:off x="3449212" y="4229265"/>
            <a:ext cx="653030" cy="215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05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4" name="Google Shape;2304;p85"/>
          <p:cNvSpPr/>
          <p:nvPr/>
        </p:nvSpPr>
        <p:spPr>
          <a:xfrm>
            <a:off x="4242209" y="4229264"/>
            <a:ext cx="653030" cy="215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05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5" name="Google Shape;2305;p85"/>
          <p:cNvSpPr/>
          <p:nvPr/>
        </p:nvSpPr>
        <p:spPr>
          <a:xfrm>
            <a:off x="5010124" y="4234028"/>
            <a:ext cx="653030" cy="215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05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6" name="Google Shape;2306;p85"/>
          <p:cNvSpPr/>
          <p:nvPr/>
        </p:nvSpPr>
        <p:spPr>
          <a:xfrm>
            <a:off x="5794950" y="4234028"/>
            <a:ext cx="653030" cy="215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05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7" name="Google Shape;2307;p85"/>
          <p:cNvSpPr/>
          <p:nvPr/>
        </p:nvSpPr>
        <p:spPr>
          <a:xfrm>
            <a:off x="6587947" y="4234027"/>
            <a:ext cx="653030" cy="215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05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8" name="Google Shape;2308;p85"/>
          <p:cNvSpPr/>
          <p:nvPr/>
        </p:nvSpPr>
        <p:spPr>
          <a:xfrm>
            <a:off x="7372773" y="4234027"/>
            <a:ext cx="653030" cy="215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05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9" name="Google Shape;2309;p85"/>
          <p:cNvSpPr/>
          <p:nvPr/>
        </p:nvSpPr>
        <p:spPr>
          <a:xfrm>
            <a:off x="8157599" y="4234027"/>
            <a:ext cx="653030" cy="215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05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0" name="Google Shape;2310;p85"/>
          <p:cNvSpPr txBox="1"/>
          <p:nvPr/>
        </p:nvSpPr>
        <p:spPr>
          <a:xfrm>
            <a:off x="-80797" y="1448608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311" name="Google Shape;2311;p85"/>
          <p:cNvSpPr txBox="1"/>
          <p:nvPr/>
        </p:nvSpPr>
        <p:spPr>
          <a:xfrm>
            <a:off x="-80159" y="1148774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312" name="Google Shape;2312;p85"/>
          <p:cNvSpPr txBox="1"/>
          <p:nvPr/>
        </p:nvSpPr>
        <p:spPr>
          <a:xfrm>
            <a:off x="701252" y="1531279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313" name="Google Shape;2313;p85"/>
          <p:cNvSpPr txBox="1"/>
          <p:nvPr/>
        </p:nvSpPr>
        <p:spPr>
          <a:xfrm>
            <a:off x="701251" y="1873308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314" name="Google Shape;2314;p85"/>
          <p:cNvSpPr txBox="1"/>
          <p:nvPr/>
        </p:nvSpPr>
        <p:spPr>
          <a:xfrm>
            <a:off x="1495583" y="1688411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315" name="Google Shape;2315;p85"/>
          <p:cNvSpPr txBox="1"/>
          <p:nvPr/>
        </p:nvSpPr>
        <p:spPr>
          <a:xfrm>
            <a:off x="1481394" y="2014610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316" name="Google Shape;2316;p85"/>
          <p:cNvSpPr txBox="1"/>
          <p:nvPr/>
        </p:nvSpPr>
        <p:spPr>
          <a:xfrm>
            <a:off x="2286153" y="1721744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317" name="Google Shape;2317;p85"/>
          <p:cNvSpPr txBox="1"/>
          <p:nvPr/>
        </p:nvSpPr>
        <p:spPr>
          <a:xfrm>
            <a:off x="2293230" y="2046640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318" name="Google Shape;2318;p85"/>
          <p:cNvSpPr txBox="1"/>
          <p:nvPr/>
        </p:nvSpPr>
        <p:spPr>
          <a:xfrm>
            <a:off x="3071960" y="1794259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319" name="Google Shape;2319;p85"/>
          <p:cNvSpPr txBox="1"/>
          <p:nvPr/>
        </p:nvSpPr>
        <p:spPr>
          <a:xfrm>
            <a:off x="3067199" y="2119802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320" name="Google Shape;2320;p85"/>
          <p:cNvSpPr txBox="1"/>
          <p:nvPr/>
        </p:nvSpPr>
        <p:spPr>
          <a:xfrm>
            <a:off x="3862530" y="1695079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321" name="Google Shape;2321;p85"/>
          <p:cNvSpPr txBox="1"/>
          <p:nvPr/>
        </p:nvSpPr>
        <p:spPr>
          <a:xfrm>
            <a:off x="3857770" y="2054973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322" name="Google Shape;2322;p85"/>
          <p:cNvSpPr txBox="1"/>
          <p:nvPr/>
        </p:nvSpPr>
        <p:spPr>
          <a:xfrm>
            <a:off x="4643577" y="2116823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323" name="Google Shape;2323;p85"/>
          <p:cNvSpPr txBox="1"/>
          <p:nvPr/>
        </p:nvSpPr>
        <p:spPr>
          <a:xfrm>
            <a:off x="4648341" y="2426081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324" name="Google Shape;2324;p85"/>
          <p:cNvSpPr txBox="1"/>
          <p:nvPr/>
        </p:nvSpPr>
        <p:spPr>
          <a:xfrm>
            <a:off x="5434314" y="2125678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325" name="Google Shape;2325;p85"/>
          <p:cNvSpPr txBox="1"/>
          <p:nvPr/>
        </p:nvSpPr>
        <p:spPr>
          <a:xfrm>
            <a:off x="5445889" y="2407950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326" name="Google Shape;2326;p85"/>
          <p:cNvSpPr txBox="1"/>
          <p:nvPr/>
        </p:nvSpPr>
        <p:spPr>
          <a:xfrm>
            <a:off x="6232125" y="2233598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327" name="Google Shape;2327;p85"/>
          <p:cNvSpPr txBox="1"/>
          <p:nvPr/>
        </p:nvSpPr>
        <p:spPr>
          <a:xfrm>
            <a:off x="6252964" y="2575419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328" name="Google Shape;2328;p85"/>
          <p:cNvSpPr txBox="1"/>
          <p:nvPr/>
        </p:nvSpPr>
        <p:spPr>
          <a:xfrm>
            <a:off x="7019098" y="2200747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329" name="Google Shape;2329;p85"/>
          <p:cNvSpPr txBox="1"/>
          <p:nvPr/>
        </p:nvSpPr>
        <p:spPr>
          <a:xfrm>
            <a:off x="7019098" y="2508551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330" name="Google Shape;2330;p85"/>
          <p:cNvSpPr txBox="1"/>
          <p:nvPr/>
        </p:nvSpPr>
        <p:spPr>
          <a:xfrm>
            <a:off x="7805334" y="2273810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  <p:sp>
        <p:nvSpPr>
          <p:cNvPr id="2331" name="Google Shape;2331;p85"/>
          <p:cNvSpPr txBox="1"/>
          <p:nvPr/>
        </p:nvSpPr>
        <p:spPr>
          <a:xfrm>
            <a:off x="7807862" y="2583188"/>
            <a:ext cx="1423651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6" name="Shape 2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337" name="Google Shape;2337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499" y="2048344"/>
            <a:ext cx="2309410" cy="23091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38" name="Google Shape;2338;p8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81562" y="2048725"/>
            <a:ext cx="1165937" cy="1404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39" name="Google Shape;2339;p8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33728" y="2045867"/>
            <a:ext cx="2308938" cy="23086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40" name="Google Shape;2340;p8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92291" y="1685070"/>
            <a:ext cx="3030631" cy="3030252"/>
          </a:xfrm>
          <a:prstGeom prst="rect">
            <a:avLst/>
          </a:prstGeom>
          <a:noFill/>
          <a:ln>
            <a:noFill/>
          </a:ln>
        </p:spPr>
      </p:pic>
      <p:sp>
        <p:nvSpPr>
          <p:cNvPr id="2341" name="Google Shape;2341;p86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 в две или в одну строчку</a:t>
            </a:r>
            <a:endParaRPr/>
          </a:p>
        </p:txBody>
      </p:sp>
      <p:sp>
        <p:nvSpPr>
          <p:cNvPr id="2342" name="Google Shape;2342;p86"/>
          <p:cNvSpPr/>
          <p:nvPr/>
        </p:nvSpPr>
        <p:spPr>
          <a:xfrm>
            <a:off x="285749" y="1307494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6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14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3" name="Google Shape;2343;p86"/>
          <p:cNvSpPr/>
          <p:nvPr/>
        </p:nvSpPr>
        <p:spPr>
          <a:xfrm>
            <a:off x="285749" y="1543838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05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4" name="Google Shape;2344;p86"/>
          <p:cNvSpPr/>
          <p:nvPr/>
        </p:nvSpPr>
        <p:spPr>
          <a:xfrm>
            <a:off x="3333728" y="1307494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6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14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5" name="Google Shape;2345;p86"/>
          <p:cNvSpPr/>
          <p:nvPr/>
        </p:nvSpPr>
        <p:spPr>
          <a:xfrm>
            <a:off x="3333728" y="1543838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05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6" name="Google Shape;2346;p86"/>
          <p:cNvSpPr/>
          <p:nvPr/>
        </p:nvSpPr>
        <p:spPr>
          <a:xfrm>
            <a:off x="6381707" y="1306712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6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14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7" name="Google Shape;2347;p86"/>
          <p:cNvSpPr/>
          <p:nvPr/>
        </p:nvSpPr>
        <p:spPr>
          <a:xfrm>
            <a:off x="6381707" y="1543056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05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8" name="Google Shape;2348;p86"/>
          <p:cNvSpPr txBox="1"/>
          <p:nvPr/>
        </p:nvSpPr>
        <p:spPr>
          <a:xfrm>
            <a:off x="854932" y="2991623"/>
            <a:ext cx="1423651" cy="4171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10%</a:t>
            </a:r>
            <a:endParaRPr b="0" i="0" sz="3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349" name="Google Shape;2349;p86"/>
          <p:cNvSpPr txBox="1"/>
          <p:nvPr/>
        </p:nvSpPr>
        <p:spPr>
          <a:xfrm>
            <a:off x="3776371" y="2991622"/>
            <a:ext cx="1423651" cy="4171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10%</a:t>
            </a:r>
            <a:endParaRPr b="0" i="0" sz="3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350" name="Google Shape;2350;p86"/>
          <p:cNvSpPr txBox="1"/>
          <p:nvPr/>
        </p:nvSpPr>
        <p:spPr>
          <a:xfrm>
            <a:off x="6795780" y="2980839"/>
            <a:ext cx="1423651" cy="4171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10%</a:t>
            </a:r>
            <a:endParaRPr b="0" i="0" sz="3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5" name="Shape 2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356" name="Google Shape;2356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90533" y="3217771"/>
            <a:ext cx="343849" cy="829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57" name="Google Shape;2357;p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95907" y="1121014"/>
            <a:ext cx="3531595" cy="35311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58" name="Google Shape;2358;p8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53947" y="956231"/>
            <a:ext cx="360941" cy="483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59" name="Google Shape;2359;p8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21288" y="1205007"/>
            <a:ext cx="435827" cy="635381"/>
          </a:xfrm>
          <a:prstGeom prst="rect">
            <a:avLst/>
          </a:prstGeom>
          <a:noFill/>
          <a:ln>
            <a:noFill/>
          </a:ln>
        </p:spPr>
      </p:pic>
      <p:sp>
        <p:nvSpPr>
          <p:cNvPr id="2360" name="Google Shape;2360;p87"/>
          <p:cNvSpPr/>
          <p:nvPr/>
        </p:nvSpPr>
        <p:spPr>
          <a:xfrm>
            <a:off x="285749" y="1328899"/>
            <a:ext cx="571497" cy="571426"/>
          </a:xfrm>
          <a:prstGeom prst="roundRect">
            <a:avLst>
              <a:gd fmla="val 27600" name="adj"/>
            </a:avLst>
          </a:prstGeom>
          <a:solidFill>
            <a:srgbClr val="0077FF">
              <a:alpha val="10196"/>
            </a:srgbClr>
          </a:solidFill>
          <a:ln cap="flat" cmpd="sng" w="9525">
            <a:solidFill>
              <a:srgbClr val="007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1" name="Google Shape;2361;p87"/>
          <p:cNvSpPr/>
          <p:nvPr/>
        </p:nvSpPr>
        <p:spPr>
          <a:xfrm>
            <a:off x="285749" y="2090800"/>
            <a:ext cx="571497" cy="571426"/>
          </a:xfrm>
          <a:prstGeom prst="roundRect">
            <a:avLst>
              <a:gd fmla="val 27600" name="adj"/>
            </a:avLst>
          </a:prstGeom>
          <a:solidFill>
            <a:srgbClr val="0077FF">
              <a:alpha val="10196"/>
            </a:srgbClr>
          </a:solidFill>
          <a:ln cap="flat" cmpd="sng" w="9525">
            <a:solidFill>
              <a:srgbClr val="007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2" name="Google Shape;2362;p87"/>
          <p:cNvSpPr/>
          <p:nvPr/>
        </p:nvSpPr>
        <p:spPr>
          <a:xfrm>
            <a:off x="285749" y="2852701"/>
            <a:ext cx="571497" cy="571426"/>
          </a:xfrm>
          <a:prstGeom prst="roundRect">
            <a:avLst>
              <a:gd fmla="val 27600" name="adj"/>
            </a:avLst>
          </a:prstGeom>
          <a:solidFill>
            <a:srgbClr val="0077FF">
              <a:alpha val="10196"/>
            </a:srgbClr>
          </a:solidFill>
          <a:ln cap="flat" cmpd="sng" w="9525">
            <a:solidFill>
              <a:srgbClr val="007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3" name="Google Shape;2363;p87"/>
          <p:cNvSpPr/>
          <p:nvPr/>
        </p:nvSpPr>
        <p:spPr>
          <a:xfrm>
            <a:off x="285749" y="3614602"/>
            <a:ext cx="571497" cy="571426"/>
          </a:xfrm>
          <a:prstGeom prst="roundRect">
            <a:avLst>
              <a:gd fmla="val 27600" name="adj"/>
            </a:avLst>
          </a:prstGeom>
          <a:solidFill>
            <a:srgbClr val="0077FF">
              <a:alpha val="10196"/>
            </a:srgbClr>
          </a:solidFill>
          <a:ln cap="flat" cmpd="sng" w="9525">
            <a:solidFill>
              <a:srgbClr val="007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2364" name="Google Shape;2364;p8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7673" y="1490803"/>
            <a:ext cx="252411" cy="2523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65" name="Google Shape;2365;p8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6407" y="1508833"/>
            <a:ext cx="214946" cy="2107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66" name="Google Shape;2366;p8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7673" y="2252704"/>
            <a:ext cx="252411" cy="2523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67" name="Google Shape;2367;p8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6407" y="2270733"/>
            <a:ext cx="214946" cy="2107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68" name="Google Shape;2368;p8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7673" y="3009843"/>
            <a:ext cx="252411" cy="2523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69" name="Google Shape;2369;p8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6407" y="3027872"/>
            <a:ext cx="214946" cy="2107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70" name="Google Shape;2370;p8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7673" y="3771744"/>
            <a:ext cx="252411" cy="2523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71" name="Google Shape;2371;p8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6407" y="3789773"/>
            <a:ext cx="214946" cy="210783"/>
          </a:xfrm>
          <a:prstGeom prst="rect">
            <a:avLst/>
          </a:prstGeom>
          <a:noFill/>
          <a:ln>
            <a:noFill/>
          </a:ln>
        </p:spPr>
      </p:pic>
      <p:sp>
        <p:nvSpPr>
          <p:cNvPr id="2372" name="Google Shape;2372;p87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 в две или в одну строчку</a:t>
            </a:r>
            <a:endParaRPr/>
          </a:p>
        </p:txBody>
      </p:sp>
      <p:sp>
        <p:nvSpPr>
          <p:cNvPr id="2373" name="Google Shape;2373;p87"/>
          <p:cNvSpPr txBox="1"/>
          <p:nvPr/>
        </p:nvSpPr>
        <p:spPr>
          <a:xfrm>
            <a:off x="5473184" y="2560606"/>
            <a:ext cx="2044293" cy="8984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10%</a:t>
            </a:r>
            <a:endParaRPr b="0" i="0" sz="4800" u="none" cap="none" strike="noStrike">
              <a:solidFill>
                <a:schemeClr val="accen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374" name="Google Shape;2374;p87"/>
          <p:cNvSpPr txBox="1"/>
          <p:nvPr/>
        </p:nvSpPr>
        <p:spPr>
          <a:xfrm>
            <a:off x="7099707" y="671777"/>
            <a:ext cx="2044293" cy="533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1%</a:t>
            </a:r>
            <a:endParaRPr b="0" i="0" sz="3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375" name="Google Shape;2375;p87"/>
          <p:cNvSpPr/>
          <p:nvPr/>
        </p:nvSpPr>
        <p:spPr>
          <a:xfrm>
            <a:off x="1019111" y="1490803"/>
            <a:ext cx="1963516" cy="22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Пункт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6" name="Google Shape;2376;p87"/>
          <p:cNvSpPr/>
          <p:nvPr/>
        </p:nvSpPr>
        <p:spPr>
          <a:xfrm>
            <a:off x="1019170" y="2262543"/>
            <a:ext cx="1963516" cy="22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Пункт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7" name="Google Shape;2377;p87"/>
          <p:cNvSpPr/>
          <p:nvPr/>
        </p:nvSpPr>
        <p:spPr>
          <a:xfrm>
            <a:off x="1019170" y="3024443"/>
            <a:ext cx="1963516" cy="22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Пункт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8" name="Google Shape;2378;p87"/>
          <p:cNvSpPr/>
          <p:nvPr/>
        </p:nvSpPr>
        <p:spPr>
          <a:xfrm>
            <a:off x="1019170" y="3829201"/>
            <a:ext cx="1963516" cy="22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Пункт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9" name="Google Shape;2379;p87"/>
          <p:cNvSpPr/>
          <p:nvPr/>
        </p:nvSpPr>
        <p:spPr>
          <a:xfrm>
            <a:off x="7099707" y="890962"/>
            <a:ext cx="629150" cy="2300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менее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4" name="Shape 2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385" name="Google Shape;2385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142" y="2000324"/>
            <a:ext cx="8755811" cy="9524"/>
          </a:xfrm>
          <a:prstGeom prst="rect">
            <a:avLst/>
          </a:prstGeom>
          <a:noFill/>
          <a:ln>
            <a:noFill/>
          </a:ln>
        </p:spPr>
      </p:pic>
      <p:sp>
        <p:nvSpPr>
          <p:cNvPr id="2386" name="Google Shape;2386;p88"/>
          <p:cNvSpPr/>
          <p:nvPr/>
        </p:nvSpPr>
        <p:spPr>
          <a:xfrm>
            <a:off x="319086" y="1286042"/>
            <a:ext cx="1690679" cy="112856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7" name="Google Shape;2387;p88"/>
          <p:cNvSpPr/>
          <p:nvPr/>
        </p:nvSpPr>
        <p:spPr>
          <a:xfrm>
            <a:off x="319086" y="1933658"/>
            <a:ext cx="138112" cy="138095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8" name="Google Shape;2388;p88"/>
          <p:cNvSpPr/>
          <p:nvPr/>
        </p:nvSpPr>
        <p:spPr>
          <a:xfrm>
            <a:off x="2600312" y="1286042"/>
            <a:ext cx="1690679" cy="112856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9" name="Google Shape;2389;p88"/>
          <p:cNvSpPr/>
          <p:nvPr/>
        </p:nvSpPr>
        <p:spPr>
          <a:xfrm>
            <a:off x="2600312" y="1933658"/>
            <a:ext cx="138112" cy="138095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0" name="Google Shape;2390;p88"/>
          <p:cNvSpPr/>
          <p:nvPr/>
        </p:nvSpPr>
        <p:spPr>
          <a:xfrm>
            <a:off x="4881537" y="1286042"/>
            <a:ext cx="1690679" cy="112856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1" name="Google Shape;2391;p88"/>
          <p:cNvSpPr/>
          <p:nvPr/>
        </p:nvSpPr>
        <p:spPr>
          <a:xfrm>
            <a:off x="4881537" y="1933658"/>
            <a:ext cx="138112" cy="138095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2" name="Google Shape;2392;p88"/>
          <p:cNvSpPr/>
          <p:nvPr/>
        </p:nvSpPr>
        <p:spPr>
          <a:xfrm>
            <a:off x="7162763" y="1286042"/>
            <a:ext cx="1690679" cy="112856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3" name="Google Shape;2393;p88"/>
          <p:cNvSpPr/>
          <p:nvPr/>
        </p:nvSpPr>
        <p:spPr>
          <a:xfrm>
            <a:off x="7162763" y="1933658"/>
            <a:ext cx="138112" cy="138095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2394" name="Google Shape;2394;p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" y="3684300"/>
            <a:ext cx="7238962" cy="70126"/>
          </a:xfrm>
          <a:prstGeom prst="rect">
            <a:avLst/>
          </a:prstGeom>
          <a:noFill/>
          <a:ln>
            <a:noFill/>
          </a:ln>
        </p:spPr>
      </p:pic>
      <p:sp>
        <p:nvSpPr>
          <p:cNvPr id="2395" name="Google Shape;2395;p88"/>
          <p:cNvSpPr/>
          <p:nvPr/>
        </p:nvSpPr>
        <p:spPr>
          <a:xfrm>
            <a:off x="319086" y="3000319"/>
            <a:ext cx="1690679" cy="112856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6" name="Google Shape;2396;p88"/>
          <p:cNvSpPr/>
          <p:nvPr/>
        </p:nvSpPr>
        <p:spPr>
          <a:xfrm>
            <a:off x="319086" y="3647935"/>
            <a:ext cx="138112" cy="138095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7" name="Google Shape;2397;p88"/>
          <p:cNvSpPr/>
          <p:nvPr/>
        </p:nvSpPr>
        <p:spPr>
          <a:xfrm>
            <a:off x="2600312" y="3000319"/>
            <a:ext cx="1690679" cy="112856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8" name="Google Shape;2398;p88"/>
          <p:cNvSpPr/>
          <p:nvPr/>
        </p:nvSpPr>
        <p:spPr>
          <a:xfrm>
            <a:off x="2600312" y="3647935"/>
            <a:ext cx="138112" cy="138095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9" name="Google Shape;2399;p88"/>
          <p:cNvSpPr/>
          <p:nvPr/>
        </p:nvSpPr>
        <p:spPr>
          <a:xfrm>
            <a:off x="4881537" y="3000319"/>
            <a:ext cx="1690679" cy="112856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0" name="Google Shape;2400;p88"/>
          <p:cNvSpPr/>
          <p:nvPr/>
        </p:nvSpPr>
        <p:spPr>
          <a:xfrm>
            <a:off x="4881537" y="3647935"/>
            <a:ext cx="138112" cy="138095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1" name="Google Shape;2401;p88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 в две или в одну строчку</a:t>
            </a:r>
            <a:endParaRPr/>
          </a:p>
        </p:txBody>
      </p:sp>
      <p:sp>
        <p:nvSpPr>
          <p:cNvPr id="2402" name="Google Shape;2402;p88"/>
          <p:cNvSpPr/>
          <p:nvPr/>
        </p:nvSpPr>
        <p:spPr>
          <a:xfrm>
            <a:off x="285749" y="1383651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6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14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3" name="Google Shape;2403;p88"/>
          <p:cNvSpPr/>
          <p:nvPr/>
        </p:nvSpPr>
        <p:spPr>
          <a:xfrm>
            <a:off x="285749" y="1543838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050" u="none" cap="none" strike="noStrike">
              <a:solidFill>
                <a:srgbClr val="8F8F8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04" name="Google Shape;2404;p88"/>
          <p:cNvSpPr/>
          <p:nvPr/>
        </p:nvSpPr>
        <p:spPr>
          <a:xfrm>
            <a:off x="285749" y="2198570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 b="0" i="0" sz="9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05" name="Google Shape;2405;p88"/>
          <p:cNvSpPr/>
          <p:nvPr/>
        </p:nvSpPr>
        <p:spPr>
          <a:xfrm>
            <a:off x="2600311" y="1383651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6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14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6" name="Google Shape;2406;p88"/>
          <p:cNvSpPr/>
          <p:nvPr/>
        </p:nvSpPr>
        <p:spPr>
          <a:xfrm>
            <a:off x="2600311" y="1543838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050" u="none" cap="none" strike="noStrike">
              <a:solidFill>
                <a:srgbClr val="8F8F8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07" name="Google Shape;2407;p88"/>
          <p:cNvSpPr/>
          <p:nvPr/>
        </p:nvSpPr>
        <p:spPr>
          <a:xfrm>
            <a:off x="2600311" y="2198570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 b="0" i="0" sz="9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08" name="Google Shape;2408;p88"/>
          <p:cNvSpPr/>
          <p:nvPr/>
        </p:nvSpPr>
        <p:spPr>
          <a:xfrm>
            <a:off x="4853011" y="1383651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6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14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9" name="Google Shape;2409;p88"/>
          <p:cNvSpPr/>
          <p:nvPr/>
        </p:nvSpPr>
        <p:spPr>
          <a:xfrm>
            <a:off x="4853011" y="1543838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050" u="none" cap="none" strike="noStrike">
              <a:solidFill>
                <a:srgbClr val="8F8F8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10" name="Google Shape;2410;p88"/>
          <p:cNvSpPr/>
          <p:nvPr/>
        </p:nvSpPr>
        <p:spPr>
          <a:xfrm>
            <a:off x="4853011" y="2198570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 b="0" i="0" sz="9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11" name="Google Shape;2411;p88"/>
          <p:cNvSpPr/>
          <p:nvPr/>
        </p:nvSpPr>
        <p:spPr>
          <a:xfrm>
            <a:off x="7162762" y="1383651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6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14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2" name="Google Shape;2412;p88"/>
          <p:cNvSpPr/>
          <p:nvPr/>
        </p:nvSpPr>
        <p:spPr>
          <a:xfrm>
            <a:off x="7162762" y="1543838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050" u="none" cap="none" strike="noStrike">
              <a:solidFill>
                <a:srgbClr val="8F8F8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13" name="Google Shape;2413;p88"/>
          <p:cNvSpPr/>
          <p:nvPr/>
        </p:nvSpPr>
        <p:spPr>
          <a:xfrm>
            <a:off x="7162762" y="2198570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 b="0" i="0" sz="9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14" name="Google Shape;2414;p88"/>
          <p:cNvSpPr/>
          <p:nvPr/>
        </p:nvSpPr>
        <p:spPr>
          <a:xfrm>
            <a:off x="318685" y="3129704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6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14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5" name="Google Shape;2415;p88"/>
          <p:cNvSpPr/>
          <p:nvPr/>
        </p:nvSpPr>
        <p:spPr>
          <a:xfrm>
            <a:off x="318685" y="3289891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050" u="none" cap="none" strike="noStrike">
              <a:solidFill>
                <a:srgbClr val="8F8F8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16" name="Google Shape;2416;p88"/>
          <p:cNvSpPr/>
          <p:nvPr/>
        </p:nvSpPr>
        <p:spPr>
          <a:xfrm>
            <a:off x="318685" y="3944623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 b="0" i="0" sz="9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17" name="Google Shape;2417;p88"/>
          <p:cNvSpPr/>
          <p:nvPr/>
        </p:nvSpPr>
        <p:spPr>
          <a:xfrm>
            <a:off x="2599910" y="3129704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6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14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8" name="Google Shape;2418;p88"/>
          <p:cNvSpPr/>
          <p:nvPr/>
        </p:nvSpPr>
        <p:spPr>
          <a:xfrm>
            <a:off x="2599910" y="3289891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050" u="none" cap="none" strike="noStrike">
              <a:solidFill>
                <a:srgbClr val="8F8F8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19" name="Google Shape;2419;p88"/>
          <p:cNvSpPr/>
          <p:nvPr/>
        </p:nvSpPr>
        <p:spPr>
          <a:xfrm>
            <a:off x="2599910" y="3944623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 b="0" i="0" sz="9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20" name="Google Shape;2420;p88"/>
          <p:cNvSpPr/>
          <p:nvPr/>
        </p:nvSpPr>
        <p:spPr>
          <a:xfrm>
            <a:off x="4881135" y="3114229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6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14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1" name="Google Shape;2421;p88"/>
          <p:cNvSpPr/>
          <p:nvPr/>
        </p:nvSpPr>
        <p:spPr>
          <a:xfrm>
            <a:off x="4881135" y="3274416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050" u="none" cap="none" strike="noStrike">
              <a:solidFill>
                <a:srgbClr val="8F8F8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22" name="Google Shape;2422;p88"/>
          <p:cNvSpPr/>
          <p:nvPr/>
        </p:nvSpPr>
        <p:spPr>
          <a:xfrm>
            <a:off x="4881135" y="3929148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 b="0" i="0" sz="9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7" name="Shape 2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428" name="Google Shape;2428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732082"/>
            <a:ext cx="8515008" cy="92615"/>
          </a:xfrm>
          <a:prstGeom prst="rect">
            <a:avLst/>
          </a:prstGeom>
          <a:noFill/>
          <a:ln>
            <a:noFill/>
          </a:ln>
        </p:spPr>
      </p:pic>
      <p:sp>
        <p:nvSpPr>
          <p:cNvPr id="2429" name="Google Shape;2429;p89"/>
          <p:cNvSpPr/>
          <p:nvPr/>
        </p:nvSpPr>
        <p:spPr>
          <a:xfrm>
            <a:off x="553415" y="1828897"/>
            <a:ext cx="2232516" cy="149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0" name="Google Shape;2430;p89"/>
          <p:cNvSpPr/>
          <p:nvPr/>
        </p:nvSpPr>
        <p:spPr>
          <a:xfrm>
            <a:off x="553415" y="2684063"/>
            <a:ext cx="182375" cy="182352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1" name="Google Shape;2431;p89"/>
          <p:cNvSpPr/>
          <p:nvPr/>
        </p:nvSpPr>
        <p:spPr>
          <a:xfrm>
            <a:off x="3565736" y="1828897"/>
            <a:ext cx="2232516" cy="149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2" name="Google Shape;2432;p89"/>
          <p:cNvSpPr/>
          <p:nvPr/>
        </p:nvSpPr>
        <p:spPr>
          <a:xfrm>
            <a:off x="3565736" y="2684063"/>
            <a:ext cx="182375" cy="182352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3" name="Google Shape;2433;p89"/>
          <p:cNvSpPr/>
          <p:nvPr/>
        </p:nvSpPr>
        <p:spPr>
          <a:xfrm>
            <a:off x="6578067" y="1828897"/>
            <a:ext cx="2232516" cy="149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4" name="Google Shape;2434;p89"/>
          <p:cNvSpPr/>
          <p:nvPr/>
        </p:nvSpPr>
        <p:spPr>
          <a:xfrm>
            <a:off x="6578067" y="2684063"/>
            <a:ext cx="182375" cy="182352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5" name="Google Shape;2435;p89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 в две или в одну строчку</a:t>
            </a:r>
            <a:endParaRPr/>
          </a:p>
        </p:txBody>
      </p:sp>
      <p:sp>
        <p:nvSpPr>
          <p:cNvPr id="2436" name="Google Shape;2436;p89"/>
          <p:cNvSpPr/>
          <p:nvPr/>
        </p:nvSpPr>
        <p:spPr>
          <a:xfrm>
            <a:off x="511399" y="2111328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7" name="Google Shape;2437;p89"/>
          <p:cNvSpPr/>
          <p:nvPr/>
        </p:nvSpPr>
        <p:spPr>
          <a:xfrm>
            <a:off x="511399" y="2328621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38" name="Google Shape;2438;p89"/>
          <p:cNvSpPr/>
          <p:nvPr/>
        </p:nvSpPr>
        <p:spPr>
          <a:xfrm>
            <a:off x="511399" y="3002216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 b="0" i="0" sz="105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39" name="Google Shape;2439;p89"/>
          <p:cNvSpPr/>
          <p:nvPr/>
        </p:nvSpPr>
        <p:spPr>
          <a:xfrm>
            <a:off x="3565736" y="2111328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18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0" name="Google Shape;2440;p89"/>
          <p:cNvSpPr/>
          <p:nvPr/>
        </p:nvSpPr>
        <p:spPr>
          <a:xfrm>
            <a:off x="3565736" y="2328621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41" name="Google Shape;2441;p89"/>
          <p:cNvSpPr/>
          <p:nvPr/>
        </p:nvSpPr>
        <p:spPr>
          <a:xfrm>
            <a:off x="3565736" y="3002216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 b="0" i="0" sz="105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42" name="Google Shape;2442;p89"/>
          <p:cNvSpPr/>
          <p:nvPr/>
        </p:nvSpPr>
        <p:spPr>
          <a:xfrm>
            <a:off x="6578057" y="2111971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3" name="Google Shape;2443;p89"/>
          <p:cNvSpPr/>
          <p:nvPr/>
        </p:nvSpPr>
        <p:spPr>
          <a:xfrm>
            <a:off x="6578057" y="2329264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44" name="Google Shape;2444;p89"/>
          <p:cNvSpPr/>
          <p:nvPr/>
        </p:nvSpPr>
        <p:spPr>
          <a:xfrm>
            <a:off x="6578057" y="3002859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Описание</a:t>
            </a:r>
            <a:endParaRPr b="0" i="0" sz="105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9" name="Shape 2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450" name="Google Shape;2450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24519" y="1243185"/>
            <a:ext cx="2933685" cy="4095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51" name="Google Shape;2451;p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49" y="1243185"/>
            <a:ext cx="2552687" cy="4095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52" name="Google Shape;2452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4635" y="1243185"/>
            <a:ext cx="2933685" cy="4095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53" name="Google Shape;2453;p9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5749" y="3528888"/>
            <a:ext cx="2552687" cy="4095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54" name="Google Shape;2454;p9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5749" y="3071747"/>
            <a:ext cx="2552687" cy="4095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55" name="Google Shape;2455;p9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5749" y="2614607"/>
            <a:ext cx="2552687" cy="4095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56" name="Google Shape;2456;p9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919398" y="3071747"/>
            <a:ext cx="2919397" cy="4095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57" name="Google Shape;2457;p9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919398" y="3528888"/>
            <a:ext cx="2919397" cy="4095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58" name="Google Shape;2458;p9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919398" y="2614607"/>
            <a:ext cx="2919397" cy="4095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59" name="Google Shape;2459;p9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919398" y="2157466"/>
            <a:ext cx="2919397" cy="4095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60" name="Google Shape;2460;p9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919398" y="1700326"/>
            <a:ext cx="2919397" cy="4095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61" name="Google Shape;2461;p9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5749" y="1700326"/>
            <a:ext cx="2552687" cy="4095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62" name="Google Shape;2462;p9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5749" y="2157466"/>
            <a:ext cx="2552687" cy="4095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63" name="Google Shape;2463;p9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29282" y="3986028"/>
            <a:ext cx="2919397" cy="4095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64" name="Google Shape;2464;p9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29282" y="3528888"/>
            <a:ext cx="2919397" cy="4095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65" name="Google Shape;2465;p9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5749" y="3528888"/>
            <a:ext cx="2552687" cy="4095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66" name="Google Shape;2466;p9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919398" y="3528888"/>
            <a:ext cx="2919397" cy="4095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67" name="Google Shape;2467;p9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29282" y="3528888"/>
            <a:ext cx="2919397" cy="4095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68" name="Google Shape;2468;p9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29282" y="3071747"/>
            <a:ext cx="2919397" cy="4095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69" name="Google Shape;2469;p9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29282" y="2614607"/>
            <a:ext cx="2919397" cy="4095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70" name="Google Shape;2470;p9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29282" y="2157466"/>
            <a:ext cx="2919397" cy="4095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71" name="Google Shape;2471;p9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29282" y="1700326"/>
            <a:ext cx="2919397" cy="409522"/>
          </a:xfrm>
          <a:prstGeom prst="rect">
            <a:avLst/>
          </a:prstGeom>
          <a:noFill/>
          <a:ln>
            <a:noFill/>
          </a:ln>
        </p:spPr>
      </p:pic>
      <p:sp>
        <p:nvSpPr>
          <p:cNvPr id="2472" name="Google Shape;2472;p90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 в две или в одну строчку</a:t>
            </a:r>
            <a:endParaRPr/>
          </a:p>
        </p:txBody>
      </p:sp>
      <p:sp>
        <p:nvSpPr>
          <p:cNvPr id="2473" name="Google Shape;2473;p90"/>
          <p:cNvSpPr/>
          <p:nvPr/>
        </p:nvSpPr>
        <p:spPr>
          <a:xfrm>
            <a:off x="754652" y="1362304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200" u="none" cap="none" strike="noStrike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74" name="Google Shape;2474;p90"/>
          <p:cNvSpPr/>
          <p:nvPr/>
        </p:nvSpPr>
        <p:spPr>
          <a:xfrm>
            <a:off x="3570498" y="1362303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200" u="none" cap="none" strike="noStrike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75" name="Google Shape;2475;p90"/>
          <p:cNvSpPr/>
          <p:nvPr/>
        </p:nvSpPr>
        <p:spPr>
          <a:xfrm>
            <a:off x="6580140" y="1362302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200" u="none" cap="none" strike="noStrike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76" name="Google Shape;2476;p90"/>
          <p:cNvSpPr/>
          <p:nvPr/>
        </p:nvSpPr>
        <p:spPr>
          <a:xfrm>
            <a:off x="754652" y="1829950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77" name="Google Shape;2477;p90"/>
          <p:cNvSpPr/>
          <p:nvPr/>
        </p:nvSpPr>
        <p:spPr>
          <a:xfrm>
            <a:off x="754652" y="2277076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78" name="Google Shape;2478;p90"/>
          <p:cNvSpPr/>
          <p:nvPr/>
        </p:nvSpPr>
        <p:spPr>
          <a:xfrm>
            <a:off x="754652" y="2744231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79" name="Google Shape;2479;p90"/>
          <p:cNvSpPr/>
          <p:nvPr/>
        </p:nvSpPr>
        <p:spPr>
          <a:xfrm>
            <a:off x="754652" y="3201372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80" name="Google Shape;2480;p90"/>
          <p:cNvSpPr/>
          <p:nvPr/>
        </p:nvSpPr>
        <p:spPr>
          <a:xfrm>
            <a:off x="754652" y="3632413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81" name="Google Shape;2481;p90"/>
          <p:cNvSpPr/>
          <p:nvPr/>
        </p:nvSpPr>
        <p:spPr>
          <a:xfrm>
            <a:off x="3570498" y="1810330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100</a:t>
            </a:r>
            <a:endParaRPr b="0" i="0" sz="1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82" name="Google Shape;2482;p90"/>
          <p:cNvSpPr/>
          <p:nvPr/>
        </p:nvSpPr>
        <p:spPr>
          <a:xfrm>
            <a:off x="3570498" y="2260634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100</a:t>
            </a:r>
            <a:endParaRPr b="0" i="0" sz="1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83" name="Google Shape;2483;p90"/>
          <p:cNvSpPr/>
          <p:nvPr/>
        </p:nvSpPr>
        <p:spPr>
          <a:xfrm>
            <a:off x="3570498" y="2718132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100</a:t>
            </a:r>
            <a:endParaRPr b="0" i="0" sz="1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84" name="Google Shape;2484;p90"/>
          <p:cNvSpPr/>
          <p:nvPr/>
        </p:nvSpPr>
        <p:spPr>
          <a:xfrm>
            <a:off x="3570498" y="3175272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100</a:t>
            </a:r>
            <a:endParaRPr b="0" i="0" sz="1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85" name="Google Shape;2485;p90"/>
          <p:cNvSpPr/>
          <p:nvPr/>
        </p:nvSpPr>
        <p:spPr>
          <a:xfrm>
            <a:off x="3570498" y="3638948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100</a:t>
            </a:r>
            <a:endParaRPr b="0" i="0" sz="1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86" name="Google Shape;2486;p90"/>
          <p:cNvSpPr/>
          <p:nvPr/>
        </p:nvSpPr>
        <p:spPr>
          <a:xfrm>
            <a:off x="6580140" y="1829950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100</a:t>
            </a:r>
            <a:endParaRPr b="0" i="0" sz="1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87" name="Google Shape;2487;p90"/>
          <p:cNvSpPr/>
          <p:nvPr/>
        </p:nvSpPr>
        <p:spPr>
          <a:xfrm>
            <a:off x="6580140" y="2280254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100</a:t>
            </a:r>
            <a:endParaRPr b="0" i="0" sz="1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88" name="Google Shape;2488;p90"/>
          <p:cNvSpPr/>
          <p:nvPr/>
        </p:nvSpPr>
        <p:spPr>
          <a:xfrm>
            <a:off x="6580140" y="2737752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100</a:t>
            </a:r>
            <a:endParaRPr b="0" i="0" sz="1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89" name="Google Shape;2489;p90"/>
          <p:cNvSpPr/>
          <p:nvPr/>
        </p:nvSpPr>
        <p:spPr>
          <a:xfrm>
            <a:off x="6580140" y="3194892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100</a:t>
            </a:r>
            <a:endParaRPr b="0" i="0" sz="1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90" name="Google Shape;2490;p90"/>
          <p:cNvSpPr/>
          <p:nvPr/>
        </p:nvSpPr>
        <p:spPr>
          <a:xfrm>
            <a:off x="6580140" y="3658568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100</a:t>
            </a:r>
            <a:endParaRPr b="0" i="0" sz="1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91" name="Google Shape;2491;p90"/>
          <p:cNvSpPr/>
          <p:nvPr/>
        </p:nvSpPr>
        <p:spPr>
          <a:xfrm>
            <a:off x="6580140" y="4088873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100</a:t>
            </a:r>
            <a:endParaRPr b="1" i="0" sz="1200" u="none" cap="none" strike="noStrike">
              <a:solidFill>
                <a:schemeClr val="accen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92" name="Google Shape;2492;p90"/>
          <p:cNvSpPr/>
          <p:nvPr/>
        </p:nvSpPr>
        <p:spPr>
          <a:xfrm>
            <a:off x="4377938" y="4128221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Итого:</a:t>
            </a:r>
            <a:endParaRPr b="0" i="0" sz="1200" u="none" cap="none" strike="noStrike">
              <a:solidFill>
                <a:schemeClr val="accent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7" name="Shape 2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" name="Google Shape;2498;p91"/>
          <p:cNvSpPr/>
          <p:nvPr/>
        </p:nvSpPr>
        <p:spPr>
          <a:xfrm>
            <a:off x="3190859" y="909854"/>
            <a:ext cx="2762236" cy="3438077"/>
          </a:xfrm>
          <a:prstGeom prst="roundRect">
            <a:avLst>
              <a:gd fmla="val 521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2499" name="Google Shape;2499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7423" y="3375800"/>
            <a:ext cx="428623" cy="142856"/>
          </a:xfrm>
          <a:prstGeom prst="rect">
            <a:avLst/>
          </a:prstGeom>
          <a:noFill/>
          <a:ln>
            <a:noFill/>
          </a:ln>
        </p:spPr>
      </p:pic>
      <p:sp>
        <p:nvSpPr>
          <p:cNvPr id="2500" name="Google Shape;2500;p91"/>
          <p:cNvSpPr/>
          <p:nvPr/>
        </p:nvSpPr>
        <p:spPr>
          <a:xfrm>
            <a:off x="285749" y="909854"/>
            <a:ext cx="2762236" cy="3438077"/>
          </a:xfrm>
          <a:prstGeom prst="roundRect">
            <a:avLst>
              <a:gd fmla="val 521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2501" name="Google Shape;2501;p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49" y="909854"/>
            <a:ext cx="2762236" cy="34380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02" name="Google Shape;2502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6012" y="3381270"/>
            <a:ext cx="428623" cy="1428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03" name="Google Shape;2503;p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90859" y="909854"/>
            <a:ext cx="2762236" cy="3438077"/>
          </a:xfrm>
          <a:prstGeom prst="rect">
            <a:avLst/>
          </a:prstGeom>
          <a:noFill/>
          <a:ln>
            <a:noFill/>
          </a:ln>
        </p:spPr>
      </p:pic>
      <p:sp>
        <p:nvSpPr>
          <p:cNvPr id="2504" name="Google Shape;2504;p91"/>
          <p:cNvSpPr/>
          <p:nvPr/>
        </p:nvSpPr>
        <p:spPr>
          <a:xfrm>
            <a:off x="6095968" y="909854"/>
            <a:ext cx="2762236" cy="3438077"/>
          </a:xfrm>
          <a:prstGeom prst="roundRect">
            <a:avLst>
              <a:gd fmla="val 521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2505" name="Google Shape;2505;p9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5968" y="909854"/>
            <a:ext cx="2762236" cy="34380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06" name="Google Shape;2506;p9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43" y="3719363"/>
            <a:ext cx="2466962" cy="414284"/>
          </a:xfrm>
          <a:prstGeom prst="rect">
            <a:avLst/>
          </a:prstGeom>
          <a:noFill/>
          <a:ln>
            <a:noFill/>
          </a:ln>
        </p:spPr>
      </p:pic>
      <p:sp>
        <p:nvSpPr>
          <p:cNvPr id="2507" name="Google Shape;2507;p91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 в одну строчку</a:t>
            </a:r>
            <a:endParaRPr/>
          </a:p>
        </p:txBody>
      </p:sp>
      <p:sp>
        <p:nvSpPr>
          <p:cNvPr id="2508" name="Google Shape;2508;p91"/>
          <p:cNvSpPr/>
          <p:nvPr/>
        </p:nvSpPr>
        <p:spPr>
          <a:xfrm>
            <a:off x="472241" y="1192464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9" name="Google Shape;2509;p91"/>
          <p:cNvSpPr/>
          <p:nvPr/>
        </p:nvSpPr>
        <p:spPr>
          <a:xfrm>
            <a:off x="472241" y="1409757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510" name="Google Shape;2510;p91"/>
          <p:cNvSpPr/>
          <p:nvPr/>
        </p:nvSpPr>
        <p:spPr>
          <a:xfrm>
            <a:off x="3345248" y="1192646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1" name="Google Shape;2511;p91"/>
          <p:cNvSpPr/>
          <p:nvPr/>
        </p:nvSpPr>
        <p:spPr>
          <a:xfrm>
            <a:off x="3345248" y="1409939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512" name="Google Shape;2512;p91"/>
          <p:cNvSpPr/>
          <p:nvPr/>
        </p:nvSpPr>
        <p:spPr>
          <a:xfrm>
            <a:off x="6238843" y="1192464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3" name="Google Shape;2513;p91"/>
          <p:cNvSpPr/>
          <p:nvPr/>
        </p:nvSpPr>
        <p:spPr>
          <a:xfrm>
            <a:off x="6238843" y="1409757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514" name="Google Shape;2514;p91"/>
          <p:cNvSpPr/>
          <p:nvPr/>
        </p:nvSpPr>
        <p:spPr>
          <a:xfrm>
            <a:off x="439548" y="2852279"/>
            <a:ext cx="1614880" cy="304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259 ₽</a:t>
            </a:r>
            <a:endParaRPr b="0" i="0" sz="24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5" name="Google Shape;2515;p91"/>
          <p:cNvSpPr/>
          <p:nvPr/>
        </p:nvSpPr>
        <p:spPr>
          <a:xfrm>
            <a:off x="439548" y="3099110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516" name="Google Shape;2516;p91"/>
          <p:cNvSpPr/>
          <p:nvPr/>
        </p:nvSpPr>
        <p:spPr>
          <a:xfrm>
            <a:off x="472240" y="3678067"/>
            <a:ext cx="2575745" cy="304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259 ₽ </a:t>
            </a:r>
            <a:r>
              <a:rPr b="0" i="0" lang="en-US" sz="1600" u="none" cap="none" strike="sng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279 ₽</a:t>
            </a:r>
            <a:endParaRPr b="0" i="0" sz="2400" u="none" cap="none" strike="sng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7" name="Google Shape;2517;p91"/>
          <p:cNvSpPr/>
          <p:nvPr/>
        </p:nvSpPr>
        <p:spPr>
          <a:xfrm>
            <a:off x="472241" y="3924898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518" name="Google Shape;2518;p91"/>
          <p:cNvSpPr/>
          <p:nvPr/>
        </p:nvSpPr>
        <p:spPr>
          <a:xfrm>
            <a:off x="2467150" y="3386740"/>
            <a:ext cx="478003" cy="1319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-20%</a:t>
            </a:r>
            <a:endParaRPr b="0" i="0" sz="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9" name="Google Shape;2519;p91"/>
          <p:cNvSpPr/>
          <p:nvPr/>
        </p:nvSpPr>
        <p:spPr>
          <a:xfrm>
            <a:off x="3335132" y="2852279"/>
            <a:ext cx="1614880" cy="304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259 ₽</a:t>
            </a:r>
            <a:endParaRPr b="0" i="0" sz="24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0" name="Google Shape;2520;p91"/>
          <p:cNvSpPr/>
          <p:nvPr/>
        </p:nvSpPr>
        <p:spPr>
          <a:xfrm>
            <a:off x="3335132" y="3099110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521" name="Google Shape;2521;p91"/>
          <p:cNvSpPr/>
          <p:nvPr/>
        </p:nvSpPr>
        <p:spPr>
          <a:xfrm>
            <a:off x="3367824" y="3678067"/>
            <a:ext cx="2575745" cy="304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259 ₽ </a:t>
            </a:r>
            <a:r>
              <a:rPr b="0" i="0" lang="en-US" sz="1600" u="none" cap="none" strike="sng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>279 ₽</a:t>
            </a:r>
            <a:endParaRPr b="0" i="0" sz="2400" u="none" cap="none" strike="sng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2" name="Google Shape;2522;p91"/>
          <p:cNvSpPr/>
          <p:nvPr/>
        </p:nvSpPr>
        <p:spPr>
          <a:xfrm>
            <a:off x="3367825" y="3924898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523" name="Google Shape;2523;p91"/>
          <p:cNvSpPr/>
          <p:nvPr/>
        </p:nvSpPr>
        <p:spPr>
          <a:xfrm>
            <a:off x="5362734" y="3386740"/>
            <a:ext cx="478003" cy="1319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-20%</a:t>
            </a:r>
            <a:endParaRPr b="0" i="0" sz="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4" name="Google Shape;2524;p91"/>
          <p:cNvSpPr/>
          <p:nvPr/>
        </p:nvSpPr>
        <p:spPr>
          <a:xfrm>
            <a:off x="6664884" y="3906296"/>
            <a:ext cx="1614880" cy="1664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Кнопка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9" name="Shape 2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0" name="Google Shape;2530;p92"/>
          <p:cNvSpPr/>
          <p:nvPr/>
        </p:nvSpPr>
        <p:spPr>
          <a:xfrm>
            <a:off x="409574" y="2490798"/>
            <a:ext cx="1738303" cy="52856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1" name="Google Shape;2531;p92"/>
          <p:cNvSpPr/>
          <p:nvPr/>
        </p:nvSpPr>
        <p:spPr>
          <a:xfrm>
            <a:off x="2605074" y="2062229"/>
            <a:ext cx="1738303" cy="52856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2" name="Google Shape;2532;p92"/>
          <p:cNvSpPr/>
          <p:nvPr/>
        </p:nvSpPr>
        <p:spPr>
          <a:xfrm>
            <a:off x="4819626" y="1586041"/>
            <a:ext cx="1738303" cy="52856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3" name="Google Shape;2533;p92"/>
          <p:cNvSpPr/>
          <p:nvPr/>
        </p:nvSpPr>
        <p:spPr>
          <a:xfrm>
            <a:off x="7015126" y="966996"/>
            <a:ext cx="1738303" cy="52856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4" name="Google Shape;2534;p92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5" name="Google Shape;2535;p92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 в две или в одну строчку</a:t>
            </a:r>
            <a:endParaRPr/>
          </a:p>
        </p:txBody>
      </p:sp>
      <p:sp>
        <p:nvSpPr>
          <p:cNvPr id="2536" name="Google Shape;2536;p92"/>
          <p:cNvSpPr/>
          <p:nvPr/>
        </p:nvSpPr>
        <p:spPr>
          <a:xfrm>
            <a:off x="378618" y="2571750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7" name="Google Shape;2537;p92"/>
          <p:cNvSpPr/>
          <p:nvPr/>
        </p:nvSpPr>
        <p:spPr>
          <a:xfrm>
            <a:off x="378618" y="2789043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538" name="Google Shape;2538;p92"/>
          <p:cNvSpPr/>
          <p:nvPr/>
        </p:nvSpPr>
        <p:spPr>
          <a:xfrm>
            <a:off x="2574118" y="2150693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9" name="Google Shape;2539;p92"/>
          <p:cNvSpPr/>
          <p:nvPr/>
        </p:nvSpPr>
        <p:spPr>
          <a:xfrm>
            <a:off x="2574118" y="2367986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540" name="Google Shape;2540;p92"/>
          <p:cNvSpPr/>
          <p:nvPr/>
        </p:nvSpPr>
        <p:spPr>
          <a:xfrm>
            <a:off x="4819626" y="1687056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1" name="Google Shape;2541;p92"/>
          <p:cNvSpPr/>
          <p:nvPr/>
        </p:nvSpPr>
        <p:spPr>
          <a:xfrm>
            <a:off x="4819626" y="1904349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542" name="Google Shape;2542;p92"/>
          <p:cNvSpPr/>
          <p:nvPr/>
        </p:nvSpPr>
        <p:spPr>
          <a:xfrm>
            <a:off x="7015126" y="1066270"/>
            <a:ext cx="1614880" cy="149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Заголовок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3" name="Google Shape;2543;p92"/>
          <p:cNvSpPr/>
          <p:nvPr/>
        </p:nvSpPr>
        <p:spPr>
          <a:xfrm>
            <a:off x="7015126" y="1283563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8" name="Shape 2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" name="Google Shape;2549;p93"/>
          <p:cNvSpPr/>
          <p:nvPr/>
        </p:nvSpPr>
        <p:spPr>
          <a:xfrm>
            <a:off x="285749" y="1414613"/>
            <a:ext cx="1062032" cy="259998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0" name="Google Shape;2550;p93"/>
          <p:cNvSpPr/>
          <p:nvPr/>
        </p:nvSpPr>
        <p:spPr>
          <a:xfrm>
            <a:off x="285749" y="1414613"/>
            <a:ext cx="1062032" cy="21904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1" name="Google Shape;2551;p93"/>
          <p:cNvSpPr/>
          <p:nvPr/>
        </p:nvSpPr>
        <p:spPr>
          <a:xfrm>
            <a:off x="285749" y="2009848"/>
            <a:ext cx="1062032" cy="21904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2" name="Google Shape;2552;p93"/>
          <p:cNvSpPr/>
          <p:nvPr/>
        </p:nvSpPr>
        <p:spPr>
          <a:xfrm>
            <a:off x="285749" y="2605083"/>
            <a:ext cx="1062032" cy="21904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3" name="Google Shape;2553;p93"/>
          <p:cNvSpPr/>
          <p:nvPr/>
        </p:nvSpPr>
        <p:spPr>
          <a:xfrm>
            <a:off x="1714492" y="4200313"/>
            <a:ext cx="7053226" cy="21904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4" name="Google Shape;2554;p93"/>
          <p:cNvSpPr/>
          <p:nvPr/>
        </p:nvSpPr>
        <p:spPr>
          <a:xfrm>
            <a:off x="1714491" y="4200313"/>
            <a:ext cx="647697" cy="21904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5" name="Google Shape;2555;p93"/>
          <p:cNvSpPr/>
          <p:nvPr/>
        </p:nvSpPr>
        <p:spPr>
          <a:xfrm>
            <a:off x="2847170" y="4200313"/>
            <a:ext cx="376235" cy="21904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6" name="Google Shape;2556;p93"/>
          <p:cNvSpPr/>
          <p:nvPr/>
        </p:nvSpPr>
        <p:spPr>
          <a:xfrm>
            <a:off x="5635599" y="4200313"/>
            <a:ext cx="590547" cy="21904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7" name="Google Shape;2557;p93"/>
          <p:cNvSpPr/>
          <p:nvPr/>
        </p:nvSpPr>
        <p:spPr>
          <a:xfrm>
            <a:off x="6711119" y="4200313"/>
            <a:ext cx="838195" cy="21904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8" name="Google Shape;2558;p93"/>
          <p:cNvSpPr/>
          <p:nvPr/>
        </p:nvSpPr>
        <p:spPr>
          <a:xfrm>
            <a:off x="8034296" y="4200313"/>
            <a:ext cx="733421" cy="21904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 " id="2559" name="Google Shape;2559;p93"/>
          <p:cNvSpPr/>
          <p:nvPr/>
        </p:nvSpPr>
        <p:spPr>
          <a:xfrm>
            <a:off x="1712110" y="1512232"/>
            <a:ext cx="7050844" cy="4762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descr=" " id="2560" name="Google Shape;2560;p93"/>
          <p:cNvSpPr/>
          <p:nvPr/>
        </p:nvSpPr>
        <p:spPr>
          <a:xfrm>
            <a:off x="1714492" y="2116990"/>
            <a:ext cx="7050844" cy="4762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descr=" " id="2561" name="Google Shape;2561;p93"/>
          <p:cNvSpPr/>
          <p:nvPr/>
        </p:nvSpPr>
        <p:spPr>
          <a:xfrm>
            <a:off x="1714492" y="2712225"/>
            <a:ext cx="7050844" cy="4762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descr=" " id="2562" name="Google Shape;2562;p93"/>
          <p:cNvSpPr/>
          <p:nvPr/>
        </p:nvSpPr>
        <p:spPr>
          <a:xfrm>
            <a:off x="1714492" y="3307460"/>
            <a:ext cx="7050844" cy="4762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descr=" " id="2563" name="Google Shape;2563;p93"/>
          <p:cNvSpPr/>
          <p:nvPr/>
        </p:nvSpPr>
        <p:spPr>
          <a:xfrm>
            <a:off x="1714492" y="3902695"/>
            <a:ext cx="7050844" cy="4762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descr=" " id="2564" name="Google Shape;2564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9745" y="1347947"/>
            <a:ext cx="2943210" cy="2857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65" name="Google Shape;2565;p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86072" y="2571750"/>
            <a:ext cx="1200144" cy="2857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66" name="Google Shape;2566;p9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90978" y="3166985"/>
            <a:ext cx="1200144" cy="2857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67" name="Google Shape;2567;p9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67250" y="1971753"/>
            <a:ext cx="2238363" cy="2857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68" name="Google Shape;2568;p9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986072" y="3762220"/>
            <a:ext cx="1200144" cy="285713"/>
          </a:xfrm>
          <a:prstGeom prst="rect">
            <a:avLst/>
          </a:prstGeom>
          <a:noFill/>
          <a:ln>
            <a:noFill/>
          </a:ln>
        </p:spPr>
      </p:pic>
      <p:sp>
        <p:nvSpPr>
          <p:cNvPr id="2569" name="Google Shape;2569;p9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Заголовок в две или в одну строчку</a:t>
            </a:r>
            <a:endParaRPr/>
          </a:p>
        </p:txBody>
      </p:sp>
      <p:sp>
        <p:nvSpPr>
          <p:cNvPr id="2570" name="Google Shape;2570;p93"/>
          <p:cNvSpPr/>
          <p:nvPr/>
        </p:nvSpPr>
        <p:spPr>
          <a:xfrm>
            <a:off x="285749" y="1422900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571" name="Google Shape;2571;p93"/>
          <p:cNvSpPr/>
          <p:nvPr/>
        </p:nvSpPr>
        <p:spPr>
          <a:xfrm>
            <a:off x="285749" y="2008457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572" name="Google Shape;2572;p93"/>
          <p:cNvSpPr/>
          <p:nvPr/>
        </p:nvSpPr>
        <p:spPr>
          <a:xfrm>
            <a:off x="284367" y="2582610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573" name="Google Shape;2573;p93"/>
          <p:cNvSpPr/>
          <p:nvPr/>
        </p:nvSpPr>
        <p:spPr>
          <a:xfrm>
            <a:off x="284367" y="3200829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574" name="Google Shape;2574;p93"/>
          <p:cNvSpPr/>
          <p:nvPr/>
        </p:nvSpPr>
        <p:spPr>
          <a:xfrm>
            <a:off x="284367" y="3782470"/>
            <a:ext cx="1614880" cy="202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Текст</a:t>
            </a:r>
            <a:endParaRPr b="0" i="0" sz="1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575" name="Google Shape;2575;p93"/>
          <p:cNvSpPr/>
          <p:nvPr/>
        </p:nvSpPr>
        <p:spPr>
          <a:xfrm>
            <a:off x="1712110" y="4189647"/>
            <a:ext cx="647697" cy="2386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Май</a:t>
            </a:r>
            <a:endParaRPr b="0" i="0" sz="1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576" name="Google Shape;2576;p93"/>
          <p:cNvSpPr/>
          <p:nvPr/>
        </p:nvSpPr>
        <p:spPr>
          <a:xfrm>
            <a:off x="2855102" y="4189648"/>
            <a:ext cx="647697" cy="2386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Июнь</a:t>
            </a:r>
            <a:endParaRPr b="0" i="0" sz="1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577" name="Google Shape;2577;p93"/>
          <p:cNvSpPr/>
          <p:nvPr/>
        </p:nvSpPr>
        <p:spPr>
          <a:xfrm>
            <a:off x="4151024" y="4189649"/>
            <a:ext cx="647697" cy="2386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Июль</a:t>
            </a:r>
            <a:endParaRPr b="0" i="0" sz="1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578" name="Google Shape;2578;p93"/>
          <p:cNvSpPr/>
          <p:nvPr/>
        </p:nvSpPr>
        <p:spPr>
          <a:xfrm>
            <a:off x="5396605" y="4185577"/>
            <a:ext cx="647697" cy="2386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Август</a:t>
            </a:r>
            <a:endParaRPr b="0" i="0" sz="1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579" name="Google Shape;2579;p93"/>
          <p:cNvSpPr/>
          <p:nvPr/>
        </p:nvSpPr>
        <p:spPr>
          <a:xfrm>
            <a:off x="6742869" y="4194335"/>
            <a:ext cx="774693" cy="2386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Сентябрь</a:t>
            </a:r>
            <a:endParaRPr b="0" i="0" sz="1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580" name="Google Shape;2580;p93"/>
          <p:cNvSpPr/>
          <p:nvPr/>
        </p:nvSpPr>
        <p:spPr>
          <a:xfrm>
            <a:off x="8115446" y="4190489"/>
            <a:ext cx="774693" cy="2386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Октябрь</a:t>
            </a:r>
            <a:endParaRPr b="0" i="0" sz="1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5" name="Shape 2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586" name="Google Shape;2586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81374"/>
            <a:ext cx="5571789" cy="32872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7" name="Google Shape;2587;p9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86167" y="1754427"/>
            <a:ext cx="2136977" cy="21367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8" name="Google Shape;2588;p9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7653" y="1537855"/>
            <a:ext cx="1229709" cy="161699"/>
          </a:xfrm>
          <a:prstGeom prst="rect">
            <a:avLst/>
          </a:prstGeom>
          <a:noFill/>
          <a:ln>
            <a:noFill/>
          </a:ln>
        </p:spPr>
      </p:pic>
      <p:sp>
        <p:nvSpPr>
          <p:cNvPr id="2589" name="Google Shape;2589;p94"/>
          <p:cNvSpPr/>
          <p:nvPr/>
        </p:nvSpPr>
        <p:spPr>
          <a:xfrm>
            <a:off x="582548" y="2251960"/>
            <a:ext cx="1323948" cy="145047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0" name="Google Shape;2590;p94"/>
          <p:cNvSpPr/>
          <p:nvPr/>
        </p:nvSpPr>
        <p:spPr>
          <a:xfrm>
            <a:off x="582548" y="2251961"/>
            <a:ext cx="1323948" cy="360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1" name="Google Shape;2591;p94"/>
          <p:cNvSpPr/>
          <p:nvPr/>
        </p:nvSpPr>
        <p:spPr>
          <a:xfrm>
            <a:off x="582548" y="2251960"/>
            <a:ext cx="1362452" cy="181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1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9" u="none" cap="none" strike="noStrike">
                <a:solidFill>
                  <a:srgbClr val="151515"/>
                </a:solidFill>
                <a:latin typeface="Play"/>
                <a:ea typeface="Play"/>
                <a:cs typeface="Play"/>
                <a:sym typeface="Play"/>
              </a:rPr>
              <a:t>Онлайн-реклама</a:t>
            </a:r>
            <a:endParaRPr b="0" i="0" sz="9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2" name="Google Shape;2592;p94"/>
          <p:cNvSpPr/>
          <p:nvPr/>
        </p:nvSpPr>
        <p:spPr>
          <a:xfrm>
            <a:off x="582548" y="2483665"/>
            <a:ext cx="1353567" cy="1581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798492"/>
                </a:solidFill>
                <a:latin typeface="Play"/>
                <a:ea typeface="Play"/>
                <a:cs typeface="Play"/>
                <a:sym typeface="Play"/>
              </a:rPr>
              <a:t>основной бизнес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3" name="Google Shape;2593;p94"/>
          <p:cNvSpPr/>
          <p:nvPr/>
        </p:nvSpPr>
        <p:spPr>
          <a:xfrm>
            <a:off x="582547" y="3056458"/>
            <a:ext cx="892999" cy="64598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4" name="Google Shape;2594;p94"/>
          <p:cNvSpPr/>
          <p:nvPr/>
        </p:nvSpPr>
        <p:spPr>
          <a:xfrm>
            <a:off x="582548" y="3056457"/>
            <a:ext cx="931503" cy="4670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1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9" u="none" cap="none" strike="noStrike">
                <a:solidFill>
                  <a:srgbClr val="151515"/>
                </a:solidFill>
                <a:latin typeface="Play"/>
                <a:ea typeface="Play"/>
                <a:cs typeface="Play"/>
                <a:sym typeface="Play"/>
              </a:rPr>
              <a:t>Цифровые  сервисы  и контент</a:t>
            </a:r>
            <a:endParaRPr b="0" i="0" sz="9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5" name="Google Shape;2595;p94"/>
          <p:cNvSpPr/>
          <p:nvPr/>
        </p:nvSpPr>
        <p:spPr>
          <a:xfrm>
            <a:off x="582548" y="3573874"/>
            <a:ext cx="922617" cy="1581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798492"/>
                </a:solidFill>
                <a:latin typeface="Play"/>
                <a:ea typeface="Play"/>
                <a:cs typeface="Play"/>
                <a:sym typeface="Play"/>
              </a:rPr>
              <a:t>фокус развития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6" name="Google Shape;2596;p94"/>
          <p:cNvSpPr/>
          <p:nvPr/>
        </p:nvSpPr>
        <p:spPr>
          <a:xfrm>
            <a:off x="2395202" y="1363507"/>
            <a:ext cx="2923349" cy="2922983"/>
          </a:xfrm>
          <a:prstGeom prst="ellipse">
            <a:avLst/>
          </a:prstGeom>
          <a:noFill/>
          <a:ln cap="flat" cmpd="sng" w="12700">
            <a:solidFill>
              <a:srgbClr val="DD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2597" name="Google Shape;2597;p9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51330" y="335"/>
            <a:ext cx="5192622" cy="5142830"/>
          </a:xfrm>
          <a:prstGeom prst="rect">
            <a:avLst/>
          </a:prstGeom>
          <a:noFill/>
          <a:ln>
            <a:noFill/>
          </a:ln>
        </p:spPr>
      </p:pic>
      <p:sp>
        <p:nvSpPr>
          <p:cNvPr id="2598" name="Google Shape;2598;p94"/>
          <p:cNvSpPr/>
          <p:nvPr/>
        </p:nvSpPr>
        <p:spPr>
          <a:xfrm>
            <a:off x="3686198" y="3942009"/>
            <a:ext cx="476081" cy="26007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2599" name="Google Shape;2599;p9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26087" y="3942009"/>
            <a:ext cx="996302" cy="8452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00" name="Google Shape;2600;p9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953624" y="4031713"/>
            <a:ext cx="13864" cy="844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01" name="Google Shape;2601;p9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984844" y="4031713"/>
            <a:ext cx="76298" cy="844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02" name="Google Shape;2602;p9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765247" y="3999579"/>
            <a:ext cx="140470" cy="1406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03" name="Google Shape;2603;p9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788945" y="4042372"/>
            <a:ext cx="93706" cy="58565"/>
          </a:xfrm>
          <a:prstGeom prst="rect">
            <a:avLst/>
          </a:prstGeom>
          <a:noFill/>
          <a:ln>
            <a:noFill/>
          </a:ln>
        </p:spPr>
      </p:pic>
      <p:sp>
        <p:nvSpPr>
          <p:cNvPr id="2604" name="Google Shape;2604;p94"/>
          <p:cNvSpPr/>
          <p:nvPr/>
        </p:nvSpPr>
        <p:spPr>
          <a:xfrm>
            <a:off x="2567726" y="3168287"/>
            <a:ext cx="211339" cy="211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2605" name="Google Shape;2605;p9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567726" y="3168287"/>
            <a:ext cx="211339" cy="2113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06" name="Google Shape;2606;p9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619685" y="3228545"/>
            <a:ext cx="108659" cy="900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07" name="Google Shape;2607;p9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699138" y="3251825"/>
            <a:ext cx="29205" cy="663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08" name="Google Shape;2608;p9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2623407" y="3251760"/>
            <a:ext cx="27404" cy="27418"/>
          </a:xfrm>
          <a:prstGeom prst="rect">
            <a:avLst/>
          </a:prstGeom>
          <a:noFill/>
          <a:ln>
            <a:noFill/>
          </a:ln>
        </p:spPr>
      </p:pic>
      <p:sp>
        <p:nvSpPr>
          <p:cNvPr id="2609" name="Google Shape;2609;p94"/>
          <p:cNvSpPr/>
          <p:nvPr/>
        </p:nvSpPr>
        <p:spPr>
          <a:xfrm>
            <a:off x="2492944" y="2865945"/>
            <a:ext cx="211339" cy="211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2610" name="Google Shape;2610;p9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2492944" y="2865945"/>
            <a:ext cx="211339" cy="211318"/>
          </a:xfrm>
          <a:prstGeom prst="rect">
            <a:avLst/>
          </a:prstGeom>
          <a:noFill/>
          <a:ln>
            <a:noFill/>
          </a:ln>
        </p:spPr>
      </p:pic>
      <p:sp>
        <p:nvSpPr>
          <p:cNvPr id="2611" name="Google Shape;2611;p94"/>
          <p:cNvSpPr/>
          <p:nvPr/>
        </p:nvSpPr>
        <p:spPr>
          <a:xfrm>
            <a:off x="2834339" y="3568155"/>
            <a:ext cx="211339" cy="211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2612" name="Google Shape;2612;p9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2834339" y="3568155"/>
            <a:ext cx="211339" cy="2113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13" name="Google Shape;2613;p94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3400077" y="3899747"/>
            <a:ext cx="211448" cy="211313"/>
          </a:xfrm>
          <a:prstGeom prst="rect">
            <a:avLst/>
          </a:prstGeom>
          <a:noFill/>
          <a:ln>
            <a:noFill/>
          </a:ln>
        </p:spPr>
      </p:pic>
      <p:sp>
        <p:nvSpPr>
          <p:cNvPr id="2614" name="Google Shape;2614;p94"/>
          <p:cNvSpPr/>
          <p:nvPr/>
        </p:nvSpPr>
        <p:spPr>
          <a:xfrm>
            <a:off x="3094449" y="3763215"/>
            <a:ext cx="211339" cy="211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2615" name="Google Shape;2615;p94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3094449" y="3763215"/>
            <a:ext cx="211339" cy="211318"/>
          </a:xfrm>
          <a:prstGeom prst="rect">
            <a:avLst/>
          </a:prstGeom>
          <a:noFill/>
          <a:ln>
            <a:noFill/>
          </a:ln>
        </p:spPr>
      </p:pic>
      <p:sp>
        <p:nvSpPr>
          <p:cNvPr id="2616" name="Google Shape;2616;p94"/>
          <p:cNvSpPr/>
          <p:nvPr/>
        </p:nvSpPr>
        <p:spPr>
          <a:xfrm>
            <a:off x="2502698" y="2557093"/>
            <a:ext cx="211339" cy="211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2617" name="Google Shape;2617;p94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2502698" y="2557092"/>
            <a:ext cx="211339" cy="211318"/>
          </a:xfrm>
          <a:prstGeom prst="rect">
            <a:avLst/>
          </a:prstGeom>
          <a:noFill/>
          <a:ln>
            <a:noFill/>
          </a:ln>
        </p:spPr>
      </p:pic>
      <p:sp>
        <p:nvSpPr>
          <p:cNvPr id="2618" name="Google Shape;2618;p94"/>
          <p:cNvSpPr/>
          <p:nvPr/>
        </p:nvSpPr>
        <p:spPr>
          <a:xfrm>
            <a:off x="3839015" y="1429011"/>
            <a:ext cx="211339" cy="211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9" name="Google Shape;2619;p94"/>
          <p:cNvSpPr/>
          <p:nvPr/>
        </p:nvSpPr>
        <p:spPr>
          <a:xfrm>
            <a:off x="3839015" y="1429011"/>
            <a:ext cx="211339" cy="211313"/>
          </a:xfrm>
          <a:prstGeom prst="rect">
            <a:avLst/>
          </a:prstGeom>
          <a:solidFill>
            <a:srgbClr val="D9D9D9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2620" name="Google Shape;2620;p94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3827355" y="1423179"/>
            <a:ext cx="234659" cy="234504"/>
          </a:xfrm>
          <a:prstGeom prst="rect">
            <a:avLst/>
          </a:prstGeom>
          <a:noFill/>
          <a:ln>
            <a:noFill/>
          </a:ln>
        </p:spPr>
      </p:pic>
      <p:sp>
        <p:nvSpPr>
          <p:cNvPr id="2621" name="Google Shape;2621;p94"/>
          <p:cNvSpPr/>
          <p:nvPr/>
        </p:nvSpPr>
        <p:spPr>
          <a:xfrm>
            <a:off x="3491117" y="1458270"/>
            <a:ext cx="211327" cy="211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2622" name="Google Shape;2622;p94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3485286" y="1458270"/>
            <a:ext cx="222989" cy="2229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23" name="Google Shape;2623;p94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3516274" y="1483419"/>
            <a:ext cx="161012" cy="160974"/>
          </a:xfrm>
          <a:prstGeom prst="rect">
            <a:avLst/>
          </a:prstGeom>
          <a:noFill/>
          <a:ln>
            <a:noFill/>
          </a:ln>
        </p:spPr>
      </p:pic>
      <p:sp>
        <p:nvSpPr>
          <p:cNvPr id="2624" name="Google Shape;2624;p94"/>
          <p:cNvSpPr/>
          <p:nvPr/>
        </p:nvSpPr>
        <p:spPr>
          <a:xfrm>
            <a:off x="4160899" y="1503787"/>
            <a:ext cx="211339" cy="211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2625" name="Google Shape;2625;p94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4139036" y="1503787"/>
            <a:ext cx="255065" cy="2550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26" name="Google Shape;2626;p94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4194421" y="1564994"/>
            <a:ext cx="144294" cy="88895"/>
          </a:xfrm>
          <a:prstGeom prst="rect">
            <a:avLst/>
          </a:prstGeom>
          <a:noFill/>
          <a:ln>
            <a:noFill/>
          </a:ln>
        </p:spPr>
      </p:pic>
      <p:sp>
        <p:nvSpPr>
          <p:cNvPr id="2627" name="Google Shape;2627;p94"/>
          <p:cNvSpPr/>
          <p:nvPr/>
        </p:nvSpPr>
        <p:spPr>
          <a:xfrm>
            <a:off x="5003114" y="2740602"/>
            <a:ext cx="211339" cy="211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2628" name="Google Shape;2628;p94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5003114" y="2740601"/>
            <a:ext cx="211339" cy="2113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29" name="Google Shape;2629;p94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5036636" y="2801808"/>
            <a:ext cx="144294" cy="88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30" name="Google Shape;2630;p94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3612524" y="2642871"/>
            <a:ext cx="457606" cy="4531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31" name="Google Shape;2631;p94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3612524" y="2642871"/>
            <a:ext cx="457606" cy="4531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32" name="Google Shape;2632;p94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3685110" y="2774111"/>
            <a:ext cx="312435" cy="190615"/>
          </a:xfrm>
          <a:prstGeom prst="rect">
            <a:avLst/>
          </a:prstGeom>
          <a:noFill/>
          <a:ln>
            <a:noFill/>
          </a:ln>
        </p:spPr>
      </p:pic>
      <p:sp>
        <p:nvSpPr>
          <p:cNvPr id="2633" name="Google Shape;2633;p94"/>
          <p:cNvSpPr/>
          <p:nvPr/>
        </p:nvSpPr>
        <p:spPr>
          <a:xfrm>
            <a:off x="2883110" y="1770359"/>
            <a:ext cx="211339" cy="211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2634" name="Google Shape;2634;p94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2883109" y="1770359"/>
            <a:ext cx="211243" cy="2113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35" name="Google Shape;2635;p94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2883109" y="1812611"/>
            <a:ext cx="211339" cy="1690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36" name="Google Shape;2636;p94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3046897" y="1868620"/>
            <a:ext cx="19021" cy="570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37" name="Google Shape;2637;p94"/>
          <p:cNvPicPr preferRelativeResize="0"/>
          <p:nvPr/>
        </p:nvPicPr>
        <p:blipFill rotWithShape="1">
          <a:blip r:embed="rId34">
            <a:alphaModFix/>
          </a:blip>
          <a:srcRect b="0" l="0" r="0" t="0"/>
          <a:stretch/>
        </p:blipFill>
        <p:spPr>
          <a:xfrm>
            <a:off x="3013088" y="1844317"/>
            <a:ext cx="19021" cy="1056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38" name="Google Shape;2638;p94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2979280" y="1868620"/>
            <a:ext cx="19021" cy="570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39" name="Google Shape;2639;p94"/>
          <p:cNvPicPr preferRelativeResize="0"/>
          <p:nvPr/>
        </p:nvPicPr>
        <p:blipFill rotWithShape="1">
          <a:blip r:embed="rId35">
            <a:alphaModFix/>
          </a:blip>
          <a:srcRect b="0" l="0" r="0" t="0"/>
          <a:stretch/>
        </p:blipFill>
        <p:spPr>
          <a:xfrm>
            <a:off x="2945444" y="1882356"/>
            <a:ext cx="19021" cy="295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40" name="Google Shape;2640;p94"/>
          <p:cNvPicPr preferRelativeResize="0"/>
          <p:nvPr/>
        </p:nvPicPr>
        <p:blipFill rotWithShape="1">
          <a:blip r:embed="rId35">
            <a:alphaModFix/>
          </a:blip>
          <a:srcRect b="0" l="0" r="0" t="0"/>
          <a:stretch/>
        </p:blipFill>
        <p:spPr>
          <a:xfrm>
            <a:off x="2911635" y="1882356"/>
            <a:ext cx="19021" cy="29585"/>
          </a:xfrm>
          <a:prstGeom prst="rect">
            <a:avLst/>
          </a:prstGeom>
          <a:noFill/>
          <a:ln>
            <a:noFill/>
          </a:ln>
        </p:spPr>
      </p:pic>
      <p:sp>
        <p:nvSpPr>
          <p:cNvPr id="2641" name="Google Shape;2641;p94"/>
          <p:cNvSpPr/>
          <p:nvPr/>
        </p:nvSpPr>
        <p:spPr>
          <a:xfrm>
            <a:off x="3169230" y="1575299"/>
            <a:ext cx="211339" cy="211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2642" name="Google Shape;2642;p94"/>
          <p:cNvPicPr preferRelativeResize="0"/>
          <p:nvPr/>
        </p:nvPicPr>
        <p:blipFill rotWithShape="1">
          <a:blip r:embed="rId36">
            <a:alphaModFix/>
          </a:blip>
          <a:srcRect b="0" l="0" r="0" t="0"/>
          <a:stretch/>
        </p:blipFill>
        <p:spPr>
          <a:xfrm>
            <a:off x="3169231" y="1575299"/>
            <a:ext cx="211339" cy="2113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43" name="Google Shape;2643;p94"/>
          <p:cNvPicPr preferRelativeResize="0"/>
          <p:nvPr/>
        </p:nvPicPr>
        <p:blipFill rotWithShape="1">
          <a:blip r:embed="rId37">
            <a:alphaModFix/>
          </a:blip>
          <a:srcRect b="0" l="0" r="0" t="0"/>
          <a:stretch/>
        </p:blipFill>
        <p:spPr>
          <a:xfrm>
            <a:off x="3169231" y="1575299"/>
            <a:ext cx="211339" cy="211318"/>
          </a:xfrm>
          <a:prstGeom prst="rect">
            <a:avLst/>
          </a:prstGeom>
          <a:noFill/>
          <a:ln>
            <a:noFill/>
          </a:ln>
        </p:spPr>
      </p:pic>
      <p:sp>
        <p:nvSpPr>
          <p:cNvPr id="2644" name="Google Shape;2644;p94"/>
          <p:cNvSpPr/>
          <p:nvPr/>
        </p:nvSpPr>
        <p:spPr>
          <a:xfrm>
            <a:off x="2671769" y="2069456"/>
            <a:ext cx="211339" cy="211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2645" name="Google Shape;2645;p94"/>
          <p:cNvPicPr preferRelativeResize="0"/>
          <p:nvPr/>
        </p:nvPicPr>
        <p:blipFill rotWithShape="1">
          <a:blip r:embed="rId38">
            <a:alphaModFix/>
          </a:blip>
          <a:srcRect b="0" l="0" r="0" t="0"/>
          <a:stretch/>
        </p:blipFill>
        <p:spPr>
          <a:xfrm>
            <a:off x="2671769" y="2069455"/>
            <a:ext cx="211339" cy="2113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46" name="Google Shape;2646;p94"/>
          <p:cNvPicPr preferRelativeResize="0"/>
          <p:nvPr/>
        </p:nvPicPr>
        <p:blipFill rotWithShape="1">
          <a:blip r:embed="rId39">
            <a:alphaModFix/>
          </a:blip>
          <a:srcRect b="0" l="0" r="0" t="0"/>
          <a:stretch/>
        </p:blipFill>
        <p:spPr>
          <a:xfrm>
            <a:off x="2673064" y="2088549"/>
            <a:ext cx="196254" cy="1922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47" name="Google Shape;2647;p94"/>
          <p:cNvPicPr preferRelativeResize="0"/>
          <p:nvPr/>
        </p:nvPicPr>
        <p:blipFill rotWithShape="1">
          <a:blip r:embed="rId40">
            <a:alphaModFix/>
          </a:blip>
          <a:srcRect b="0" l="0" r="0" t="0"/>
          <a:stretch/>
        </p:blipFill>
        <p:spPr>
          <a:xfrm>
            <a:off x="2725873" y="2111717"/>
            <a:ext cx="102290" cy="143061"/>
          </a:xfrm>
          <a:prstGeom prst="rect">
            <a:avLst/>
          </a:prstGeom>
          <a:noFill/>
          <a:ln>
            <a:noFill/>
          </a:ln>
        </p:spPr>
      </p:pic>
      <p:sp>
        <p:nvSpPr>
          <p:cNvPr id="2648" name="Google Shape;2648;p94"/>
          <p:cNvSpPr/>
          <p:nvPr/>
        </p:nvSpPr>
        <p:spPr>
          <a:xfrm>
            <a:off x="2728410" y="3442467"/>
            <a:ext cx="97741" cy="97729"/>
          </a:xfrm>
          <a:prstGeom prst="roundRect">
            <a:avLst>
              <a:gd fmla="val 45607" name="adj"/>
            </a:avLst>
          </a:prstGeom>
          <a:solidFill>
            <a:srgbClr val="0187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9" name="Google Shape;2649;p94"/>
          <p:cNvSpPr/>
          <p:nvPr/>
        </p:nvSpPr>
        <p:spPr>
          <a:xfrm>
            <a:off x="2617341" y="2363009"/>
            <a:ext cx="97741" cy="97729"/>
          </a:xfrm>
          <a:prstGeom prst="roundRect">
            <a:avLst>
              <a:gd fmla="val 45607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0" name="Google Shape;2650;p94"/>
          <p:cNvSpPr/>
          <p:nvPr/>
        </p:nvSpPr>
        <p:spPr>
          <a:xfrm>
            <a:off x="2883908" y="2820558"/>
            <a:ext cx="601116" cy="1581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19191A"/>
                </a:solidFill>
                <a:latin typeface="Play"/>
                <a:ea typeface="Play"/>
                <a:cs typeface="Play"/>
                <a:sym typeface="Play"/>
              </a:rPr>
              <a:t>Образование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1" name="Google Shape;2651;p94"/>
          <p:cNvSpPr/>
          <p:nvPr/>
        </p:nvSpPr>
        <p:spPr>
          <a:xfrm>
            <a:off x="3408156" y="3464677"/>
            <a:ext cx="1063076" cy="281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19191A"/>
                </a:solidFill>
                <a:latin typeface="Play"/>
                <a:ea typeface="Play"/>
                <a:cs typeface="Play"/>
                <a:sym typeface="Play"/>
              </a:rPr>
              <a:t>Экосистемные сервисы  и прочие направления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2" name="Google Shape;2652;p94"/>
          <p:cNvSpPr/>
          <p:nvPr/>
        </p:nvSpPr>
        <p:spPr>
          <a:xfrm>
            <a:off x="4238603" y="2766987"/>
            <a:ext cx="543966" cy="281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19191A"/>
                </a:solidFill>
                <a:latin typeface="Play"/>
                <a:ea typeface="Play"/>
                <a:cs typeface="Play"/>
                <a:sym typeface="Play"/>
              </a:rPr>
              <a:t>Технологии для бизнеса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3" name="Google Shape;2653;p94"/>
          <p:cNvSpPr/>
          <p:nvPr/>
        </p:nvSpPr>
        <p:spPr>
          <a:xfrm>
            <a:off x="3408155" y="2060936"/>
            <a:ext cx="1053551" cy="281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19191A"/>
                </a:solidFill>
                <a:latin typeface="Play"/>
                <a:ea typeface="Play"/>
                <a:cs typeface="Play"/>
                <a:sym typeface="Play"/>
              </a:rPr>
              <a:t>Социальные платформы и медиаконтент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4" name="Google Shape;2654;p94"/>
          <p:cNvSpPr/>
          <p:nvPr/>
        </p:nvSpPr>
        <p:spPr>
          <a:xfrm>
            <a:off x="6886540" y="3633649"/>
            <a:ext cx="116177" cy="225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9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*</a:t>
            </a:r>
            <a:endParaRPr b="0" i="0" sz="11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5" name="Google Shape;2655;p94"/>
          <p:cNvSpPr/>
          <p:nvPr/>
        </p:nvSpPr>
        <p:spPr>
          <a:xfrm>
            <a:off x="6038819" y="1643183"/>
            <a:ext cx="2586024" cy="2590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6" name="Google Shape;2656;p94"/>
          <p:cNvSpPr/>
          <p:nvPr/>
        </p:nvSpPr>
        <p:spPr>
          <a:xfrm>
            <a:off x="6038819" y="1643183"/>
            <a:ext cx="1581142" cy="628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7" name="Google Shape;2657;p94"/>
          <p:cNvSpPr/>
          <p:nvPr/>
        </p:nvSpPr>
        <p:spPr>
          <a:xfrm>
            <a:off x="6038819" y="1643184"/>
            <a:ext cx="1327143" cy="431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Play"/>
                <a:ea typeface="Play"/>
                <a:cs typeface="Play"/>
                <a:sym typeface="Play"/>
              </a:rPr>
              <a:t>Технологии  и продукты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8" name="Google Shape;2658;p94"/>
          <p:cNvSpPr/>
          <p:nvPr/>
        </p:nvSpPr>
        <p:spPr>
          <a:xfrm>
            <a:off x="6038819" y="2119372"/>
            <a:ext cx="1619242" cy="190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98492"/>
                </a:solidFill>
                <a:latin typeface="Play"/>
                <a:ea typeface="Play"/>
                <a:cs typeface="Play"/>
                <a:sym typeface="Play"/>
              </a:rPr>
              <a:t>основные драйверы выручки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9" name="Google Shape;2659;p94"/>
          <p:cNvSpPr/>
          <p:nvPr/>
        </p:nvSpPr>
        <p:spPr>
          <a:xfrm>
            <a:off x="6038819" y="2747940"/>
            <a:ext cx="2028814" cy="43809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0" name="Google Shape;2660;p94"/>
          <p:cNvSpPr/>
          <p:nvPr/>
        </p:nvSpPr>
        <p:spPr>
          <a:xfrm>
            <a:off x="6038819" y="2747940"/>
            <a:ext cx="2079614" cy="2412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Play"/>
                <a:ea typeface="Play"/>
                <a:cs typeface="Play"/>
                <a:sym typeface="Play"/>
              </a:rPr>
              <a:t>Корпоративное ПО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1" name="Google Shape;2661;p94"/>
          <p:cNvSpPr/>
          <p:nvPr/>
        </p:nvSpPr>
        <p:spPr>
          <a:xfrm>
            <a:off x="6038819" y="3033652"/>
            <a:ext cx="2066914" cy="190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98492"/>
                </a:solidFill>
                <a:latin typeface="Play"/>
                <a:ea typeface="Play"/>
                <a:cs typeface="Play"/>
                <a:sym typeface="Play"/>
              </a:rPr>
              <a:t>фокус развития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2" name="Google Shape;2662;p94"/>
          <p:cNvSpPr/>
          <p:nvPr/>
        </p:nvSpPr>
        <p:spPr>
          <a:xfrm>
            <a:off x="6038819" y="3662221"/>
            <a:ext cx="2636824" cy="622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1515"/>
                </a:solidFill>
                <a:latin typeface="Play"/>
                <a:ea typeface="Play"/>
                <a:cs typeface="Play"/>
                <a:sym typeface="Play"/>
              </a:rPr>
              <a:t>Самый быстрорастущий сегмент бизнеса  в структуре VK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2663" name="Google Shape;2663;p94"/>
          <p:cNvPicPr preferRelativeResize="0"/>
          <p:nvPr/>
        </p:nvPicPr>
        <p:blipFill rotWithShape="1">
          <a:blip r:embed="rId41">
            <a:alphaModFix/>
          </a:blip>
          <a:srcRect b="0" l="0" r="0" t="0"/>
          <a:stretch/>
        </p:blipFill>
        <p:spPr>
          <a:xfrm>
            <a:off x="6038819" y="876521"/>
            <a:ext cx="1227417" cy="386903"/>
          </a:xfrm>
          <a:prstGeom prst="rect">
            <a:avLst/>
          </a:prstGeom>
          <a:noFill/>
          <a:ln>
            <a:noFill/>
          </a:ln>
        </p:spPr>
      </p:pic>
      <p:sp>
        <p:nvSpPr>
          <p:cNvPr id="2664" name="Google Shape;2664;p94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5" name="Google Shape;2665;p94"/>
          <p:cNvSpPr/>
          <p:nvPr/>
        </p:nvSpPr>
        <p:spPr>
          <a:xfrm>
            <a:off x="285749" y="286048"/>
            <a:ext cx="6827802" cy="788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9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38" u="none" cap="none" strike="noStrike">
                <a:solidFill>
                  <a:srgbClr val="151515"/>
                </a:solidFill>
                <a:latin typeface="Play"/>
                <a:ea typeface="Play"/>
                <a:cs typeface="Play"/>
                <a:sym typeface="Play"/>
              </a:rPr>
              <a:t>Независимая технологическая  вертикаль группы VK</a:t>
            </a:r>
            <a:endParaRPr b="0" i="0" sz="24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0" name="Shape 2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671" name="Google Shape;2671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749" y="862235"/>
            <a:ext cx="1997591" cy="3342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72" name="Google Shape;2672;p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0829" y="1087290"/>
            <a:ext cx="1547430" cy="14092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73" name="Google Shape;2673;p9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9821" y="1112606"/>
            <a:ext cx="215235" cy="1962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74" name="Google Shape;2674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8388" y="862235"/>
            <a:ext cx="1997590" cy="3342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75" name="Google Shape;2675;p9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63468" y="1087290"/>
            <a:ext cx="1547430" cy="20664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76" name="Google Shape;2676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86264" y="862235"/>
            <a:ext cx="1997590" cy="3342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77" name="Google Shape;2677;p9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11342" y="1087290"/>
            <a:ext cx="1547429" cy="20664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78" name="Google Shape;2678;p9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47521" y="1118930"/>
            <a:ext cx="180867" cy="1898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79" name="Google Shape;2679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8903" y="862235"/>
            <a:ext cx="1997590" cy="3342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80" name="Google Shape;2680;p9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963986" y="1087290"/>
            <a:ext cx="1547429" cy="18331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81" name="Google Shape;2681;p9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977547" y="1132491"/>
            <a:ext cx="226087" cy="1537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82" name="Google Shape;2682;p9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586264" y="4362217"/>
            <a:ext cx="4148316" cy="494968"/>
          </a:xfrm>
          <a:prstGeom prst="rect">
            <a:avLst/>
          </a:prstGeom>
          <a:noFill/>
          <a:ln>
            <a:noFill/>
          </a:ln>
        </p:spPr>
      </p:pic>
      <p:sp>
        <p:nvSpPr>
          <p:cNvPr id="2683" name="Google Shape;2683;p95"/>
          <p:cNvSpPr/>
          <p:nvPr/>
        </p:nvSpPr>
        <p:spPr>
          <a:xfrm>
            <a:off x="4727701" y="4481134"/>
            <a:ext cx="257158" cy="257126"/>
          </a:xfrm>
          <a:prstGeom prst="roundRect">
            <a:avLst>
              <a:gd fmla="val 32002" name="adj"/>
            </a:avLst>
          </a:prstGeom>
          <a:solidFill>
            <a:srgbClr val="005E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2684" name="Google Shape;2684;p9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796938" y="4550358"/>
            <a:ext cx="118690" cy="118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85" name="Google Shape;2685;p9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809240" y="4554599"/>
            <a:ext cx="94115" cy="1017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86" name="Google Shape;2686;p9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117555" y="4555873"/>
            <a:ext cx="3464859" cy="118284"/>
          </a:xfrm>
          <a:prstGeom prst="rect">
            <a:avLst/>
          </a:prstGeom>
          <a:noFill/>
          <a:ln>
            <a:noFill/>
          </a:ln>
        </p:spPr>
      </p:pic>
      <p:sp>
        <p:nvSpPr>
          <p:cNvPr id="2687" name="Google Shape;2687;p95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Продуктовый портфель VK Tech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