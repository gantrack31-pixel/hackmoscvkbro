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3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</p:sldIdLst>
  <p:sldSz cy="6858000" cx="12192000"/>
  <p:notesSz cx="6858000" cy="9144000"/>
  <p:embeddedFontLst>
    <p:embeddedFont>
      <p:font typeface="Play"/>
      <p:regular r:id="rId36"/>
      <p:bold r:id="rId3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  <p15:guide id="3" pos="2547">
          <p15:clr>
            <a:srgbClr val="A4A3A4"/>
          </p15:clr>
        </p15:guide>
        <p15:guide id="4" orient="horz" pos="777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AC9AF0A-6FEA-4B71-B213-FBF42B605303}">
  <a:tblStyle styleId="{5AC9AF0A-6FEA-4B71-B213-FBF42B605303}" styleName="Table_0">
    <a:wholeTbl>
      <a:tcTxStyle b="off" i="off">
        <a:font>
          <a:latin typeface="SF Pro Text Light"/>
          <a:ea typeface="SF Pro Text Light"/>
          <a:cs typeface="SF Pro Text Light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6EBFF"/>
          </a:solidFill>
        </a:fill>
      </a:tcStyle>
    </a:wholeTbl>
    <a:band1H>
      <a:tcTxStyle/>
      <a:tcStyle>
        <a:fill>
          <a:solidFill>
            <a:srgbClr val="CAD5FF"/>
          </a:solidFill>
        </a:fill>
      </a:tcStyle>
    </a:band1H>
    <a:band2H>
      <a:tcTxStyle/>
    </a:band2H>
    <a:band1V>
      <a:tcTxStyle/>
      <a:tcStyle>
        <a:fill>
          <a:solidFill>
            <a:srgbClr val="CAD5FF"/>
          </a:solidFill>
        </a:fill>
      </a:tcStyle>
    </a:band1V>
    <a:band2V>
      <a:tcTxStyle/>
    </a:band2V>
    <a:lastCol>
      <a:tcTxStyle b="on" i="off">
        <a:font>
          <a:latin typeface="SF Pro Text Light"/>
          <a:ea typeface="SF Pro Text Light"/>
          <a:cs typeface="SF Pro Text Light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SF Pro Text Light"/>
          <a:ea typeface="SF Pro Text Light"/>
          <a:cs typeface="SF Pro Text Light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SF Pro Text Light"/>
          <a:ea typeface="SF Pro Text Light"/>
          <a:cs typeface="SF Pro Text Light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SF Pro Text Light"/>
          <a:ea typeface="SF Pro Text Light"/>
          <a:cs typeface="SF Pro Text Light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  <p:guide pos="2547"/>
        <p:guide pos="777" orient="horz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slide" Target="slides/slide27.xml"/><Relationship Id="rId10" Type="http://schemas.openxmlformats.org/officeDocument/2006/relationships/slide" Target="slides/slide4.xml"/><Relationship Id="rId32" Type="http://schemas.openxmlformats.org/officeDocument/2006/relationships/slide" Target="slides/slide26.xml"/><Relationship Id="rId13" Type="http://schemas.openxmlformats.org/officeDocument/2006/relationships/slide" Target="slides/slide7.xml"/><Relationship Id="rId35" Type="http://schemas.openxmlformats.org/officeDocument/2006/relationships/slide" Target="slides/slide29.xml"/><Relationship Id="rId12" Type="http://schemas.openxmlformats.org/officeDocument/2006/relationships/slide" Target="slides/slide6.xml"/><Relationship Id="rId34" Type="http://schemas.openxmlformats.org/officeDocument/2006/relationships/slide" Target="slides/slide28.xml"/><Relationship Id="rId15" Type="http://schemas.openxmlformats.org/officeDocument/2006/relationships/slide" Target="slides/slide9.xml"/><Relationship Id="rId37" Type="http://schemas.openxmlformats.org/officeDocument/2006/relationships/font" Target="fonts/Play-bold.fntdata"/><Relationship Id="rId14" Type="http://schemas.openxmlformats.org/officeDocument/2006/relationships/slide" Target="slides/slide8.xml"/><Relationship Id="rId36" Type="http://schemas.openxmlformats.org/officeDocument/2006/relationships/font" Target="fonts/Play-regular.fntdata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ru-RU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" name="Google Shape;379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6" name="Google Shape;386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1" name="Google Shape;401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0" name="Google Shape;420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1" name="Google Shape;421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9" name="Google Shape;439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6" name="Google Shape;456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7" name="Google Shape;457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1" name="Google Shape;471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2" name="Google Shape;472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3" name="Google Shape;483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4" name="Google Shape;484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5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7" name="Google Shape;507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8" name="Google Shape;508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3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Google Shape;544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5" name="Google Shape;545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0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Google Shape;561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2" name="Google Shape;562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3" name="Google Shape;563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8" name="Shape 6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9" name="Google Shape;609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0" name="Google Shape;610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1" name="Google Shape;611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2" name="Shape 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3" name="Google Shape;643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4" name="Google Shape;644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5" name="Google Shape;645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7" name="Shape 6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8" name="Google Shape;668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69" name="Google Shape;669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0" name="Google Shape;670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4" name="Shape 6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" name="Google Shape;675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6" name="Google Shape;676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7" name="Google Shape;677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6" name="Shape 6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7" name="Google Shape;687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88" name="Google Shape;688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9" name="Google Shape;689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4" name="Shape 7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5" name="Google Shape;705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06" name="Google Shape;706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7" name="Google Shape;707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3" name="Shape 7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4" name="Google Shape;714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15" name="Google Shape;715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6" name="Google Shape;716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1" name="Shape 7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2" name="Google Shape;722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23" name="Google Shape;723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4" name="Google Shape;724;p1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6" name="Shape 7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" name="Google Shape;737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38" name="Google Shape;738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9" name="Google Shape;739;p2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4" name="Shape 7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5" name="Google Shape;745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46" name="Google Shape;746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7" name="Google Shape;747;p2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1" name="Shape 7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2" name="Google Shape;752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53" name="Google Shape;753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4" name="Google Shape;754;p2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0" name="Shape 7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1" name="Google Shape;771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72" name="Google Shape;772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3" name="Google Shape;773;p2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4" name="Shape 7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5" name="Google Shape;795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96" name="Google Shape;796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7" name="Google Shape;797;p2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7" name="Shape 8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" name="Google Shape;808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09" name="Google Shape;809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0" name="Google Shape;810;p2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4" name="Shape 8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5" name="Google Shape;835;p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36" name="Google Shape;836;p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7" name="Google Shape;837;p2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3" name="Shape 8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4" name="Google Shape;854;p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55" name="Google Shape;855;p2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6" name="Google Shape;856;p2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0" name="Shape 8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1" name="Google Shape;871;p2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2" name="Google Shape;872;p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5" name="Shape 8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6" name="Google Shape;876;p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77" name="Google Shape;877;p2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8" name="Google Shape;878;p2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4.png"/><Relationship Id="rId5" Type="http://schemas.openxmlformats.org/officeDocument/2006/relationships/image" Target="../media/image8.png"/><Relationship Id="rId6" Type="http://schemas.openxmlformats.org/officeDocument/2006/relationships/image" Target="../media/image7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6.png"/><Relationship Id="rId4" Type="http://schemas.openxmlformats.org/officeDocument/2006/relationships/image" Target="../media/image5.png"/><Relationship Id="rId5" Type="http://schemas.openxmlformats.org/officeDocument/2006/relationships/image" Target="../media/image4.png"/><Relationship Id="rId6" Type="http://schemas.openxmlformats.org/officeDocument/2006/relationships/image" Target="../media/image7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Relationship Id="rId3" Type="http://schemas.openxmlformats.org/officeDocument/2006/relationships/image" Target="../media/image11.png"/><Relationship Id="rId4" Type="http://schemas.openxmlformats.org/officeDocument/2006/relationships/image" Target="../media/image4.png"/><Relationship Id="rId5" Type="http://schemas.openxmlformats.org/officeDocument/2006/relationships/image" Target="../media/image7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Relationship Id="rId3" Type="http://schemas.openxmlformats.org/officeDocument/2006/relationships/image" Target="../media/image4.png"/><Relationship Id="rId4" Type="http://schemas.openxmlformats.org/officeDocument/2006/relationships/image" Target="../media/image12.png"/><Relationship Id="rId5" Type="http://schemas.openxmlformats.org/officeDocument/2006/relationships/image" Target="../media/image7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Relationship Id="rId3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Relationship Id="rId3" Type="http://schemas.openxmlformats.org/officeDocument/2006/relationships/image" Target="../media/image23.png"/><Relationship Id="rId4" Type="http://schemas.openxmlformats.org/officeDocument/2006/relationships/image" Target="../media/image7.png"/><Relationship Id="rId5" Type="http://schemas.openxmlformats.org/officeDocument/2006/relationships/image" Target="../media/image4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7.png"/><Relationship Id="rId4" Type="http://schemas.openxmlformats.org/officeDocument/2006/relationships/image" Target="../media/image4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7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7_Титульный слайд">
  <p:cSld name="7_Титульный слайд">
    <p:bg>
      <p:bgPr>
        <a:solidFill>
          <a:schemeClr val="dk1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" name="Google Shape;55;p2"/>
          <p:cNvGrpSpPr/>
          <p:nvPr/>
        </p:nvGrpSpPr>
        <p:grpSpPr>
          <a:xfrm>
            <a:off x="224842" y="-74145"/>
            <a:ext cx="12188171" cy="64326"/>
            <a:chOff x="-2" y="-2"/>
            <a:chExt cx="12188169" cy="64324"/>
          </a:xfrm>
        </p:grpSpPr>
        <p:cxnSp>
          <p:nvCxnSpPr>
            <p:cNvPr id="56" name="Google Shape;56;p2"/>
            <p:cNvCxnSpPr/>
            <p:nvPr/>
          </p:nvCxnSpPr>
          <p:spPr>
            <a:xfrm flipH="1">
              <a:off x="-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57" name="Google Shape;57;p2"/>
            <p:cNvCxnSpPr/>
            <p:nvPr/>
          </p:nvCxnSpPr>
          <p:spPr>
            <a:xfrm>
              <a:off x="67711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58" name="Google Shape;58;p2"/>
            <p:cNvCxnSpPr/>
            <p:nvPr/>
          </p:nvCxnSpPr>
          <p:spPr>
            <a:xfrm>
              <a:off x="1354241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59" name="Google Shape;59;p2"/>
            <p:cNvCxnSpPr/>
            <p:nvPr/>
          </p:nvCxnSpPr>
          <p:spPr>
            <a:xfrm>
              <a:off x="20313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60" name="Google Shape;60;p2"/>
            <p:cNvCxnSpPr/>
            <p:nvPr/>
          </p:nvCxnSpPr>
          <p:spPr>
            <a:xfrm>
              <a:off x="2708479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61" name="Google Shape;61;p2"/>
            <p:cNvCxnSpPr/>
            <p:nvPr/>
          </p:nvCxnSpPr>
          <p:spPr>
            <a:xfrm>
              <a:off x="338559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62" name="Google Shape;62;p2"/>
            <p:cNvCxnSpPr/>
            <p:nvPr/>
          </p:nvCxnSpPr>
          <p:spPr>
            <a:xfrm>
              <a:off x="406271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63" name="Google Shape;63;p2"/>
            <p:cNvCxnSpPr/>
            <p:nvPr/>
          </p:nvCxnSpPr>
          <p:spPr>
            <a:xfrm>
              <a:off x="4739836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64" name="Google Shape;64;p2"/>
            <p:cNvCxnSpPr/>
            <p:nvPr/>
          </p:nvCxnSpPr>
          <p:spPr>
            <a:xfrm>
              <a:off x="541695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65" name="Google Shape;65;p2"/>
            <p:cNvCxnSpPr/>
            <p:nvPr/>
          </p:nvCxnSpPr>
          <p:spPr>
            <a:xfrm>
              <a:off x="609407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66" name="Google Shape;66;p2"/>
            <p:cNvCxnSpPr/>
            <p:nvPr/>
          </p:nvCxnSpPr>
          <p:spPr>
            <a:xfrm>
              <a:off x="677119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67" name="Google Shape;67;p2"/>
            <p:cNvCxnSpPr/>
            <p:nvPr/>
          </p:nvCxnSpPr>
          <p:spPr>
            <a:xfrm>
              <a:off x="744831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68" name="Google Shape;68;p2"/>
            <p:cNvCxnSpPr/>
            <p:nvPr/>
          </p:nvCxnSpPr>
          <p:spPr>
            <a:xfrm>
              <a:off x="812543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69" name="Google Shape;69;p2"/>
            <p:cNvCxnSpPr/>
            <p:nvPr/>
          </p:nvCxnSpPr>
          <p:spPr>
            <a:xfrm>
              <a:off x="880255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70" name="Google Shape;70;p2"/>
            <p:cNvCxnSpPr/>
            <p:nvPr/>
          </p:nvCxnSpPr>
          <p:spPr>
            <a:xfrm>
              <a:off x="9479673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71" name="Google Shape;71;p2"/>
            <p:cNvCxnSpPr/>
            <p:nvPr/>
          </p:nvCxnSpPr>
          <p:spPr>
            <a:xfrm>
              <a:off x="1015679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72" name="Google Shape;72;p2"/>
            <p:cNvCxnSpPr/>
            <p:nvPr/>
          </p:nvCxnSpPr>
          <p:spPr>
            <a:xfrm>
              <a:off x="1083391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73" name="Google Shape;73;p2"/>
            <p:cNvCxnSpPr/>
            <p:nvPr/>
          </p:nvCxnSpPr>
          <p:spPr>
            <a:xfrm>
              <a:off x="1151103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74" name="Google Shape;74;p2"/>
            <p:cNvCxnSpPr/>
            <p:nvPr/>
          </p:nvCxnSpPr>
          <p:spPr>
            <a:xfrm>
              <a:off x="121881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sp>
        <p:nvSpPr>
          <p:cNvPr id="75" name="Google Shape;75;p2"/>
          <p:cNvSpPr txBox="1"/>
          <p:nvPr>
            <p:ph type="title"/>
          </p:nvPr>
        </p:nvSpPr>
        <p:spPr>
          <a:xfrm>
            <a:off x="429253" y="2546255"/>
            <a:ext cx="7827335" cy="187689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76" name="Google Shape;76;p2"/>
          <p:cNvGrpSpPr/>
          <p:nvPr/>
        </p:nvGrpSpPr>
        <p:grpSpPr>
          <a:xfrm>
            <a:off x="1" y="6350"/>
            <a:ext cx="12192792" cy="6851649"/>
            <a:chOff x="0" y="6350"/>
            <a:chExt cx="24396891" cy="13709651"/>
          </a:xfrm>
        </p:grpSpPr>
        <p:pic>
          <p:nvPicPr>
            <p:cNvPr id="77" name="Google Shape;77;p2"/>
            <p:cNvPicPr preferRelativeResize="0"/>
            <p:nvPr/>
          </p:nvPicPr>
          <p:blipFill rotWithShape="1">
            <a:blip r:embed="rId2">
              <a:alphaModFix/>
            </a:blip>
            <a:srcRect b="0" l="0" r="50023" t="80662"/>
            <a:stretch/>
          </p:blipFill>
          <p:spPr>
            <a:xfrm>
              <a:off x="1587" y="11064874"/>
              <a:ext cx="12192000" cy="26511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8" name="Google Shape;78;p2"/>
            <p:cNvSpPr/>
            <p:nvPr/>
          </p:nvSpPr>
          <p:spPr>
            <a:xfrm>
              <a:off x="0" y="10657492"/>
              <a:ext cx="8335061" cy="3058509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79" name="Google Shape;79;p2"/>
            <p:cNvPicPr preferRelativeResize="0"/>
            <p:nvPr/>
          </p:nvPicPr>
          <p:blipFill rotWithShape="1">
            <a:blip r:embed="rId2">
              <a:alphaModFix/>
            </a:blip>
            <a:srcRect b="0" l="52729" r="0" t="82751"/>
            <a:stretch/>
          </p:blipFill>
          <p:spPr>
            <a:xfrm>
              <a:off x="12853797" y="11351172"/>
              <a:ext cx="11531791" cy="236482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0" name="Google Shape;80;p2"/>
            <p:cNvPicPr preferRelativeResize="0"/>
            <p:nvPr/>
          </p:nvPicPr>
          <p:blipFill rotWithShape="1">
            <a:blip r:embed="rId2">
              <a:alphaModFix/>
            </a:blip>
            <a:srcRect b="76357" l="52729" r="0" t="0"/>
            <a:stretch/>
          </p:blipFill>
          <p:spPr>
            <a:xfrm>
              <a:off x="12865099" y="6350"/>
              <a:ext cx="11531792" cy="324134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1" name="Google Shape;81;p2"/>
            <p:cNvPicPr preferRelativeResize="0"/>
            <p:nvPr/>
          </p:nvPicPr>
          <p:blipFill rotWithShape="1">
            <a:blip r:embed="rId2">
              <a:alphaModFix/>
            </a:blip>
            <a:srcRect b="69917" l="0" r="47271" t="0"/>
            <a:stretch/>
          </p:blipFill>
          <p:spPr>
            <a:xfrm>
              <a:off x="1587" y="6350"/>
              <a:ext cx="12863512" cy="4124216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82" name="Google Shape;82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8723" y="6035040"/>
            <a:ext cx="2653844" cy="41814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83" name="Google Shape;83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858522" y="6160788"/>
            <a:ext cx="934755" cy="292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_Титульный слайд">
  <p:cSld name="9_Титульный слайд">
    <p:bg>
      <p:bgPr>
        <a:solidFill>
          <a:schemeClr val="dk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3"/>
          <p:cNvPicPr preferRelativeResize="0"/>
          <p:nvPr/>
        </p:nvPicPr>
        <p:blipFill rotWithShape="1">
          <a:blip r:embed="rId2">
            <a:alphaModFix/>
          </a:blip>
          <a:srcRect b="-1" l="0" r="50023" t="66636"/>
          <a:stretch/>
        </p:blipFill>
        <p:spPr>
          <a:xfrm>
            <a:off x="794" y="4572000"/>
            <a:ext cx="6093175" cy="2285998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3"/>
          <p:cNvSpPr/>
          <p:nvPr/>
        </p:nvSpPr>
        <p:spPr>
          <a:xfrm>
            <a:off x="1" y="5747081"/>
            <a:ext cx="4487332" cy="111091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3"/>
          <p:cNvSpPr/>
          <p:nvPr/>
        </p:nvSpPr>
        <p:spPr>
          <a:xfrm>
            <a:off x="745067" y="6160788"/>
            <a:ext cx="4487332" cy="69721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8" name="Google Shape;88;p3"/>
          <p:cNvGrpSpPr/>
          <p:nvPr/>
        </p:nvGrpSpPr>
        <p:grpSpPr>
          <a:xfrm>
            <a:off x="224842" y="-74145"/>
            <a:ext cx="12188171" cy="64326"/>
            <a:chOff x="-2" y="-2"/>
            <a:chExt cx="12188169" cy="64324"/>
          </a:xfrm>
        </p:grpSpPr>
        <p:cxnSp>
          <p:nvCxnSpPr>
            <p:cNvPr id="89" name="Google Shape;89;p3"/>
            <p:cNvCxnSpPr/>
            <p:nvPr/>
          </p:nvCxnSpPr>
          <p:spPr>
            <a:xfrm flipH="1">
              <a:off x="-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90" name="Google Shape;90;p3"/>
            <p:cNvCxnSpPr/>
            <p:nvPr/>
          </p:nvCxnSpPr>
          <p:spPr>
            <a:xfrm>
              <a:off x="67711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91" name="Google Shape;91;p3"/>
            <p:cNvCxnSpPr/>
            <p:nvPr/>
          </p:nvCxnSpPr>
          <p:spPr>
            <a:xfrm>
              <a:off x="1354241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92" name="Google Shape;92;p3"/>
            <p:cNvCxnSpPr/>
            <p:nvPr/>
          </p:nvCxnSpPr>
          <p:spPr>
            <a:xfrm>
              <a:off x="20313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93" name="Google Shape;93;p3"/>
            <p:cNvCxnSpPr/>
            <p:nvPr/>
          </p:nvCxnSpPr>
          <p:spPr>
            <a:xfrm>
              <a:off x="2708479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94" name="Google Shape;94;p3"/>
            <p:cNvCxnSpPr/>
            <p:nvPr/>
          </p:nvCxnSpPr>
          <p:spPr>
            <a:xfrm>
              <a:off x="338559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95" name="Google Shape;95;p3"/>
            <p:cNvCxnSpPr/>
            <p:nvPr/>
          </p:nvCxnSpPr>
          <p:spPr>
            <a:xfrm>
              <a:off x="406271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96" name="Google Shape;96;p3"/>
            <p:cNvCxnSpPr/>
            <p:nvPr/>
          </p:nvCxnSpPr>
          <p:spPr>
            <a:xfrm>
              <a:off x="4739836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97" name="Google Shape;97;p3"/>
            <p:cNvCxnSpPr/>
            <p:nvPr/>
          </p:nvCxnSpPr>
          <p:spPr>
            <a:xfrm>
              <a:off x="541695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98" name="Google Shape;98;p3"/>
            <p:cNvCxnSpPr/>
            <p:nvPr/>
          </p:nvCxnSpPr>
          <p:spPr>
            <a:xfrm>
              <a:off x="609407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99" name="Google Shape;99;p3"/>
            <p:cNvCxnSpPr/>
            <p:nvPr/>
          </p:nvCxnSpPr>
          <p:spPr>
            <a:xfrm>
              <a:off x="677119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00" name="Google Shape;100;p3"/>
            <p:cNvCxnSpPr/>
            <p:nvPr/>
          </p:nvCxnSpPr>
          <p:spPr>
            <a:xfrm>
              <a:off x="744831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01" name="Google Shape;101;p3"/>
            <p:cNvCxnSpPr/>
            <p:nvPr/>
          </p:nvCxnSpPr>
          <p:spPr>
            <a:xfrm>
              <a:off x="812543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02" name="Google Shape;102;p3"/>
            <p:cNvCxnSpPr/>
            <p:nvPr/>
          </p:nvCxnSpPr>
          <p:spPr>
            <a:xfrm>
              <a:off x="880255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03" name="Google Shape;103;p3"/>
            <p:cNvCxnSpPr/>
            <p:nvPr/>
          </p:nvCxnSpPr>
          <p:spPr>
            <a:xfrm>
              <a:off x="9479673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04" name="Google Shape;104;p3"/>
            <p:cNvCxnSpPr/>
            <p:nvPr/>
          </p:nvCxnSpPr>
          <p:spPr>
            <a:xfrm>
              <a:off x="1015679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05" name="Google Shape;105;p3"/>
            <p:cNvCxnSpPr/>
            <p:nvPr/>
          </p:nvCxnSpPr>
          <p:spPr>
            <a:xfrm>
              <a:off x="1083391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06" name="Google Shape;106;p3"/>
            <p:cNvCxnSpPr/>
            <p:nvPr/>
          </p:nvCxnSpPr>
          <p:spPr>
            <a:xfrm>
              <a:off x="1151103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07" name="Google Shape;107;p3"/>
            <p:cNvCxnSpPr/>
            <p:nvPr/>
          </p:nvCxnSpPr>
          <p:spPr>
            <a:xfrm>
              <a:off x="121881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sp>
        <p:nvSpPr>
          <p:cNvPr id="108" name="Google Shape;108;p3"/>
          <p:cNvSpPr txBox="1"/>
          <p:nvPr>
            <p:ph type="title"/>
          </p:nvPr>
        </p:nvSpPr>
        <p:spPr>
          <a:xfrm>
            <a:off x="429254" y="1609196"/>
            <a:ext cx="4803146" cy="187689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09" name="Google Shape;109;p3"/>
          <p:cNvPicPr preferRelativeResize="0"/>
          <p:nvPr/>
        </p:nvPicPr>
        <p:blipFill rotWithShape="1">
          <a:blip r:embed="rId2">
            <a:alphaModFix/>
          </a:blip>
          <a:srcRect b="77450" l="52729" r="0" t="17827"/>
          <a:stretch/>
        </p:blipFill>
        <p:spPr>
          <a:xfrm flipH="1">
            <a:off x="0" y="0"/>
            <a:ext cx="5763224" cy="323553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8723" y="6160516"/>
            <a:ext cx="1857481" cy="292671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3"/>
          <p:cNvSpPr/>
          <p:nvPr/>
        </p:nvSpPr>
        <p:spPr>
          <a:xfrm>
            <a:off x="4487333" y="4377664"/>
            <a:ext cx="1608667" cy="2480334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112" name="Google Shape;112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093496" y="6238282"/>
            <a:ext cx="690517" cy="21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9_Заголовок">
  <p:cSld name="19_Заголовок">
    <p:bg>
      <p:bgPr>
        <a:solidFill>
          <a:schemeClr val="dk1"/>
        </a:solid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114" name="Google Shape;114;p4"/>
          <p:cNvPicPr preferRelativeResize="0"/>
          <p:nvPr/>
        </p:nvPicPr>
        <p:blipFill rotWithShape="1">
          <a:blip r:embed="rId2">
            <a:alphaModFix/>
          </a:blip>
          <a:srcRect b="0" l="0" r="61122" t="0"/>
          <a:stretch/>
        </p:blipFill>
        <p:spPr>
          <a:xfrm>
            <a:off x="0" y="0"/>
            <a:ext cx="4739951" cy="6857143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4"/>
          <p:cNvSpPr txBox="1"/>
          <p:nvPr>
            <p:ph type="title"/>
          </p:nvPr>
        </p:nvSpPr>
        <p:spPr>
          <a:xfrm>
            <a:off x="429253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16" name="Google Shape;116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8723" y="6160516"/>
            <a:ext cx="1857481" cy="2926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8_Титульный слайд">
  <p:cSld name="18_Титульный слайд">
    <p:bg>
      <p:bgPr>
        <a:solidFill>
          <a:schemeClr val="dk1"/>
        </a:solidFill>
      </p:bgPr>
    </p:bg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" name="Google Shape;118;p5"/>
          <p:cNvPicPr preferRelativeResize="0"/>
          <p:nvPr/>
        </p:nvPicPr>
        <p:blipFill rotWithShape="1">
          <a:blip r:embed="rId2">
            <a:alphaModFix/>
          </a:blip>
          <a:srcRect b="2847" l="52053" r="0" t="90954"/>
          <a:stretch/>
        </p:blipFill>
        <p:spPr>
          <a:xfrm flipH="1">
            <a:off x="-2" y="6433309"/>
            <a:ext cx="5845629" cy="42469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5"/>
          <p:cNvPicPr preferRelativeResize="0"/>
          <p:nvPr/>
        </p:nvPicPr>
        <p:blipFill rotWithShape="1">
          <a:blip r:embed="rId3">
            <a:alphaModFix/>
          </a:blip>
          <a:srcRect b="0" l="0" r="26515" t="13089"/>
          <a:stretch/>
        </p:blipFill>
        <p:spPr>
          <a:xfrm rot="10800000">
            <a:off x="-1" y="1831974"/>
            <a:ext cx="4249647" cy="502602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0" name="Google Shape;120;p5"/>
          <p:cNvGrpSpPr/>
          <p:nvPr/>
        </p:nvGrpSpPr>
        <p:grpSpPr>
          <a:xfrm>
            <a:off x="224842" y="-74145"/>
            <a:ext cx="12188171" cy="64326"/>
            <a:chOff x="-2" y="-2"/>
            <a:chExt cx="12188169" cy="64324"/>
          </a:xfrm>
        </p:grpSpPr>
        <p:cxnSp>
          <p:nvCxnSpPr>
            <p:cNvPr id="121" name="Google Shape;121;p5"/>
            <p:cNvCxnSpPr/>
            <p:nvPr/>
          </p:nvCxnSpPr>
          <p:spPr>
            <a:xfrm flipH="1">
              <a:off x="-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22" name="Google Shape;122;p5"/>
            <p:cNvCxnSpPr/>
            <p:nvPr/>
          </p:nvCxnSpPr>
          <p:spPr>
            <a:xfrm>
              <a:off x="67711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23" name="Google Shape;123;p5"/>
            <p:cNvCxnSpPr/>
            <p:nvPr/>
          </p:nvCxnSpPr>
          <p:spPr>
            <a:xfrm>
              <a:off x="1354241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24" name="Google Shape;124;p5"/>
            <p:cNvCxnSpPr/>
            <p:nvPr/>
          </p:nvCxnSpPr>
          <p:spPr>
            <a:xfrm>
              <a:off x="20313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25" name="Google Shape;125;p5"/>
            <p:cNvCxnSpPr/>
            <p:nvPr/>
          </p:nvCxnSpPr>
          <p:spPr>
            <a:xfrm>
              <a:off x="2708479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26" name="Google Shape;126;p5"/>
            <p:cNvCxnSpPr/>
            <p:nvPr/>
          </p:nvCxnSpPr>
          <p:spPr>
            <a:xfrm>
              <a:off x="338559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27" name="Google Shape;127;p5"/>
            <p:cNvCxnSpPr/>
            <p:nvPr/>
          </p:nvCxnSpPr>
          <p:spPr>
            <a:xfrm>
              <a:off x="406271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28" name="Google Shape;128;p5"/>
            <p:cNvCxnSpPr/>
            <p:nvPr/>
          </p:nvCxnSpPr>
          <p:spPr>
            <a:xfrm>
              <a:off x="4739836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29" name="Google Shape;129;p5"/>
            <p:cNvCxnSpPr/>
            <p:nvPr/>
          </p:nvCxnSpPr>
          <p:spPr>
            <a:xfrm>
              <a:off x="541695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30" name="Google Shape;130;p5"/>
            <p:cNvCxnSpPr/>
            <p:nvPr/>
          </p:nvCxnSpPr>
          <p:spPr>
            <a:xfrm>
              <a:off x="609407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31" name="Google Shape;131;p5"/>
            <p:cNvCxnSpPr/>
            <p:nvPr/>
          </p:nvCxnSpPr>
          <p:spPr>
            <a:xfrm>
              <a:off x="677119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32" name="Google Shape;132;p5"/>
            <p:cNvCxnSpPr/>
            <p:nvPr/>
          </p:nvCxnSpPr>
          <p:spPr>
            <a:xfrm>
              <a:off x="744831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33" name="Google Shape;133;p5"/>
            <p:cNvCxnSpPr/>
            <p:nvPr/>
          </p:nvCxnSpPr>
          <p:spPr>
            <a:xfrm>
              <a:off x="812543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34" name="Google Shape;134;p5"/>
            <p:cNvCxnSpPr/>
            <p:nvPr/>
          </p:nvCxnSpPr>
          <p:spPr>
            <a:xfrm>
              <a:off x="880255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35" name="Google Shape;135;p5"/>
            <p:cNvCxnSpPr/>
            <p:nvPr/>
          </p:nvCxnSpPr>
          <p:spPr>
            <a:xfrm>
              <a:off x="9479673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36" name="Google Shape;136;p5"/>
            <p:cNvCxnSpPr/>
            <p:nvPr/>
          </p:nvCxnSpPr>
          <p:spPr>
            <a:xfrm>
              <a:off x="1015679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37" name="Google Shape;137;p5"/>
            <p:cNvCxnSpPr/>
            <p:nvPr/>
          </p:nvCxnSpPr>
          <p:spPr>
            <a:xfrm>
              <a:off x="1083391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38" name="Google Shape;138;p5"/>
            <p:cNvCxnSpPr/>
            <p:nvPr/>
          </p:nvCxnSpPr>
          <p:spPr>
            <a:xfrm>
              <a:off x="1151103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39" name="Google Shape;139;p5"/>
            <p:cNvCxnSpPr/>
            <p:nvPr/>
          </p:nvCxnSpPr>
          <p:spPr>
            <a:xfrm>
              <a:off x="121881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sp>
        <p:nvSpPr>
          <p:cNvPr id="140" name="Google Shape;140;p5"/>
          <p:cNvSpPr txBox="1"/>
          <p:nvPr>
            <p:ph type="title"/>
          </p:nvPr>
        </p:nvSpPr>
        <p:spPr>
          <a:xfrm>
            <a:off x="429253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41" name="Google Shape;141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98723" y="6160516"/>
            <a:ext cx="1857481" cy="2926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142" name="Google Shape;142;p5"/>
          <p:cNvPicPr preferRelativeResize="0"/>
          <p:nvPr/>
        </p:nvPicPr>
        <p:blipFill rotWithShape="1">
          <a:blip r:embed="rId5">
            <a:alphaModFix/>
          </a:blip>
          <a:srcRect b="86725" l="0" r="72339" t="0"/>
          <a:stretch/>
        </p:blipFill>
        <p:spPr>
          <a:xfrm flipH="1">
            <a:off x="8819540" y="0"/>
            <a:ext cx="3372437" cy="910269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5"/>
          <p:cNvSpPr/>
          <p:nvPr/>
        </p:nvSpPr>
        <p:spPr>
          <a:xfrm>
            <a:off x="8613058" y="322621"/>
            <a:ext cx="1407652" cy="58764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5"/>
          <p:cNvSpPr/>
          <p:nvPr/>
        </p:nvSpPr>
        <p:spPr>
          <a:xfrm>
            <a:off x="10858521" y="0"/>
            <a:ext cx="1049981" cy="2613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5"/>
          <p:cNvSpPr/>
          <p:nvPr/>
        </p:nvSpPr>
        <p:spPr>
          <a:xfrm>
            <a:off x="10760947" y="616445"/>
            <a:ext cx="582556" cy="3386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146" name="Google Shape;146;p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1093496" y="6238282"/>
            <a:ext cx="690517" cy="21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5_Титульный слайд">
  <p:cSld name="15_Титульный слайд">
    <p:bg>
      <p:bgPr>
        <a:solidFill>
          <a:schemeClr val="dk1"/>
        </a:solidFill>
      </p:bgPr>
    </p:bg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148" name="Google Shape;148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6393786"/>
            <a:ext cx="4655279" cy="46421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149" name="Google Shape;14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31600" y="0"/>
            <a:ext cx="1760400" cy="243127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150" name="Google Shape;150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331498" y="6290333"/>
            <a:ext cx="2860502" cy="56766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51" name="Google Shape;151;p6"/>
          <p:cNvGrpSpPr/>
          <p:nvPr/>
        </p:nvGrpSpPr>
        <p:grpSpPr>
          <a:xfrm>
            <a:off x="224842" y="-74145"/>
            <a:ext cx="12188171" cy="64326"/>
            <a:chOff x="-2" y="-2"/>
            <a:chExt cx="12188169" cy="64324"/>
          </a:xfrm>
        </p:grpSpPr>
        <p:cxnSp>
          <p:nvCxnSpPr>
            <p:cNvPr id="152" name="Google Shape;152;p6"/>
            <p:cNvCxnSpPr/>
            <p:nvPr/>
          </p:nvCxnSpPr>
          <p:spPr>
            <a:xfrm flipH="1">
              <a:off x="-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53" name="Google Shape;153;p6"/>
            <p:cNvCxnSpPr/>
            <p:nvPr/>
          </p:nvCxnSpPr>
          <p:spPr>
            <a:xfrm>
              <a:off x="67711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54" name="Google Shape;154;p6"/>
            <p:cNvCxnSpPr/>
            <p:nvPr/>
          </p:nvCxnSpPr>
          <p:spPr>
            <a:xfrm>
              <a:off x="1354241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55" name="Google Shape;155;p6"/>
            <p:cNvCxnSpPr/>
            <p:nvPr/>
          </p:nvCxnSpPr>
          <p:spPr>
            <a:xfrm>
              <a:off x="20313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56" name="Google Shape;156;p6"/>
            <p:cNvCxnSpPr/>
            <p:nvPr/>
          </p:nvCxnSpPr>
          <p:spPr>
            <a:xfrm>
              <a:off x="2708479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57" name="Google Shape;157;p6"/>
            <p:cNvCxnSpPr/>
            <p:nvPr/>
          </p:nvCxnSpPr>
          <p:spPr>
            <a:xfrm>
              <a:off x="338559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58" name="Google Shape;158;p6"/>
            <p:cNvCxnSpPr/>
            <p:nvPr/>
          </p:nvCxnSpPr>
          <p:spPr>
            <a:xfrm>
              <a:off x="406271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59" name="Google Shape;159;p6"/>
            <p:cNvCxnSpPr/>
            <p:nvPr/>
          </p:nvCxnSpPr>
          <p:spPr>
            <a:xfrm>
              <a:off x="4739836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60" name="Google Shape;160;p6"/>
            <p:cNvCxnSpPr/>
            <p:nvPr/>
          </p:nvCxnSpPr>
          <p:spPr>
            <a:xfrm>
              <a:off x="541695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61" name="Google Shape;161;p6"/>
            <p:cNvCxnSpPr/>
            <p:nvPr/>
          </p:nvCxnSpPr>
          <p:spPr>
            <a:xfrm>
              <a:off x="609407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62" name="Google Shape;162;p6"/>
            <p:cNvCxnSpPr/>
            <p:nvPr/>
          </p:nvCxnSpPr>
          <p:spPr>
            <a:xfrm>
              <a:off x="677119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63" name="Google Shape;163;p6"/>
            <p:cNvCxnSpPr/>
            <p:nvPr/>
          </p:nvCxnSpPr>
          <p:spPr>
            <a:xfrm>
              <a:off x="744831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64" name="Google Shape;164;p6"/>
            <p:cNvCxnSpPr/>
            <p:nvPr/>
          </p:nvCxnSpPr>
          <p:spPr>
            <a:xfrm>
              <a:off x="812543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65" name="Google Shape;165;p6"/>
            <p:cNvCxnSpPr/>
            <p:nvPr/>
          </p:nvCxnSpPr>
          <p:spPr>
            <a:xfrm>
              <a:off x="880255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66" name="Google Shape;166;p6"/>
            <p:cNvCxnSpPr/>
            <p:nvPr/>
          </p:nvCxnSpPr>
          <p:spPr>
            <a:xfrm>
              <a:off x="9479673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67" name="Google Shape;167;p6"/>
            <p:cNvCxnSpPr/>
            <p:nvPr/>
          </p:nvCxnSpPr>
          <p:spPr>
            <a:xfrm>
              <a:off x="1015679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68" name="Google Shape;168;p6"/>
            <p:cNvCxnSpPr/>
            <p:nvPr/>
          </p:nvCxnSpPr>
          <p:spPr>
            <a:xfrm>
              <a:off x="1083391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69" name="Google Shape;169;p6"/>
            <p:cNvCxnSpPr/>
            <p:nvPr/>
          </p:nvCxnSpPr>
          <p:spPr>
            <a:xfrm>
              <a:off x="1151103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70" name="Google Shape;170;p6"/>
            <p:cNvCxnSpPr/>
            <p:nvPr/>
          </p:nvCxnSpPr>
          <p:spPr>
            <a:xfrm>
              <a:off x="121881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sp>
        <p:nvSpPr>
          <p:cNvPr id="171" name="Google Shape;171;p6"/>
          <p:cNvSpPr txBox="1"/>
          <p:nvPr>
            <p:ph type="title"/>
          </p:nvPr>
        </p:nvSpPr>
        <p:spPr>
          <a:xfrm>
            <a:off x="429253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72" name="Google Shape;172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98723" y="6160516"/>
            <a:ext cx="1857481" cy="2926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173" name="Google Shape;173;p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1093496" y="6238282"/>
            <a:ext cx="690517" cy="21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3_Титульный слайд">
  <p:cSld name="13_Титульный слайд">
    <p:bg>
      <p:bgPr>
        <a:solidFill>
          <a:schemeClr val="dk1"/>
        </a:solidFill>
      </p:bgPr>
    </p:bg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5" name="Google Shape;175;p7"/>
          <p:cNvGrpSpPr/>
          <p:nvPr/>
        </p:nvGrpSpPr>
        <p:grpSpPr>
          <a:xfrm>
            <a:off x="224842" y="-74145"/>
            <a:ext cx="12188171" cy="64326"/>
            <a:chOff x="-2" y="-2"/>
            <a:chExt cx="12188169" cy="64324"/>
          </a:xfrm>
        </p:grpSpPr>
        <p:cxnSp>
          <p:nvCxnSpPr>
            <p:cNvPr id="176" name="Google Shape;176;p7"/>
            <p:cNvCxnSpPr/>
            <p:nvPr/>
          </p:nvCxnSpPr>
          <p:spPr>
            <a:xfrm flipH="1">
              <a:off x="-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77" name="Google Shape;177;p7"/>
            <p:cNvCxnSpPr/>
            <p:nvPr/>
          </p:nvCxnSpPr>
          <p:spPr>
            <a:xfrm>
              <a:off x="67711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78" name="Google Shape;178;p7"/>
            <p:cNvCxnSpPr/>
            <p:nvPr/>
          </p:nvCxnSpPr>
          <p:spPr>
            <a:xfrm>
              <a:off x="1354241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79" name="Google Shape;179;p7"/>
            <p:cNvCxnSpPr/>
            <p:nvPr/>
          </p:nvCxnSpPr>
          <p:spPr>
            <a:xfrm>
              <a:off x="20313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0" name="Google Shape;180;p7"/>
            <p:cNvCxnSpPr/>
            <p:nvPr/>
          </p:nvCxnSpPr>
          <p:spPr>
            <a:xfrm>
              <a:off x="2708479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1" name="Google Shape;181;p7"/>
            <p:cNvCxnSpPr/>
            <p:nvPr/>
          </p:nvCxnSpPr>
          <p:spPr>
            <a:xfrm>
              <a:off x="338559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2" name="Google Shape;182;p7"/>
            <p:cNvCxnSpPr/>
            <p:nvPr/>
          </p:nvCxnSpPr>
          <p:spPr>
            <a:xfrm>
              <a:off x="406271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3" name="Google Shape;183;p7"/>
            <p:cNvCxnSpPr/>
            <p:nvPr/>
          </p:nvCxnSpPr>
          <p:spPr>
            <a:xfrm>
              <a:off x="4739836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4" name="Google Shape;184;p7"/>
            <p:cNvCxnSpPr/>
            <p:nvPr/>
          </p:nvCxnSpPr>
          <p:spPr>
            <a:xfrm>
              <a:off x="541695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5" name="Google Shape;185;p7"/>
            <p:cNvCxnSpPr/>
            <p:nvPr/>
          </p:nvCxnSpPr>
          <p:spPr>
            <a:xfrm>
              <a:off x="609407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6" name="Google Shape;186;p7"/>
            <p:cNvCxnSpPr/>
            <p:nvPr/>
          </p:nvCxnSpPr>
          <p:spPr>
            <a:xfrm>
              <a:off x="677119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7" name="Google Shape;187;p7"/>
            <p:cNvCxnSpPr/>
            <p:nvPr/>
          </p:nvCxnSpPr>
          <p:spPr>
            <a:xfrm>
              <a:off x="744831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8" name="Google Shape;188;p7"/>
            <p:cNvCxnSpPr/>
            <p:nvPr/>
          </p:nvCxnSpPr>
          <p:spPr>
            <a:xfrm>
              <a:off x="812543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9" name="Google Shape;189;p7"/>
            <p:cNvCxnSpPr/>
            <p:nvPr/>
          </p:nvCxnSpPr>
          <p:spPr>
            <a:xfrm>
              <a:off x="880255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0" name="Google Shape;190;p7"/>
            <p:cNvCxnSpPr/>
            <p:nvPr/>
          </p:nvCxnSpPr>
          <p:spPr>
            <a:xfrm>
              <a:off x="9479673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1" name="Google Shape;191;p7"/>
            <p:cNvCxnSpPr/>
            <p:nvPr/>
          </p:nvCxnSpPr>
          <p:spPr>
            <a:xfrm>
              <a:off x="1015679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2" name="Google Shape;192;p7"/>
            <p:cNvCxnSpPr/>
            <p:nvPr/>
          </p:nvCxnSpPr>
          <p:spPr>
            <a:xfrm>
              <a:off x="1083391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3" name="Google Shape;193;p7"/>
            <p:cNvCxnSpPr/>
            <p:nvPr/>
          </p:nvCxnSpPr>
          <p:spPr>
            <a:xfrm>
              <a:off x="1151103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4" name="Google Shape;194;p7"/>
            <p:cNvCxnSpPr/>
            <p:nvPr/>
          </p:nvCxnSpPr>
          <p:spPr>
            <a:xfrm>
              <a:off x="121881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sp>
        <p:nvSpPr>
          <p:cNvPr id="195" name="Google Shape;195;p7"/>
          <p:cNvSpPr txBox="1"/>
          <p:nvPr>
            <p:ph type="title"/>
          </p:nvPr>
        </p:nvSpPr>
        <p:spPr>
          <a:xfrm>
            <a:off x="429253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96" name="Google Shape;196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98723" y="6160516"/>
            <a:ext cx="1857481" cy="2926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197" name="Google Shape;197;p7"/>
          <p:cNvPicPr preferRelativeResize="0"/>
          <p:nvPr/>
        </p:nvPicPr>
        <p:blipFill rotWithShape="1">
          <a:blip r:embed="rId3">
            <a:alphaModFix/>
          </a:blip>
          <a:srcRect b="86725" l="0" r="72339" t="0"/>
          <a:stretch/>
        </p:blipFill>
        <p:spPr>
          <a:xfrm flipH="1">
            <a:off x="8819540" y="0"/>
            <a:ext cx="3372437" cy="910269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7"/>
          <p:cNvSpPr/>
          <p:nvPr/>
        </p:nvSpPr>
        <p:spPr>
          <a:xfrm>
            <a:off x="8613058" y="322621"/>
            <a:ext cx="1407652" cy="58764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7"/>
          <p:cNvSpPr/>
          <p:nvPr/>
        </p:nvSpPr>
        <p:spPr>
          <a:xfrm>
            <a:off x="10858521" y="0"/>
            <a:ext cx="1049981" cy="2613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7"/>
          <p:cNvSpPr/>
          <p:nvPr/>
        </p:nvSpPr>
        <p:spPr>
          <a:xfrm>
            <a:off x="10760947" y="616445"/>
            <a:ext cx="582556" cy="3386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201" name="Google Shape;201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093496" y="6238282"/>
            <a:ext cx="690517" cy="21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8_Заголовок">
  <p:cSld name="8_Заголовок">
    <p:bg>
      <p:bgPr>
        <a:solidFill>
          <a:schemeClr val="dk1"/>
        </a:solidFill>
      </p:bgPr>
    </p:bg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3" name="Google Shape;203;p8"/>
          <p:cNvPicPr preferRelativeResize="0"/>
          <p:nvPr/>
        </p:nvPicPr>
        <p:blipFill rotWithShape="1">
          <a:blip r:embed="rId2">
            <a:alphaModFix/>
          </a:blip>
          <a:srcRect b="25668" l="13456" r="0" t="10446"/>
          <a:stretch/>
        </p:blipFill>
        <p:spPr>
          <a:xfrm flipH="1">
            <a:off x="2907772" y="-1"/>
            <a:ext cx="9284228" cy="6858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04" name="Google Shape;204;p8"/>
          <p:cNvPicPr preferRelativeResize="0"/>
          <p:nvPr/>
        </p:nvPicPr>
        <p:blipFill rotWithShape="1">
          <a:blip r:embed="rId3">
            <a:alphaModFix/>
          </a:blip>
          <a:srcRect b="8691" l="36156" r="0" t="22176"/>
          <a:stretch/>
        </p:blipFill>
        <p:spPr>
          <a:xfrm flipH="1">
            <a:off x="5862319" y="-2"/>
            <a:ext cx="6329681" cy="6863317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8"/>
          <p:cNvSpPr txBox="1"/>
          <p:nvPr>
            <p:ph type="title"/>
          </p:nvPr>
        </p:nvSpPr>
        <p:spPr>
          <a:xfrm>
            <a:off x="429253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06" name="Google Shape;206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98723" y="6160516"/>
            <a:ext cx="1857481" cy="2926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07" name="Google Shape;207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093496" y="6238282"/>
            <a:ext cx="690517" cy="21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7_Титульный слайд">
  <p:cSld name="17_Титульный слайд">
    <p:bg>
      <p:bgPr>
        <a:solidFill>
          <a:schemeClr val="dk1"/>
        </a:solidFill>
      </p:bgPr>
    </p:bg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9" name="Google Shape;209;p9"/>
          <p:cNvGrpSpPr/>
          <p:nvPr/>
        </p:nvGrpSpPr>
        <p:grpSpPr>
          <a:xfrm>
            <a:off x="224842" y="-74145"/>
            <a:ext cx="12188171" cy="64326"/>
            <a:chOff x="-2" y="-2"/>
            <a:chExt cx="12188169" cy="64324"/>
          </a:xfrm>
        </p:grpSpPr>
        <p:cxnSp>
          <p:nvCxnSpPr>
            <p:cNvPr id="210" name="Google Shape;210;p9"/>
            <p:cNvCxnSpPr/>
            <p:nvPr/>
          </p:nvCxnSpPr>
          <p:spPr>
            <a:xfrm flipH="1">
              <a:off x="-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1" name="Google Shape;211;p9"/>
            <p:cNvCxnSpPr/>
            <p:nvPr/>
          </p:nvCxnSpPr>
          <p:spPr>
            <a:xfrm>
              <a:off x="67711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2" name="Google Shape;212;p9"/>
            <p:cNvCxnSpPr/>
            <p:nvPr/>
          </p:nvCxnSpPr>
          <p:spPr>
            <a:xfrm>
              <a:off x="1354241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3" name="Google Shape;213;p9"/>
            <p:cNvCxnSpPr/>
            <p:nvPr/>
          </p:nvCxnSpPr>
          <p:spPr>
            <a:xfrm>
              <a:off x="20313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4" name="Google Shape;214;p9"/>
            <p:cNvCxnSpPr/>
            <p:nvPr/>
          </p:nvCxnSpPr>
          <p:spPr>
            <a:xfrm>
              <a:off x="2708479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5" name="Google Shape;215;p9"/>
            <p:cNvCxnSpPr/>
            <p:nvPr/>
          </p:nvCxnSpPr>
          <p:spPr>
            <a:xfrm>
              <a:off x="338559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6" name="Google Shape;216;p9"/>
            <p:cNvCxnSpPr/>
            <p:nvPr/>
          </p:nvCxnSpPr>
          <p:spPr>
            <a:xfrm>
              <a:off x="406271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7" name="Google Shape;217;p9"/>
            <p:cNvCxnSpPr/>
            <p:nvPr/>
          </p:nvCxnSpPr>
          <p:spPr>
            <a:xfrm>
              <a:off x="4739836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8" name="Google Shape;218;p9"/>
            <p:cNvCxnSpPr/>
            <p:nvPr/>
          </p:nvCxnSpPr>
          <p:spPr>
            <a:xfrm>
              <a:off x="541695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9" name="Google Shape;219;p9"/>
            <p:cNvCxnSpPr/>
            <p:nvPr/>
          </p:nvCxnSpPr>
          <p:spPr>
            <a:xfrm>
              <a:off x="609407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0" name="Google Shape;220;p9"/>
            <p:cNvCxnSpPr/>
            <p:nvPr/>
          </p:nvCxnSpPr>
          <p:spPr>
            <a:xfrm>
              <a:off x="677119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1" name="Google Shape;221;p9"/>
            <p:cNvCxnSpPr/>
            <p:nvPr/>
          </p:nvCxnSpPr>
          <p:spPr>
            <a:xfrm>
              <a:off x="744831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2" name="Google Shape;222;p9"/>
            <p:cNvCxnSpPr/>
            <p:nvPr/>
          </p:nvCxnSpPr>
          <p:spPr>
            <a:xfrm>
              <a:off x="812543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3" name="Google Shape;223;p9"/>
            <p:cNvCxnSpPr/>
            <p:nvPr/>
          </p:nvCxnSpPr>
          <p:spPr>
            <a:xfrm>
              <a:off x="880255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4" name="Google Shape;224;p9"/>
            <p:cNvCxnSpPr/>
            <p:nvPr/>
          </p:nvCxnSpPr>
          <p:spPr>
            <a:xfrm>
              <a:off x="9479673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5" name="Google Shape;225;p9"/>
            <p:cNvCxnSpPr/>
            <p:nvPr/>
          </p:nvCxnSpPr>
          <p:spPr>
            <a:xfrm>
              <a:off x="1015679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6" name="Google Shape;226;p9"/>
            <p:cNvCxnSpPr/>
            <p:nvPr/>
          </p:nvCxnSpPr>
          <p:spPr>
            <a:xfrm>
              <a:off x="1083391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7" name="Google Shape;227;p9"/>
            <p:cNvCxnSpPr/>
            <p:nvPr/>
          </p:nvCxnSpPr>
          <p:spPr>
            <a:xfrm>
              <a:off x="1151103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8" name="Google Shape;228;p9"/>
            <p:cNvCxnSpPr/>
            <p:nvPr/>
          </p:nvCxnSpPr>
          <p:spPr>
            <a:xfrm>
              <a:off x="121881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sp>
        <p:nvSpPr>
          <p:cNvPr id="229" name="Google Shape;229;p9"/>
          <p:cNvSpPr txBox="1"/>
          <p:nvPr>
            <p:ph type="title"/>
          </p:nvPr>
        </p:nvSpPr>
        <p:spPr>
          <a:xfrm>
            <a:off x="429253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descr=" " id="230" name="Google Shape;230;p9"/>
          <p:cNvPicPr preferRelativeResize="0"/>
          <p:nvPr/>
        </p:nvPicPr>
        <p:blipFill rotWithShape="1">
          <a:blip r:embed="rId2">
            <a:alphaModFix/>
          </a:blip>
          <a:srcRect b="86725" l="0" r="72339" t="0"/>
          <a:stretch/>
        </p:blipFill>
        <p:spPr>
          <a:xfrm flipH="1">
            <a:off x="8819540" y="0"/>
            <a:ext cx="3372437" cy="910269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9"/>
          <p:cNvSpPr/>
          <p:nvPr/>
        </p:nvSpPr>
        <p:spPr>
          <a:xfrm>
            <a:off x="8613058" y="322621"/>
            <a:ext cx="1407652" cy="58764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9"/>
          <p:cNvSpPr/>
          <p:nvPr/>
        </p:nvSpPr>
        <p:spPr>
          <a:xfrm>
            <a:off x="10858521" y="0"/>
            <a:ext cx="1049981" cy="2613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p9"/>
          <p:cNvSpPr/>
          <p:nvPr/>
        </p:nvSpPr>
        <p:spPr>
          <a:xfrm>
            <a:off x="10760947" y="616445"/>
            <a:ext cx="582556" cy="3386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4_Титульный слайд">
  <p:cSld name="14_Титульный слайд">
    <p:bg>
      <p:bgPr>
        <a:solidFill>
          <a:schemeClr val="dk1"/>
        </a:solidFill>
      </p:bgPr>
    </p:bg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235" name="Google Shape;235;p1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096000" y="5844358"/>
            <a:ext cx="6096000" cy="101364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36" name="Google Shape;236;p10"/>
          <p:cNvGrpSpPr/>
          <p:nvPr/>
        </p:nvGrpSpPr>
        <p:grpSpPr>
          <a:xfrm>
            <a:off x="224842" y="-74145"/>
            <a:ext cx="12188171" cy="64326"/>
            <a:chOff x="-2" y="-2"/>
            <a:chExt cx="12188169" cy="64324"/>
          </a:xfrm>
        </p:grpSpPr>
        <p:cxnSp>
          <p:nvCxnSpPr>
            <p:cNvPr id="237" name="Google Shape;237;p10"/>
            <p:cNvCxnSpPr/>
            <p:nvPr/>
          </p:nvCxnSpPr>
          <p:spPr>
            <a:xfrm flipH="1">
              <a:off x="-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38" name="Google Shape;238;p10"/>
            <p:cNvCxnSpPr/>
            <p:nvPr/>
          </p:nvCxnSpPr>
          <p:spPr>
            <a:xfrm>
              <a:off x="67711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39" name="Google Shape;239;p10"/>
            <p:cNvCxnSpPr/>
            <p:nvPr/>
          </p:nvCxnSpPr>
          <p:spPr>
            <a:xfrm>
              <a:off x="1354241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40" name="Google Shape;240;p10"/>
            <p:cNvCxnSpPr/>
            <p:nvPr/>
          </p:nvCxnSpPr>
          <p:spPr>
            <a:xfrm>
              <a:off x="20313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41" name="Google Shape;241;p10"/>
            <p:cNvCxnSpPr/>
            <p:nvPr/>
          </p:nvCxnSpPr>
          <p:spPr>
            <a:xfrm>
              <a:off x="2708479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42" name="Google Shape;242;p10"/>
            <p:cNvCxnSpPr/>
            <p:nvPr/>
          </p:nvCxnSpPr>
          <p:spPr>
            <a:xfrm>
              <a:off x="338559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43" name="Google Shape;243;p10"/>
            <p:cNvCxnSpPr/>
            <p:nvPr/>
          </p:nvCxnSpPr>
          <p:spPr>
            <a:xfrm>
              <a:off x="406271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44" name="Google Shape;244;p10"/>
            <p:cNvCxnSpPr/>
            <p:nvPr/>
          </p:nvCxnSpPr>
          <p:spPr>
            <a:xfrm>
              <a:off x="4739836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45" name="Google Shape;245;p10"/>
            <p:cNvCxnSpPr/>
            <p:nvPr/>
          </p:nvCxnSpPr>
          <p:spPr>
            <a:xfrm>
              <a:off x="541695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46" name="Google Shape;246;p10"/>
            <p:cNvCxnSpPr/>
            <p:nvPr/>
          </p:nvCxnSpPr>
          <p:spPr>
            <a:xfrm>
              <a:off x="609407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47" name="Google Shape;247;p10"/>
            <p:cNvCxnSpPr/>
            <p:nvPr/>
          </p:nvCxnSpPr>
          <p:spPr>
            <a:xfrm>
              <a:off x="677119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48" name="Google Shape;248;p10"/>
            <p:cNvCxnSpPr/>
            <p:nvPr/>
          </p:nvCxnSpPr>
          <p:spPr>
            <a:xfrm>
              <a:off x="744831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49" name="Google Shape;249;p10"/>
            <p:cNvCxnSpPr/>
            <p:nvPr/>
          </p:nvCxnSpPr>
          <p:spPr>
            <a:xfrm>
              <a:off x="812543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50" name="Google Shape;250;p10"/>
            <p:cNvCxnSpPr/>
            <p:nvPr/>
          </p:nvCxnSpPr>
          <p:spPr>
            <a:xfrm>
              <a:off x="880255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51" name="Google Shape;251;p10"/>
            <p:cNvCxnSpPr/>
            <p:nvPr/>
          </p:nvCxnSpPr>
          <p:spPr>
            <a:xfrm>
              <a:off x="9479673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52" name="Google Shape;252;p10"/>
            <p:cNvCxnSpPr/>
            <p:nvPr/>
          </p:nvCxnSpPr>
          <p:spPr>
            <a:xfrm>
              <a:off x="1015679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53" name="Google Shape;253;p10"/>
            <p:cNvCxnSpPr/>
            <p:nvPr/>
          </p:nvCxnSpPr>
          <p:spPr>
            <a:xfrm>
              <a:off x="1083391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54" name="Google Shape;254;p10"/>
            <p:cNvCxnSpPr/>
            <p:nvPr/>
          </p:nvCxnSpPr>
          <p:spPr>
            <a:xfrm>
              <a:off x="1151103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55" name="Google Shape;255;p10"/>
            <p:cNvCxnSpPr/>
            <p:nvPr/>
          </p:nvCxnSpPr>
          <p:spPr>
            <a:xfrm>
              <a:off x="121881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sp>
        <p:nvSpPr>
          <p:cNvPr id="256" name="Google Shape;256;p10"/>
          <p:cNvSpPr txBox="1"/>
          <p:nvPr>
            <p:ph type="title"/>
          </p:nvPr>
        </p:nvSpPr>
        <p:spPr>
          <a:xfrm>
            <a:off x="429253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57" name="Google Shape;257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8723" y="6160516"/>
            <a:ext cx="1857481" cy="2926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58" name="Google Shape;258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866292" y="0"/>
            <a:ext cx="1325708" cy="372397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59" name="Google Shape;259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093496" y="6238282"/>
            <a:ext cx="690517" cy="21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1_Заголовок">
  <p:cSld name="11_Заголовок">
    <p:bg>
      <p:bgPr>
        <a:solidFill>
          <a:schemeClr val="dk1"/>
        </a:solidFill>
      </p:bgPr>
    </p:bg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1" name="Google Shape;261;p1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p11"/>
          <p:cNvSpPr txBox="1"/>
          <p:nvPr>
            <p:ph type="title"/>
          </p:nvPr>
        </p:nvSpPr>
        <p:spPr>
          <a:xfrm>
            <a:off x="429253" y="424691"/>
            <a:ext cx="11354760" cy="7672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63" name="Google Shape;263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8723" y="6160516"/>
            <a:ext cx="1857481" cy="2926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64" name="Google Shape;264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093496" y="6238282"/>
            <a:ext cx="690517" cy="21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7_Заголовок">
  <p:cSld name="17_Заголовок">
    <p:bg>
      <p:bgPr>
        <a:solidFill>
          <a:schemeClr val="dk1"/>
        </a:solidFill>
      </p:bgPr>
    </p:bg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" name="Google Shape;266;p12"/>
          <p:cNvPicPr preferRelativeResize="0"/>
          <p:nvPr/>
        </p:nvPicPr>
        <p:blipFill rotWithShape="1">
          <a:blip r:embed="rId2">
            <a:alphaModFix/>
          </a:blip>
          <a:srcRect b="25668" l="13456" r="0" t="10446"/>
          <a:stretch/>
        </p:blipFill>
        <p:spPr>
          <a:xfrm>
            <a:off x="-1" y="-1"/>
            <a:ext cx="9284228" cy="6858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67" name="Google Shape;267;p12"/>
          <p:cNvPicPr preferRelativeResize="0"/>
          <p:nvPr/>
        </p:nvPicPr>
        <p:blipFill rotWithShape="1">
          <a:blip r:embed="rId3">
            <a:alphaModFix/>
          </a:blip>
          <a:srcRect b="8691" l="36156" r="0" t="22176"/>
          <a:stretch/>
        </p:blipFill>
        <p:spPr>
          <a:xfrm>
            <a:off x="-1" y="-2"/>
            <a:ext cx="6329681" cy="6863317"/>
          </a:xfrm>
          <a:prstGeom prst="rect">
            <a:avLst/>
          </a:prstGeom>
          <a:noFill/>
          <a:ln>
            <a:noFill/>
          </a:ln>
        </p:spPr>
      </p:pic>
      <p:sp>
        <p:nvSpPr>
          <p:cNvPr id="268" name="Google Shape;268;p12"/>
          <p:cNvSpPr txBox="1"/>
          <p:nvPr>
            <p:ph type="title"/>
          </p:nvPr>
        </p:nvSpPr>
        <p:spPr>
          <a:xfrm>
            <a:off x="429253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descr=" " id="269" name="Google Shape;269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858522" y="6160788"/>
            <a:ext cx="934755" cy="29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0" name="Google Shape;270;p1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98723" y="6160516"/>
            <a:ext cx="1857481" cy="2926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1_Титульный слайд">
  <p:cSld name="11_Титульный слайд">
    <p:bg>
      <p:bgPr>
        <a:solidFill>
          <a:schemeClr val="dk1"/>
        </a:solidFill>
      </p:bgPr>
    </p:bg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2" name="Google Shape;272;p13"/>
          <p:cNvGrpSpPr/>
          <p:nvPr/>
        </p:nvGrpSpPr>
        <p:grpSpPr>
          <a:xfrm>
            <a:off x="224842" y="-74145"/>
            <a:ext cx="12188171" cy="64326"/>
            <a:chOff x="-2" y="-2"/>
            <a:chExt cx="12188169" cy="64324"/>
          </a:xfrm>
        </p:grpSpPr>
        <p:cxnSp>
          <p:nvCxnSpPr>
            <p:cNvPr id="273" name="Google Shape;273;p13"/>
            <p:cNvCxnSpPr/>
            <p:nvPr/>
          </p:nvCxnSpPr>
          <p:spPr>
            <a:xfrm flipH="1">
              <a:off x="-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74" name="Google Shape;274;p13"/>
            <p:cNvCxnSpPr/>
            <p:nvPr/>
          </p:nvCxnSpPr>
          <p:spPr>
            <a:xfrm>
              <a:off x="67711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75" name="Google Shape;275;p13"/>
            <p:cNvCxnSpPr/>
            <p:nvPr/>
          </p:nvCxnSpPr>
          <p:spPr>
            <a:xfrm>
              <a:off x="1354241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76" name="Google Shape;276;p13"/>
            <p:cNvCxnSpPr/>
            <p:nvPr/>
          </p:nvCxnSpPr>
          <p:spPr>
            <a:xfrm>
              <a:off x="20313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77" name="Google Shape;277;p13"/>
            <p:cNvCxnSpPr/>
            <p:nvPr/>
          </p:nvCxnSpPr>
          <p:spPr>
            <a:xfrm>
              <a:off x="2708479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78" name="Google Shape;278;p13"/>
            <p:cNvCxnSpPr/>
            <p:nvPr/>
          </p:nvCxnSpPr>
          <p:spPr>
            <a:xfrm>
              <a:off x="338559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79" name="Google Shape;279;p13"/>
            <p:cNvCxnSpPr/>
            <p:nvPr/>
          </p:nvCxnSpPr>
          <p:spPr>
            <a:xfrm>
              <a:off x="406271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80" name="Google Shape;280;p13"/>
            <p:cNvCxnSpPr/>
            <p:nvPr/>
          </p:nvCxnSpPr>
          <p:spPr>
            <a:xfrm>
              <a:off x="4739836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81" name="Google Shape;281;p13"/>
            <p:cNvCxnSpPr/>
            <p:nvPr/>
          </p:nvCxnSpPr>
          <p:spPr>
            <a:xfrm>
              <a:off x="541695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82" name="Google Shape;282;p13"/>
            <p:cNvCxnSpPr/>
            <p:nvPr/>
          </p:nvCxnSpPr>
          <p:spPr>
            <a:xfrm>
              <a:off x="609407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83" name="Google Shape;283;p13"/>
            <p:cNvCxnSpPr/>
            <p:nvPr/>
          </p:nvCxnSpPr>
          <p:spPr>
            <a:xfrm>
              <a:off x="677119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84" name="Google Shape;284;p13"/>
            <p:cNvCxnSpPr/>
            <p:nvPr/>
          </p:nvCxnSpPr>
          <p:spPr>
            <a:xfrm>
              <a:off x="744831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85" name="Google Shape;285;p13"/>
            <p:cNvCxnSpPr/>
            <p:nvPr/>
          </p:nvCxnSpPr>
          <p:spPr>
            <a:xfrm>
              <a:off x="812543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86" name="Google Shape;286;p13"/>
            <p:cNvCxnSpPr/>
            <p:nvPr/>
          </p:nvCxnSpPr>
          <p:spPr>
            <a:xfrm>
              <a:off x="880255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87" name="Google Shape;287;p13"/>
            <p:cNvCxnSpPr/>
            <p:nvPr/>
          </p:nvCxnSpPr>
          <p:spPr>
            <a:xfrm>
              <a:off x="9479673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88" name="Google Shape;288;p13"/>
            <p:cNvCxnSpPr/>
            <p:nvPr/>
          </p:nvCxnSpPr>
          <p:spPr>
            <a:xfrm>
              <a:off x="1015679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89" name="Google Shape;289;p13"/>
            <p:cNvCxnSpPr/>
            <p:nvPr/>
          </p:nvCxnSpPr>
          <p:spPr>
            <a:xfrm>
              <a:off x="1083391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90" name="Google Shape;290;p13"/>
            <p:cNvCxnSpPr/>
            <p:nvPr/>
          </p:nvCxnSpPr>
          <p:spPr>
            <a:xfrm>
              <a:off x="1151103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91" name="Google Shape;291;p13"/>
            <p:cNvCxnSpPr/>
            <p:nvPr/>
          </p:nvCxnSpPr>
          <p:spPr>
            <a:xfrm>
              <a:off x="121881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sp>
        <p:nvSpPr>
          <p:cNvPr id="292" name="Google Shape;292;p13"/>
          <p:cNvSpPr txBox="1"/>
          <p:nvPr>
            <p:ph type="title"/>
          </p:nvPr>
        </p:nvSpPr>
        <p:spPr>
          <a:xfrm>
            <a:off x="429254" y="1609196"/>
            <a:ext cx="4803146" cy="187689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93" name="Google Shape;293;p13"/>
          <p:cNvPicPr preferRelativeResize="0"/>
          <p:nvPr/>
        </p:nvPicPr>
        <p:blipFill rotWithShape="1">
          <a:blip r:embed="rId2">
            <a:alphaModFix/>
          </a:blip>
          <a:srcRect b="77450" l="52729" r="0" t="17827"/>
          <a:stretch/>
        </p:blipFill>
        <p:spPr>
          <a:xfrm flipH="1">
            <a:off x="0" y="0"/>
            <a:ext cx="5763224" cy="323553"/>
          </a:xfrm>
          <a:prstGeom prst="rect">
            <a:avLst/>
          </a:prstGeom>
          <a:noFill/>
          <a:ln>
            <a:noFill/>
          </a:ln>
        </p:spPr>
      </p:pic>
      <p:pic>
        <p:nvPicPr>
          <p:cNvPr id="294" name="Google Shape;29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8723" y="6160516"/>
            <a:ext cx="1857481" cy="2926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95" name="Google Shape;29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093496" y="6238282"/>
            <a:ext cx="690517" cy="21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6_Титульный слайд">
  <p:cSld name="16_Титульный слайд">
    <p:bg>
      <p:bgPr>
        <a:solidFill>
          <a:schemeClr val="dk1"/>
        </a:solidFill>
      </p:bgPr>
    </p:bg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297" name="Google Shape;297;p14"/>
          <p:cNvPicPr preferRelativeResize="0"/>
          <p:nvPr/>
        </p:nvPicPr>
        <p:blipFill rotWithShape="1">
          <a:blip r:embed="rId2">
            <a:alphaModFix/>
          </a:blip>
          <a:srcRect b="0" l="20444" r="24824" t="0"/>
          <a:stretch/>
        </p:blipFill>
        <p:spPr>
          <a:xfrm>
            <a:off x="5519099" y="0"/>
            <a:ext cx="6672901" cy="685713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8" name="Google Shape;298;p14"/>
          <p:cNvGrpSpPr/>
          <p:nvPr/>
        </p:nvGrpSpPr>
        <p:grpSpPr>
          <a:xfrm>
            <a:off x="224842" y="-74145"/>
            <a:ext cx="12188171" cy="64326"/>
            <a:chOff x="-2" y="-2"/>
            <a:chExt cx="12188169" cy="64324"/>
          </a:xfrm>
        </p:grpSpPr>
        <p:cxnSp>
          <p:nvCxnSpPr>
            <p:cNvPr id="299" name="Google Shape;299;p14"/>
            <p:cNvCxnSpPr/>
            <p:nvPr/>
          </p:nvCxnSpPr>
          <p:spPr>
            <a:xfrm flipH="1">
              <a:off x="-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00" name="Google Shape;300;p14"/>
            <p:cNvCxnSpPr/>
            <p:nvPr/>
          </p:nvCxnSpPr>
          <p:spPr>
            <a:xfrm>
              <a:off x="67711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01" name="Google Shape;301;p14"/>
            <p:cNvCxnSpPr/>
            <p:nvPr/>
          </p:nvCxnSpPr>
          <p:spPr>
            <a:xfrm>
              <a:off x="1354241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02" name="Google Shape;302;p14"/>
            <p:cNvCxnSpPr/>
            <p:nvPr/>
          </p:nvCxnSpPr>
          <p:spPr>
            <a:xfrm>
              <a:off x="20313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03" name="Google Shape;303;p14"/>
            <p:cNvCxnSpPr/>
            <p:nvPr/>
          </p:nvCxnSpPr>
          <p:spPr>
            <a:xfrm>
              <a:off x="2708479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04" name="Google Shape;304;p14"/>
            <p:cNvCxnSpPr/>
            <p:nvPr/>
          </p:nvCxnSpPr>
          <p:spPr>
            <a:xfrm>
              <a:off x="338559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05" name="Google Shape;305;p14"/>
            <p:cNvCxnSpPr/>
            <p:nvPr/>
          </p:nvCxnSpPr>
          <p:spPr>
            <a:xfrm>
              <a:off x="406271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06" name="Google Shape;306;p14"/>
            <p:cNvCxnSpPr/>
            <p:nvPr/>
          </p:nvCxnSpPr>
          <p:spPr>
            <a:xfrm>
              <a:off x="4739836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07" name="Google Shape;307;p14"/>
            <p:cNvCxnSpPr/>
            <p:nvPr/>
          </p:nvCxnSpPr>
          <p:spPr>
            <a:xfrm>
              <a:off x="541695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08" name="Google Shape;308;p14"/>
            <p:cNvCxnSpPr/>
            <p:nvPr/>
          </p:nvCxnSpPr>
          <p:spPr>
            <a:xfrm>
              <a:off x="609407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09" name="Google Shape;309;p14"/>
            <p:cNvCxnSpPr/>
            <p:nvPr/>
          </p:nvCxnSpPr>
          <p:spPr>
            <a:xfrm>
              <a:off x="677119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10" name="Google Shape;310;p14"/>
            <p:cNvCxnSpPr/>
            <p:nvPr/>
          </p:nvCxnSpPr>
          <p:spPr>
            <a:xfrm>
              <a:off x="744831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11" name="Google Shape;311;p14"/>
            <p:cNvCxnSpPr/>
            <p:nvPr/>
          </p:nvCxnSpPr>
          <p:spPr>
            <a:xfrm>
              <a:off x="812543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12" name="Google Shape;312;p14"/>
            <p:cNvCxnSpPr/>
            <p:nvPr/>
          </p:nvCxnSpPr>
          <p:spPr>
            <a:xfrm>
              <a:off x="880255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13" name="Google Shape;313;p14"/>
            <p:cNvCxnSpPr/>
            <p:nvPr/>
          </p:nvCxnSpPr>
          <p:spPr>
            <a:xfrm>
              <a:off x="9479673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14" name="Google Shape;314;p14"/>
            <p:cNvCxnSpPr/>
            <p:nvPr/>
          </p:nvCxnSpPr>
          <p:spPr>
            <a:xfrm>
              <a:off x="1015679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15" name="Google Shape;315;p14"/>
            <p:cNvCxnSpPr/>
            <p:nvPr/>
          </p:nvCxnSpPr>
          <p:spPr>
            <a:xfrm>
              <a:off x="1083391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16" name="Google Shape;316;p14"/>
            <p:cNvCxnSpPr/>
            <p:nvPr/>
          </p:nvCxnSpPr>
          <p:spPr>
            <a:xfrm>
              <a:off x="1151103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17" name="Google Shape;317;p14"/>
            <p:cNvCxnSpPr/>
            <p:nvPr/>
          </p:nvCxnSpPr>
          <p:spPr>
            <a:xfrm>
              <a:off x="121881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sp>
        <p:nvSpPr>
          <p:cNvPr id="318" name="Google Shape;318;p14"/>
          <p:cNvSpPr txBox="1"/>
          <p:nvPr>
            <p:ph type="title"/>
          </p:nvPr>
        </p:nvSpPr>
        <p:spPr>
          <a:xfrm>
            <a:off x="429253" y="2291422"/>
            <a:ext cx="7827335" cy="187689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"/>
              <a:buNone/>
              <a:defRPr b="0" i="0" sz="54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descr=" " id="319" name="Google Shape;319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858522" y="6160788"/>
            <a:ext cx="934755" cy="292400"/>
          </a:xfrm>
          <a:prstGeom prst="rect">
            <a:avLst/>
          </a:prstGeom>
          <a:noFill/>
          <a:ln>
            <a:noFill/>
          </a:ln>
        </p:spPr>
      </p:pic>
      <p:sp>
        <p:nvSpPr>
          <p:cNvPr id="320" name="Google Shape;320;p14"/>
          <p:cNvSpPr/>
          <p:nvPr/>
        </p:nvSpPr>
        <p:spPr>
          <a:xfrm>
            <a:off x="5404757" y="4555671"/>
            <a:ext cx="1926772" cy="58782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1" name="Google Shape;321;p14"/>
          <p:cNvSpPr/>
          <p:nvPr/>
        </p:nvSpPr>
        <p:spPr>
          <a:xfrm>
            <a:off x="8490856" y="5372100"/>
            <a:ext cx="767443" cy="58782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2" name="Google Shape;322;p14"/>
          <p:cNvSpPr/>
          <p:nvPr/>
        </p:nvSpPr>
        <p:spPr>
          <a:xfrm>
            <a:off x="6498771" y="342900"/>
            <a:ext cx="767443" cy="58782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3" name="Google Shape;323;p14"/>
          <p:cNvSpPr/>
          <p:nvPr/>
        </p:nvSpPr>
        <p:spPr>
          <a:xfrm>
            <a:off x="7903028" y="32658"/>
            <a:ext cx="767443" cy="58782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4" name="Google Shape;324;p14"/>
          <p:cNvSpPr/>
          <p:nvPr/>
        </p:nvSpPr>
        <p:spPr>
          <a:xfrm>
            <a:off x="5323114" y="930729"/>
            <a:ext cx="1175657" cy="973334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25" name="Google Shape;325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98723" y="6035040"/>
            <a:ext cx="2653844" cy="4181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2_Титульный слайд">
  <p:cSld name="12_Титульный слайд">
    <p:bg>
      <p:bgPr>
        <a:solidFill>
          <a:schemeClr val="dk1"/>
        </a:solidFill>
      </p:bgPr>
    </p:bg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327" name="Google Shape;327;p1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1979" cy="6857131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Google Shape;328;p15"/>
          <p:cNvSpPr/>
          <p:nvPr/>
        </p:nvSpPr>
        <p:spPr>
          <a:xfrm>
            <a:off x="0" y="4499104"/>
            <a:ext cx="6792686" cy="1661684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9" name="Google Shape;329;p15"/>
          <p:cNvSpPr/>
          <p:nvPr/>
        </p:nvSpPr>
        <p:spPr>
          <a:xfrm>
            <a:off x="1" y="5501389"/>
            <a:ext cx="4811842" cy="135660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30" name="Google Shape;330;p15"/>
          <p:cNvGrpSpPr/>
          <p:nvPr/>
        </p:nvGrpSpPr>
        <p:grpSpPr>
          <a:xfrm>
            <a:off x="224842" y="-74145"/>
            <a:ext cx="12188171" cy="64326"/>
            <a:chOff x="-2" y="-2"/>
            <a:chExt cx="12188169" cy="64324"/>
          </a:xfrm>
        </p:grpSpPr>
        <p:cxnSp>
          <p:nvCxnSpPr>
            <p:cNvPr id="331" name="Google Shape;331;p15"/>
            <p:cNvCxnSpPr/>
            <p:nvPr/>
          </p:nvCxnSpPr>
          <p:spPr>
            <a:xfrm flipH="1">
              <a:off x="-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32" name="Google Shape;332;p15"/>
            <p:cNvCxnSpPr/>
            <p:nvPr/>
          </p:nvCxnSpPr>
          <p:spPr>
            <a:xfrm>
              <a:off x="67711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33" name="Google Shape;333;p15"/>
            <p:cNvCxnSpPr/>
            <p:nvPr/>
          </p:nvCxnSpPr>
          <p:spPr>
            <a:xfrm>
              <a:off x="1354241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34" name="Google Shape;334;p15"/>
            <p:cNvCxnSpPr/>
            <p:nvPr/>
          </p:nvCxnSpPr>
          <p:spPr>
            <a:xfrm>
              <a:off x="20313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35" name="Google Shape;335;p15"/>
            <p:cNvCxnSpPr/>
            <p:nvPr/>
          </p:nvCxnSpPr>
          <p:spPr>
            <a:xfrm>
              <a:off x="2708479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36" name="Google Shape;336;p15"/>
            <p:cNvCxnSpPr/>
            <p:nvPr/>
          </p:nvCxnSpPr>
          <p:spPr>
            <a:xfrm>
              <a:off x="338559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37" name="Google Shape;337;p15"/>
            <p:cNvCxnSpPr/>
            <p:nvPr/>
          </p:nvCxnSpPr>
          <p:spPr>
            <a:xfrm>
              <a:off x="406271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38" name="Google Shape;338;p15"/>
            <p:cNvCxnSpPr/>
            <p:nvPr/>
          </p:nvCxnSpPr>
          <p:spPr>
            <a:xfrm>
              <a:off x="4739836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39" name="Google Shape;339;p15"/>
            <p:cNvCxnSpPr/>
            <p:nvPr/>
          </p:nvCxnSpPr>
          <p:spPr>
            <a:xfrm>
              <a:off x="541695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40" name="Google Shape;340;p15"/>
            <p:cNvCxnSpPr/>
            <p:nvPr/>
          </p:nvCxnSpPr>
          <p:spPr>
            <a:xfrm>
              <a:off x="609407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41" name="Google Shape;341;p15"/>
            <p:cNvCxnSpPr/>
            <p:nvPr/>
          </p:nvCxnSpPr>
          <p:spPr>
            <a:xfrm>
              <a:off x="677119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42" name="Google Shape;342;p15"/>
            <p:cNvCxnSpPr/>
            <p:nvPr/>
          </p:nvCxnSpPr>
          <p:spPr>
            <a:xfrm>
              <a:off x="744831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43" name="Google Shape;343;p15"/>
            <p:cNvCxnSpPr/>
            <p:nvPr/>
          </p:nvCxnSpPr>
          <p:spPr>
            <a:xfrm>
              <a:off x="812543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44" name="Google Shape;344;p15"/>
            <p:cNvCxnSpPr/>
            <p:nvPr/>
          </p:nvCxnSpPr>
          <p:spPr>
            <a:xfrm>
              <a:off x="880255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45" name="Google Shape;345;p15"/>
            <p:cNvCxnSpPr/>
            <p:nvPr/>
          </p:nvCxnSpPr>
          <p:spPr>
            <a:xfrm>
              <a:off x="9479673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46" name="Google Shape;346;p15"/>
            <p:cNvCxnSpPr/>
            <p:nvPr/>
          </p:nvCxnSpPr>
          <p:spPr>
            <a:xfrm>
              <a:off x="1015679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47" name="Google Shape;347;p15"/>
            <p:cNvCxnSpPr/>
            <p:nvPr/>
          </p:nvCxnSpPr>
          <p:spPr>
            <a:xfrm>
              <a:off x="1083391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48" name="Google Shape;348;p15"/>
            <p:cNvCxnSpPr/>
            <p:nvPr/>
          </p:nvCxnSpPr>
          <p:spPr>
            <a:xfrm>
              <a:off x="1151103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49" name="Google Shape;349;p15"/>
            <p:cNvCxnSpPr/>
            <p:nvPr/>
          </p:nvCxnSpPr>
          <p:spPr>
            <a:xfrm>
              <a:off x="121881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sp>
        <p:nvSpPr>
          <p:cNvPr id="350" name="Google Shape;350;p15"/>
          <p:cNvSpPr txBox="1"/>
          <p:nvPr>
            <p:ph type="title"/>
          </p:nvPr>
        </p:nvSpPr>
        <p:spPr>
          <a:xfrm>
            <a:off x="429253" y="2291422"/>
            <a:ext cx="7827335" cy="187689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"/>
              <a:buNone/>
              <a:defRPr b="0" i="0" sz="54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51" name="Google Shape;351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8723" y="5895936"/>
            <a:ext cx="3536690" cy="55725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352" name="Google Shape;352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858522" y="6160788"/>
            <a:ext cx="934755" cy="292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0_Титульный слайд">
  <p:cSld name="10_Титульный слайд">
    <p:bg>
      <p:bgPr>
        <a:solidFill>
          <a:schemeClr val="dk1"/>
        </a:solidFill>
      </p:bgPr>
    </p:bg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4" name="Google Shape;354;p16"/>
          <p:cNvGrpSpPr/>
          <p:nvPr/>
        </p:nvGrpSpPr>
        <p:grpSpPr>
          <a:xfrm>
            <a:off x="224842" y="-74145"/>
            <a:ext cx="12188171" cy="64326"/>
            <a:chOff x="-2" y="-2"/>
            <a:chExt cx="12188169" cy="64324"/>
          </a:xfrm>
        </p:grpSpPr>
        <p:cxnSp>
          <p:nvCxnSpPr>
            <p:cNvPr id="355" name="Google Shape;355;p16"/>
            <p:cNvCxnSpPr/>
            <p:nvPr/>
          </p:nvCxnSpPr>
          <p:spPr>
            <a:xfrm flipH="1">
              <a:off x="-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56" name="Google Shape;356;p16"/>
            <p:cNvCxnSpPr/>
            <p:nvPr/>
          </p:nvCxnSpPr>
          <p:spPr>
            <a:xfrm>
              <a:off x="67711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57" name="Google Shape;357;p16"/>
            <p:cNvCxnSpPr/>
            <p:nvPr/>
          </p:nvCxnSpPr>
          <p:spPr>
            <a:xfrm>
              <a:off x="1354241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58" name="Google Shape;358;p16"/>
            <p:cNvCxnSpPr/>
            <p:nvPr/>
          </p:nvCxnSpPr>
          <p:spPr>
            <a:xfrm>
              <a:off x="20313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59" name="Google Shape;359;p16"/>
            <p:cNvCxnSpPr/>
            <p:nvPr/>
          </p:nvCxnSpPr>
          <p:spPr>
            <a:xfrm>
              <a:off x="2708479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60" name="Google Shape;360;p16"/>
            <p:cNvCxnSpPr/>
            <p:nvPr/>
          </p:nvCxnSpPr>
          <p:spPr>
            <a:xfrm>
              <a:off x="338559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61" name="Google Shape;361;p16"/>
            <p:cNvCxnSpPr/>
            <p:nvPr/>
          </p:nvCxnSpPr>
          <p:spPr>
            <a:xfrm>
              <a:off x="406271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62" name="Google Shape;362;p16"/>
            <p:cNvCxnSpPr/>
            <p:nvPr/>
          </p:nvCxnSpPr>
          <p:spPr>
            <a:xfrm>
              <a:off x="4739836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63" name="Google Shape;363;p16"/>
            <p:cNvCxnSpPr/>
            <p:nvPr/>
          </p:nvCxnSpPr>
          <p:spPr>
            <a:xfrm>
              <a:off x="541695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64" name="Google Shape;364;p16"/>
            <p:cNvCxnSpPr/>
            <p:nvPr/>
          </p:nvCxnSpPr>
          <p:spPr>
            <a:xfrm>
              <a:off x="609407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65" name="Google Shape;365;p16"/>
            <p:cNvCxnSpPr/>
            <p:nvPr/>
          </p:nvCxnSpPr>
          <p:spPr>
            <a:xfrm>
              <a:off x="677119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66" name="Google Shape;366;p16"/>
            <p:cNvCxnSpPr/>
            <p:nvPr/>
          </p:nvCxnSpPr>
          <p:spPr>
            <a:xfrm>
              <a:off x="744831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67" name="Google Shape;367;p16"/>
            <p:cNvCxnSpPr/>
            <p:nvPr/>
          </p:nvCxnSpPr>
          <p:spPr>
            <a:xfrm>
              <a:off x="812543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68" name="Google Shape;368;p16"/>
            <p:cNvCxnSpPr/>
            <p:nvPr/>
          </p:nvCxnSpPr>
          <p:spPr>
            <a:xfrm>
              <a:off x="880255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69" name="Google Shape;369;p16"/>
            <p:cNvCxnSpPr/>
            <p:nvPr/>
          </p:nvCxnSpPr>
          <p:spPr>
            <a:xfrm>
              <a:off x="9479673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70" name="Google Shape;370;p16"/>
            <p:cNvCxnSpPr/>
            <p:nvPr/>
          </p:nvCxnSpPr>
          <p:spPr>
            <a:xfrm>
              <a:off x="1015679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71" name="Google Shape;371;p16"/>
            <p:cNvCxnSpPr/>
            <p:nvPr/>
          </p:nvCxnSpPr>
          <p:spPr>
            <a:xfrm>
              <a:off x="1083391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72" name="Google Shape;372;p16"/>
            <p:cNvCxnSpPr/>
            <p:nvPr/>
          </p:nvCxnSpPr>
          <p:spPr>
            <a:xfrm>
              <a:off x="1151103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73" name="Google Shape;373;p16"/>
            <p:cNvCxnSpPr/>
            <p:nvPr/>
          </p:nvCxnSpPr>
          <p:spPr>
            <a:xfrm>
              <a:off x="121881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sp>
        <p:nvSpPr>
          <p:cNvPr id="374" name="Google Shape;374;p16"/>
          <p:cNvSpPr txBox="1"/>
          <p:nvPr>
            <p:ph type="title"/>
          </p:nvPr>
        </p:nvSpPr>
        <p:spPr>
          <a:xfrm>
            <a:off x="429253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75" name="Google Shape;375;p1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98723" y="6160516"/>
            <a:ext cx="1857481" cy="2926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376" name="Google Shape;376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93496" y="6238282"/>
            <a:ext cx="690517" cy="21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15" Type="http://schemas.openxmlformats.org/officeDocument/2006/relationships/slideLayout" Target="../slideLayouts/slideLayout14.xml"/><Relationship Id="rId14" Type="http://schemas.openxmlformats.org/officeDocument/2006/relationships/slideLayout" Target="../slideLayouts/slideLayout13.xml"/><Relationship Id="rId17" Type="http://schemas.openxmlformats.org/officeDocument/2006/relationships/theme" Target="../theme/theme2.xml"/><Relationship Id="rId16" Type="http://schemas.openxmlformats.org/officeDocument/2006/relationships/slideLayout" Target="../slideLayouts/slideLayout15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427866" y="662333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b="0" i="0" sz="3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658813" y="1773239"/>
            <a:ext cx="10855852" cy="43926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17500" lvl="1" marL="91440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3pPr>
            <a:lvl4pPr indent="-295275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Arial"/>
              <a:buChar char="•"/>
              <a:defRPr b="0" i="0" sz="105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1" type="ftr"/>
          </p:nvPr>
        </p:nvSpPr>
        <p:spPr>
          <a:xfrm>
            <a:off x="671513" y="167981"/>
            <a:ext cx="10874375" cy="241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00" u="none" cap="none" strike="noStrike">
                <a:solidFill>
                  <a:srgbClr val="A6A6A6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grpSp>
        <p:nvGrpSpPr>
          <p:cNvPr id="13" name="Google Shape;13;p1"/>
          <p:cNvGrpSpPr/>
          <p:nvPr/>
        </p:nvGrpSpPr>
        <p:grpSpPr>
          <a:xfrm>
            <a:off x="0" y="-114752"/>
            <a:ext cx="12188148" cy="64309"/>
            <a:chOff x="0" y="1773238"/>
            <a:chExt cx="12188148" cy="735184"/>
          </a:xfrm>
        </p:grpSpPr>
        <p:cxnSp>
          <p:nvCxnSpPr>
            <p:cNvPr id="14" name="Google Shape;14;p1"/>
            <p:cNvCxnSpPr/>
            <p:nvPr/>
          </p:nvCxnSpPr>
          <p:spPr>
            <a:xfrm>
              <a:off x="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5" name="Google Shape;15;p1"/>
            <p:cNvCxnSpPr/>
            <p:nvPr/>
          </p:nvCxnSpPr>
          <p:spPr>
            <a:xfrm>
              <a:off x="67711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6" name="Google Shape;16;p1"/>
            <p:cNvCxnSpPr/>
            <p:nvPr/>
          </p:nvCxnSpPr>
          <p:spPr>
            <a:xfrm>
              <a:off x="135423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7" name="Google Shape;17;p1"/>
            <p:cNvCxnSpPr/>
            <p:nvPr/>
          </p:nvCxnSpPr>
          <p:spPr>
            <a:xfrm>
              <a:off x="203135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" name="Google Shape;18;p1"/>
            <p:cNvCxnSpPr/>
            <p:nvPr/>
          </p:nvCxnSpPr>
          <p:spPr>
            <a:xfrm>
              <a:off x="270847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" name="Google Shape;19;p1"/>
            <p:cNvCxnSpPr/>
            <p:nvPr/>
          </p:nvCxnSpPr>
          <p:spPr>
            <a:xfrm>
              <a:off x="338559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0" name="Google Shape;20;p1"/>
            <p:cNvCxnSpPr/>
            <p:nvPr/>
          </p:nvCxnSpPr>
          <p:spPr>
            <a:xfrm>
              <a:off x="406271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" name="Google Shape;21;p1"/>
            <p:cNvCxnSpPr/>
            <p:nvPr/>
          </p:nvCxnSpPr>
          <p:spPr>
            <a:xfrm>
              <a:off x="473983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" name="Google Shape;22;p1"/>
            <p:cNvCxnSpPr/>
            <p:nvPr/>
          </p:nvCxnSpPr>
          <p:spPr>
            <a:xfrm>
              <a:off x="5416952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3" name="Google Shape;23;p1"/>
            <p:cNvCxnSpPr/>
            <p:nvPr/>
          </p:nvCxnSpPr>
          <p:spPr>
            <a:xfrm>
              <a:off x="6094071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4" name="Google Shape;24;p1"/>
            <p:cNvCxnSpPr/>
            <p:nvPr/>
          </p:nvCxnSpPr>
          <p:spPr>
            <a:xfrm>
              <a:off x="677119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5" name="Google Shape;25;p1"/>
            <p:cNvCxnSpPr/>
            <p:nvPr/>
          </p:nvCxnSpPr>
          <p:spPr>
            <a:xfrm>
              <a:off x="744830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6" name="Google Shape;26;p1"/>
            <p:cNvCxnSpPr/>
            <p:nvPr/>
          </p:nvCxnSpPr>
          <p:spPr>
            <a:xfrm>
              <a:off x="812542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7" name="Google Shape;27;p1"/>
            <p:cNvCxnSpPr/>
            <p:nvPr/>
          </p:nvCxnSpPr>
          <p:spPr>
            <a:xfrm>
              <a:off x="880254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8" name="Google Shape;28;p1"/>
            <p:cNvCxnSpPr/>
            <p:nvPr/>
          </p:nvCxnSpPr>
          <p:spPr>
            <a:xfrm>
              <a:off x="947966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9" name="Google Shape;29;p1"/>
            <p:cNvCxnSpPr/>
            <p:nvPr/>
          </p:nvCxnSpPr>
          <p:spPr>
            <a:xfrm>
              <a:off x="1015678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0" name="Google Shape;30;p1"/>
            <p:cNvCxnSpPr/>
            <p:nvPr/>
          </p:nvCxnSpPr>
          <p:spPr>
            <a:xfrm>
              <a:off x="1083390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1" name="Google Shape;31;p1"/>
            <p:cNvCxnSpPr/>
            <p:nvPr/>
          </p:nvCxnSpPr>
          <p:spPr>
            <a:xfrm>
              <a:off x="1151102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2" name="Google Shape;32;p1"/>
            <p:cNvCxnSpPr/>
            <p:nvPr/>
          </p:nvCxnSpPr>
          <p:spPr>
            <a:xfrm>
              <a:off x="1218814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grpSp>
        <p:nvGrpSpPr>
          <p:cNvPr id="33" name="Google Shape;33;p1"/>
          <p:cNvGrpSpPr/>
          <p:nvPr/>
        </p:nvGrpSpPr>
        <p:grpSpPr>
          <a:xfrm>
            <a:off x="-3" y="6987088"/>
            <a:ext cx="12188148" cy="64309"/>
            <a:chOff x="0" y="1773238"/>
            <a:chExt cx="12188148" cy="735184"/>
          </a:xfrm>
        </p:grpSpPr>
        <p:cxnSp>
          <p:nvCxnSpPr>
            <p:cNvPr id="34" name="Google Shape;34;p1"/>
            <p:cNvCxnSpPr/>
            <p:nvPr/>
          </p:nvCxnSpPr>
          <p:spPr>
            <a:xfrm>
              <a:off x="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5" name="Google Shape;35;p1"/>
            <p:cNvCxnSpPr/>
            <p:nvPr/>
          </p:nvCxnSpPr>
          <p:spPr>
            <a:xfrm>
              <a:off x="67711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6" name="Google Shape;36;p1"/>
            <p:cNvCxnSpPr/>
            <p:nvPr/>
          </p:nvCxnSpPr>
          <p:spPr>
            <a:xfrm>
              <a:off x="135423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7" name="Google Shape;37;p1"/>
            <p:cNvCxnSpPr/>
            <p:nvPr/>
          </p:nvCxnSpPr>
          <p:spPr>
            <a:xfrm>
              <a:off x="203135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8" name="Google Shape;38;p1"/>
            <p:cNvCxnSpPr/>
            <p:nvPr/>
          </p:nvCxnSpPr>
          <p:spPr>
            <a:xfrm>
              <a:off x="270847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9" name="Google Shape;39;p1"/>
            <p:cNvCxnSpPr/>
            <p:nvPr/>
          </p:nvCxnSpPr>
          <p:spPr>
            <a:xfrm>
              <a:off x="338559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0" name="Google Shape;40;p1"/>
            <p:cNvCxnSpPr/>
            <p:nvPr/>
          </p:nvCxnSpPr>
          <p:spPr>
            <a:xfrm>
              <a:off x="406271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1" name="Google Shape;41;p1"/>
            <p:cNvCxnSpPr/>
            <p:nvPr/>
          </p:nvCxnSpPr>
          <p:spPr>
            <a:xfrm>
              <a:off x="473983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2" name="Google Shape;42;p1"/>
            <p:cNvCxnSpPr/>
            <p:nvPr/>
          </p:nvCxnSpPr>
          <p:spPr>
            <a:xfrm>
              <a:off x="5416952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3" name="Google Shape;43;p1"/>
            <p:cNvCxnSpPr/>
            <p:nvPr/>
          </p:nvCxnSpPr>
          <p:spPr>
            <a:xfrm>
              <a:off x="6094071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4" name="Google Shape;44;p1"/>
            <p:cNvCxnSpPr/>
            <p:nvPr/>
          </p:nvCxnSpPr>
          <p:spPr>
            <a:xfrm>
              <a:off x="677119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5" name="Google Shape;45;p1"/>
            <p:cNvCxnSpPr/>
            <p:nvPr/>
          </p:nvCxnSpPr>
          <p:spPr>
            <a:xfrm>
              <a:off x="744830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6" name="Google Shape;46;p1"/>
            <p:cNvCxnSpPr/>
            <p:nvPr/>
          </p:nvCxnSpPr>
          <p:spPr>
            <a:xfrm>
              <a:off x="812542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7" name="Google Shape;47;p1"/>
            <p:cNvCxnSpPr/>
            <p:nvPr/>
          </p:nvCxnSpPr>
          <p:spPr>
            <a:xfrm>
              <a:off x="880254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8" name="Google Shape;48;p1"/>
            <p:cNvCxnSpPr/>
            <p:nvPr/>
          </p:nvCxnSpPr>
          <p:spPr>
            <a:xfrm>
              <a:off x="947966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9" name="Google Shape;49;p1"/>
            <p:cNvCxnSpPr/>
            <p:nvPr/>
          </p:nvCxnSpPr>
          <p:spPr>
            <a:xfrm>
              <a:off x="1015678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50" name="Google Shape;50;p1"/>
            <p:cNvCxnSpPr/>
            <p:nvPr/>
          </p:nvCxnSpPr>
          <p:spPr>
            <a:xfrm>
              <a:off x="1083390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51" name="Google Shape;51;p1"/>
            <p:cNvCxnSpPr/>
            <p:nvPr/>
          </p:nvCxnSpPr>
          <p:spPr>
            <a:xfrm>
              <a:off x="1151102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52" name="Google Shape;52;p1"/>
            <p:cNvCxnSpPr/>
            <p:nvPr/>
          </p:nvCxnSpPr>
          <p:spPr>
            <a:xfrm>
              <a:off x="1218814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pic>
        <p:nvPicPr>
          <p:cNvPr id="53" name="Google Shape;53;p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419564" y="6161239"/>
            <a:ext cx="932071" cy="288000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257">
          <p15:clr>
            <a:srgbClr val="FDE53C"/>
          </p15:clr>
        </p15:guide>
        <p15:guide id="2" pos="7423">
          <p15:clr>
            <a:srgbClr val="FDE53C"/>
          </p15:clr>
        </p15:guide>
        <p15:guide id="3" orient="horz" pos="4065">
          <p15:clr>
            <a:srgbClr val="FDE53C"/>
          </p15:clr>
        </p15:guide>
        <p15:guide id="4" pos="5201">
          <p15:clr>
            <a:srgbClr val="FDE53C"/>
          </p15:clr>
        </p15:guide>
        <p15:guide id="5" pos="2479">
          <p15:clr>
            <a:srgbClr val="FDE53C"/>
          </p15:clr>
        </p15:guide>
        <p15:guide id="6" pos="3840">
          <p15:clr>
            <a:srgbClr val="FDE53C"/>
          </p15:clr>
        </p15:guide>
        <p15:guide id="7" orient="horz" pos="640">
          <p15:clr>
            <a:srgbClr val="FDE53C"/>
          </p15:clr>
        </p15:guide>
        <p15:guide id="8" orient="horz" pos="1003">
          <p15:clr>
            <a:srgbClr val="FDE53C"/>
          </p15:clr>
        </p15:guide>
        <p15:guide id="9" pos="1073">
          <p15:clr>
            <a:srgbClr val="FDE53C"/>
          </p15:clr>
        </p15:guide>
        <p15:guide id="10" pos="6584">
          <p15:clr>
            <a:srgbClr val="FDE53C"/>
          </p15:clr>
        </p15:guide>
        <p15:guide id="11" orient="horz" pos="255">
          <p15:clr>
            <a:srgbClr val="FDE53C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5.png"/><Relationship Id="rId4" Type="http://schemas.openxmlformats.org/officeDocument/2006/relationships/image" Target="../media/image4.png"/><Relationship Id="rId5" Type="http://schemas.openxmlformats.org/officeDocument/2006/relationships/image" Target="../media/image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2.png"/><Relationship Id="rId4" Type="http://schemas.openxmlformats.org/officeDocument/2006/relationships/image" Target="../media/image29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7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8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30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4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6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9.png"/><Relationship Id="rId4" Type="http://schemas.openxmlformats.org/officeDocument/2006/relationships/image" Target="../media/image4.png"/><Relationship Id="rId5" Type="http://schemas.openxmlformats.org/officeDocument/2006/relationships/image" Target="../media/image31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5.png"/><Relationship Id="rId4" Type="http://schemas.openxmlformats.org/officeDocument/2006/relationships/image" Target="../media/image32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17"/>
          <p:cNvSpPr txBox="1"/>
          <p:nvPr>
            <p:ph type="title"/>
          </p:nvPr>
        </p:nvSpPr>
        <p:spPr>
          <a:xfrm>
            <a:off x="429253" y="2490555"/>
            <a:ext cx="7827335" cy="187689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Play"/>
              <a:buNone/>
            </a:pPr>
            <a:r>
              <a:rPr lang="ru-RU" sz="4800"/>
              <a:t>Название</a:t>
            </a:r>
            <a:br>
              <a:rPr lang="ru-RU" sz="4800"/>
            </a:br>
            <a:r>
              <a:rPr lang="ru-RU" sz="4800"/>
              <a:t>презентации</a:t>
            </a:r>
            <a:endParaRPr sz="4800"/>
          </a:p>
        </p:txBody>
      </p:sp>
      <p:sp>
        <p:nvSpPr>
          <p:cNvPr id="382" name="Google Shape;382;p17"/>
          <p:cNvSpPr/>
          <p:nvPr/>
        </p:nvSpPr>
        <p:spPr>
          <a:xfrm>
            <a:off x="429254" y="4682210"/>
            <a:ext cx="834282" cy="834282"/>
          </a:xfrm>
          <a:prstGeom prst="ellipse">
            <a:avLst/>
          </a:prstGeom>
          <a:solidFill>
            <a:srgbClr val="5A67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3" name="Google Shape;383;p17"/>
          <p:cNvSpPr txBox="1"/>
          <p:nvPr/>
        </p:nvSpPr>
        <p:spPr>
          <a:xfrm>
            <a:off x="1510259" y="4682209"/>
            <a:ext cx="2213844" cy="83428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FB8C2"/>
              </a:buClr>
              <a:buSzPts val="1600"/>
              <a:buFont typeface="Play"/>
              <a:buNone/>
            </a:pPr>
            <a:r>
              <a:rPr b="0" i="0" lang="ru-RU" sz="1600" u="none" cap="none" strike="noStrike">
                <a:solidFill>
                  <a:srgbClr val="AFB8C2"/>
                </a:solidFill>
                <a:latin typeface="Play"/>
                <a:ea typeface="Play"/>
                <a:cs typeface="Play"/>
                <a:sym typeface="Play"/>
              </a:rPr>
              <a:t>Имя Спикера,</a:t>
            </a:r>
            <a:br>
              <a:rPr b="0" i="0" lang="ru-RU" sz="1600" u="none" cap="none" strike="noStrike">
                <a:solidFill>
                  <a:srgbClr val="AFB8C2"/>
                </a:solidFill>
                <a:latin typeface="Play"/>
                <a:ea typeface="Play"/>
                <a:cs typeface="Play"/>
                <a:sym typeface="Play"/>
              </a:rPr>
            </a:br>
            <a:r>
              <a:rPr b="0" i="0" lang="ru-RU" sz="1600" u="none" cap="none" strike="noStrike">
                <a:solidFill>
                  <a:srgbClr val="AFB8C2"/>
                </a:solidFill>
                <a:latin typeface="Play"/>
                <a:ea typeface="Play"/>
                <a:cs typeface="Play"/>
                <a:sym typeface="Play"/>
              </a:rPr>
              <a:t>должность</a:t>
            </a:r>
            <a:endParaRPr b="0" i="0" sz="1600" u="none" cap="none" strike="noStrike">
              <a:solidFill>
                <a:srgbClr val="AFB8C2"/>
              </a:solidFill>
              <a:latin typeface="Play"/>
              <a:ea typeface="Play"/>
              <a:cs typeface="Play"/>
              <a:sym typeface="Play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18"/>
          <p:cNvSpPr txBox="1"/>
          <p:nvPr>
            <p:ph type="title"/>
          </p:nvPr>
        </p:nvSpPr>
        <p:spPr>
          <a:xfrm>
            <a:off x="429254" y="1609196"/>
            <a:ext cx="4803146" cy="18768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</a:pPr>
            <a:r>
              <a:rPr lang="ru-RU"/>
              <a:t>Оглавление</a:t>
            </a:r>
            <a:endParaRPr/>
          </a:p>
        </p:txBody>
      </p:sp>
      <p:sp>
        <p:nvSpPr>
          <p:cNvPr id="389" name="Google Shape;389;p18"/>
          <p:cNvSpPr txBox="1"/>
          <p:nvPr/>
        </p:nvSpPr>
        <p:spPr>
          <a:xfrm>
            <a:off x="4909649" y="1016001"/>
            <a:ext cx="1594338" cy="697914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077FF"/>
              </a:buClr>
              <a:buSzPts val="4000"/>
              <a:buFont typeface="Play"/>
              <a:buNone/>
            </a:pPr>
            <a:r>
              <a:rPr b="1" i="0" lang="ru-RU" sz="4000" u="none" cap="none" strike="noStrike">
                <a:solidFill>
                  <a:srgbClr val="0077FF"/>
                </a:solidFill>
                <a:latin typeface="Play"/>
                <a:ea typeface="Play"/>
                <a:cs typeface="Play"/>
                <a:sym typeface="Play"/>
              </a:rPr>
              <a:t>01</a:t>
            </a:r>
            <a:endParaRPr/>
          </a:p>
        </p:txBody>
      </p:sp>
      <p:sp>
        <p:nvSpPr>
          <p:cNvPr id="390" name="Google Shape;390;p18"/>
          <p:cNvSpPr txBox="1"/>
          <p:nvPr/>
        </p:nvSpPr>
        <p:spPr>
          <a:xfrm>
            <a:off x="4909649" y="2074202"/>
            <a:ext cx="1594338" cy="697914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077FF"/>
              </a:buClr>
              <a:buSzPts val="4000"/>
              <a:buFont typeface="Play"/>
              <a:buNone/>
            </a:pPr>
            <a:r>
              <a:rPr b="1" i="0" lang="ru-RU" sz="4000" u="none" cap="none" strike="noStrike">
                <a:solidFill>
                  <a:srgbClr val="0077FF"/>
                </a:solidFill>
                <a:latin typeface="Play"/>
                <a:ea typeface="Play"/>
                <a:cs typeface="Play"/>
                <a:sym typeface="Play"/>
              </a:rPr>
              <a:t>02</a:t>
            </a:r>
            <a:endParaRPr/>
          </a:p>
        </p:txBody>
      </p:sp>
      <p:sp>
        <p:nvSpPr>
          <p:cNvPr id="391" name="Google Shape;391;p18"/>
          <p:cNvSpPr txBox="1"/>
          <p:nvPr/>
        </p:nvSpPr>
        <p:spPr>
          <a:xfrm>
            <a:off x="4909649" y="3132403"/>
            <a:ext cx="1594338" cy="697914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077FF"/>
              </a:buClr>
              <a:buSzPts val="4000"/>
              <a:buFont typeface="Play"/>
              <a:buNone/>
            </a:pPr>
            <a:r>
              <a:rPr b="1" i="0" lang="ru-RU" sz="4000" u="none" cap="none" strike="noStrike">
                <a:solidFill>
                  <a:srgbClr val="0077FF"/>
                </a:solidFill>
                <a:latin typeface="Play"/>
                <a:ea typeface="Play"/>
                <a:cs typeface="Play"/>
                <a:sym typeface="Play"/>
              </a:rPr>
              <a:t>04</a:t>
            </a:r>
            <a:endParaRPr/>
          </a:p>
        </p:txBody>
      </p:sp>
      <p:sp>
        <p:nvSpPr>
          <p:cNvPr id="392" name="Google Shape;392;p18"/>
          <p:cNvSpPr txBox="1"/>
          <p:nvPr/>
        </p:nvSpPr>
        <p:spPr>
          <a:xfrm>
            <a:off x="4909649" y="4190604"/>
            <a:ext cx="1594338" cy="697914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077FF"/>
              </a:buClr>
              <a:buSzPts val="4000"/>
              <a:buFont typeface="Play"/>
              <a:buNone/>
            </a:pPr>
            <a:r>
              <a:rPr b="1" i="0" lang="ru-RU" sz="4000" u="none" cap="none" strike="noStrike">
                <a:solidFill>
                  <a:srgbClr val="0077FF"/>
                </a:solidFill>
                <a:latin typeface="Play"/>
                <a:ea typeface="Play"/>
                <a:cs typeface="Play"/>
                <a:sym typeface="Play"/>
              </a:rPr>
              <a:t>05</a:t>
            </a:r>
            <a:endParaRPr/>
          </a:p>
        </p:txBody>
      </p:sp>
      <p:sp>
        <p:nvSpPr>
          <p:cNvPr id="393" name="Google Shape;393;p18"/>
          <p:cNvSpPr txBox="1"/>
          <p:nvPr/>
        </p:nvSpPr>
        <p:spPr>
          <a:xfrm>
            <a:off x="4909649" y="5248804"/>
            <a:ext cx="1594338" cy="697914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077FF"/>
              </a:buClr>
              <a:buSzPts val="4000"/>
              <a:buFont typeface="Play"/>
              <a:buNone/>
            </a:pPr>
            <a:r>
              <a:rPr b="1" i="0" lang="ru-RU" sz="4000" u="none" cap="none" strike="noStrike">
                <a:solidFill>
                  <a:srgbClr val="0077FF"/>
                </a:solidFill>
                <a:latin typeface="Play"/>
                <a:ea typeface="Play"/>
                <a:cs typeface="Play"/>
                <a:sym typeface="Play"/>
              </a:rPr>
              <a:t>06</a:t>
            </a:r>
            <a:endParaRPr/>
          </a:p>
        </p:txBody>
      </p:sp>
      <p:sp>
        <p:nvSpPr>
          <p:cNvPr id="394" name="Google Shape;394;p18"/>
          <p:cNvSpPr txBox="1"/>
          <p:nvPr/>
        </p:nvSpPr>
        <p:spPr>
          <a:xfrm>
            <a:off x="6793020" y="1016001"/>
            <a:ext cx="4969726" cy="593196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lay"/>
              <a:buNone/>
            </a:pPr>
            <a:r>
              <a:rPr b="0" i="0" lang="ru-RU" sz="20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>Название раздела</a:t>
            </a:r>
            <a:endParaRPr b="0" i="0" sz="2000" u="none" cap="none" strike="noStrike">
              <a:solidFill>
                <a:schemeClr val="lt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395" name="Google Shape;395;p18"/>
          <p:cNvSpPr txBox="1"/>
          <p:nvPr/>
        </p:nvSpPr>
        <p:spPr>
          <a:xfrm>
            <a:off x="6793020" y="2119587"/>
            <a:ext cx="4969726" cy="593196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lay"/>
              <a:buNone/>
            </a:pPr>
            <a:r>
              <a:rPr b="0" i="0" lang="ru-RU" sz="20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>Название раздела</a:t>
            </a:r>
            <a:endParaRPr b="0" i="0" sz="2000" u="none" cap="none" strike="noStrike">
              <a:solidFill>
                <a:schemeClr val="lt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396" name="Google Shape;396;p18"/>
          <p:cNvSpPr txBox="1"/>
          <p:nvPr/>
        </p:nvSpPr>
        <p:spPr>
          <a:xfrm>
            <a:off x="6793020" y="3175878"/>
            <a:ext cx="4969726" cy="593196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lay"/>
              <a:buNone/>
            </a:pPr>
            <a:r>
              <a:rPr b="0" i="0" lang="ru-RU" sz="20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>Название раздела</a:t>
            </a:r>
            <a:endParaRPr b="0" i="0" sz="2000" u="none" cap="none" strike="noStrike">
              <a:solidFill>
                <a:schemeClr val="lt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397" name="Google Shape;397;p18"/>
          <p:cNvSpPr txBox="1"/>
          <p:nvPr/>
        </p:nvSpPr>
        <p:spPr>
          <a:xfrm>
            <a:off x="6793020" y="4247932"/>
            <a:ext cx="4969726" cy="593196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lay"/>
              <a:buNone/>
            </a:pPr>
            <a:r>
              <a:rPr b="0" i="0" lang="ru-RU" sz="20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>Название раздела</a:t>
            </a:r>
            <a:endParaRPr b="0" i="0" sz="2000" u="none" cap="none" strike="noStrike">
              <a:solidFill>
                <a:schemeClr val="lt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398" name="Google Shape;398;p18"/>
          <p:cNvSpPr txBox="1"/>
          <p:nvPr/>
        </p:nvSpPr>
        <p:spPr>
          <a:xfrm>
            <a:off x="6793020" y="5304222"/>
            <a:ext cx="4969726" cy="593196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lay"/>
              <a:buNone/>
            </a:pPr>
            <a:r>
              <a:rPr b="0" i="0" lang="ru-RU" sz="20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>Название раздела</a:t>
            </a:r>
            <a:endParaRPr b="0" i="0" sz="2000" u="none" cap="none" strike="noStrike">
              <a:solidFill>
                <a:schemeClr val="lt1"/>
              </a:solidFill>
              <a:latin typeface="Play"/>
              <a:ea typeface="Play"/>
              <a:cs typeface="Play"/>
              <a:sym typeface="Play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19"/>
          <p:cNvSpPr txBox="1"/>
          <p:nvPr>
            <p:ph type="title"/>
          </p:nvPr>
        </p:nvSpPr>
        <p:spPr>
          <a:xfrm>
            <a:off x="429253" y="1460299"/>
            <a:ext cx="386516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</a:pPr>
            <a:r>
              <a:rPr lang="ru-RU"/>
              <a:t>Заголовок</a:t>
            </a:r>
            <a:endParaRPr/>
          </a:p>
        </p:txBody>
      </p:sp>
      <p:sp>
        <p:nvSpPr>
          <p:cNvPr id="405" name="Google Shape;405;p19"/>
          <p:cNvSpPr txBox="1"/>
          <p:nvPr/>
        </p:nvSpPr>
        <p:spPr>
          <a:xfrm>
            <a:off x="6490839" y="1657446"/>
            <a:ext cx="4743224" cy="63832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lay"/>
              <a:buNone/>
            </a:pPr>
            <a:r>
              <a:rPr b="0" i="0" lang="ru-RU" sz="1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>Текст</a:t>
            </a:r>
            <a:endParaRPr/>
          </a:p>
        </p:txBody>
      </p:sp>
      <p:sp>
        <p:nvSpPr>
          <p:cNvPr id="406" name="Google Shape;406;p19"/>
          <p:cNvSpPr txBox="1"/>
          <p:nvPr/>
        </p:nvSpPr>
        <p:spPr>
          <a:xfrm>
            <a:off x="6490839" y="3204643"/>
            <a:ext cx="4743224" cy="63832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lay"/>
              <a:buNone/>
            </a:pPr>
            <a:r>
              <a:rPr b="0" i="0" lang="ru-RU" sz="1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>Текст</a:t>
            </a:r>
            <a:endParaRPr/>
          </a:p>
        </p:txBody>
      </p:sp>
      <p:grpSp>
        <p:nvGrpSpPr>
          <p:cNvPr id="407" name="Google Shape;407;p19"/>
          <p:cNvGrpSpPr/>
          <p:nvPr/>
        </p:nvGrpSpPr>
        <p:grpSpPr>
          <a:xfrm>
            <a:off x="5650979" y="1670239"/>
            <a:ext cx="638322" cy="638322"/>
            <a:chOff x="5879579" y="1547043"/>
            <a:chExt cx="638322" cy="638322"/>
          </a:xfrm>
        </p:grpSpPr>
        <p:sp>
          <p:nvSpPr>
            <p:cNvPr id="408" name="Google Shape;408;p19"/>
            <p:cNvSpPr/>
            <p:nvPr/>
          </p:nvSpPr>
          <p:spPr>
            <a:xfrm>
              <a:off x="5879579" y="1547043"/>
              <a:ext cx="638322" cy="638322"/>
            </a:xfrm>
            <a:prstGeom prst="roundRect">
              <a:avLst>
                <a:gd fmla="val 25847" name="adj"/>
              </a:avLst>
            </a:prstGeom>
            <a:gradFill>
              <a:gsLst>
                <a:gs pos="0">
                  <a:srgbClr val="00AEE8"/>
                </a:gs>
                <a:gs pos="100000">
                  <a:srgbClr val="0077FF"/>
                </a:gs>
              </a:gsLst>
              <a:lin ang="2700000" scaled="0"/>
            </a:gradFill>
            <a:ln cap="flat" cmpd="sng" w="12700">
              <a:solidFill>
                <a:srgbClr val="0077FF">
                  <a:alpha val="40000"/>
                </a:srgb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409" name="Google Shape;409;p1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6036740" y="1704204"/>
              <a:ext cx="324000" cy="3240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10" name="Google Shape;410;p19"/>
          <p:cNvGrpSpPr/>
          <p:nvPr/>
        </p:nvGrpSpPr>
        <p:grpSpPr>
          <a:xfrm>
            <a:off x="5650979" y="3217436"/>
            <a:ext cx="638322" cy="638322"/>
            <a:chOff x="5879579" y="3076390"/>
            <a:chExt cx="638322" cy="638322"/>
          </a:xfrm>
        </p:grpSpPr>
        <p:sp>
          <p:nvSpPr>
            <p:cNvPr id="411" name="Google Shape;411;p19"/>
            <p:cNvSpPr/>
            <p:nvPr/>
          </p:nvSpPr>
          <p:spPr>
            <a:xfrm>
              <a:off x="5879579" y="3076390"/>
              <a:ext cx="638322" cy="638322"/>
            </a:xfrm>
            <a:prstGeom prst="roundRect">
              <a:avLst>
                <a:gd fmla="val 25847" name="adj"/>
              </a:avLst>
            </a:prstGeom>
            <a:gradFill>
              <a:gsLst>
                <a:gs pos="0">
                  <a:srgbClr val="00AEE8"/>
                </a:gs>
                <a:gs pos="100000">
                  <a:srgbClr val="0077FF"/>
                </a:gs>
              </a:gsLst>
              <a:lin ang="27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412" name="Google Shape;412;p1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6036740" y="3238356"/>
              <a:ext cx="324000" cy="324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13" name="Google Shape;413;p19"/>
          <p:cNvSpPr/>
          <p:nvPr/>
        </p:nvSpPr>
        <p:spPr>
          <a:xfrm>
            <a:off x="5650978" y="4835942"/>
            <a:ext cx="5821641" cy="1599489"/>
          </a:xfrm>
          <a:prstGeom prst="roundRect">
            <a:avLst>
              <a:gd fmla="val 9673" name="adj"/>
            </a:avLst>
          </a:prstGeom>
          <a:solidFill>
            <a:srgbClr val="0077FF">
              <a:alpha val="5098"/>
            </a:srgbClr>
          </a:solidFill>
          <a:ln cap="flat" cmpd="sng" w="9525">
            <a:solidFill>
              <a:srgbClr val="00AEE8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4" name="Google Shape;414;p19"/>
          <p:cNvSpPr txBox="1"/>
          <p:nvPr/>
        </p:nvSpPr>
        <p:spPr>
          <a:xfrm>
            <a:off x="5808913" y="4939905"/>
            <a:ext cx="5440648" cy="1341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"/>
              <a:buNone/>
            </a:pPr>
            <a:r>
              <a:rPr b="0" i="0" lang="ru-RU" sz="1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>Заметка</a:t>
            </a:r>
            <a:endParaRPr/>
          </a:p>
        </p:txBody>
      </p:sp>
      <p:sp>
        <p:nvSpPr>
          <p:cNvPr id="415" name="Google Shape;415;p19"/>
          <p:cNvSpPr/>
          <p:nvPr/>
        </p:nvSpPr>
        <p:spPr>
          <a:xfrm>
            <a:off x="11008328" y="5980002"/>
            <a:ext cx="348294" cy="348294"/>
          </a:xfrm>
          <a:prstGeom prst="ellipse">
            <a:avLst/>
          </a:prstGeom>
          <a:solidFill>
            <a:srgbClr val="0077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16" name="Google Shape;416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056475" y="6028149"/>
            <a:ext cx="252000" cy="252000"/>
          </a:xfrm>
          <a:prstGeom prst="rect">
            <a:avLst/>
          </a:prstGeom>
          <a:noFill/>
          <a:ln>
            <a:noFill/>
          </a:ln>
        </p:spPr>
      </p:pic>
      <p:sp>
        <p:nvSpPr>
          <p:cNvPr id="417" name="Google Shape;417;p19"/>
          <p:cNvSpPr/>
          <p:nvPr/>
        </p:nvSpPr>
        <p:spPr>
          <a:xfrm>
            <a:off x="429255" y="424691"/>
            <a:ext cx="1693460" cy="555023"/>
          </a:xfrm>
          <a:prstGeom prst="roundRect">
            <a:avLst>
              <a:gd fmla="val 26224" name="adj"/>
            </a:avLst>
          </a:prstGeom>
          <a:gradFill>
            <a:gsLst>
              <a:gs pos="0">
                <a:srgbClr val="0077FF"/>
              </a:gs>
              <a:gs pos="100000">
                <a:srgbClr val="00AEE8"/>
              </a:gs>
            </a:gsLst>
            <a:lin ang="189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-RU" sz="18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>Кейс</a:t>
            </a:r>
            <a:endParaRPr b="1" i="0" sz="1800" u="none" cap="none" strike="noStrike">
              <a:solidFill>
                <a:schemeClr val="lt1"/>
              </a:solidFill>
              <a:latin typeface="Play"/>
              <a:ea typeface="Play"/>
              <a:cs typeface="Play"/>
              <a:sym typeface="Play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20"/>
          <p:cNvSpPr txBox="1"/>
          <p:nvPr>
            <p:ph type="title"/>
          </p:nvPr>
        </p:nvSpPr>
        <p:spPr>
          <a:xfrm>
            <a:off x="429253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</a:pPr>
            <a:r>
              <a:rPr lang="ru-RU"/>
              <a:t>Кейс</a:t>
            </a:r>
            <a:endParaRPr/>
          </a:p>
        </p:txBody>
      </p:sp>
      <p:sp>
        <p:nvSpPr>
          <p:cNvPr id="424" name="Google Shape;424;p20"/>
          <p:cNvSpPr txBox="1"/>
          <p:nvPr/>
        </p:nvSpPr>
        <p:spPr>
          <a:xfrm>
            <a:off x="6830705" y="2116408"/>
            <a:ext cx="4680000" cy="67823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"/>
              <a:buNone/>
            </a:pPr>
            <a:r>
              <a:rPr b="0" i="0" lang="ru-RU" sz="18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>Текст</a:t>
            </a:r>
            <a:endParaRPr/>
          </a:p>
        </p:txBody>
      </p:sp>
      <p:sp>
        <p:nvSpPr>
          <p:cNvPr id="425" name="Google Shape;425;p20"/>
          <p:cNvSpPr/>
          <p:nvPr/>
        </p:nvSpPr>
        <p:spPr>
          <a:xfrm>
            <a:off x="5916189" y="2116410"/>
            <a:ext cx="678239" cy="678239"/>
          </a:xfrm>
          <a:prstGeom prst="roundRect">
            <a:avLst>
              <a:gd fmla="val 27662" name="adj"/>
            </a:avLst>
          </a:prstGeom>
          <a:solidFill>
            <a:srgbClr val="000000">
              <a:alpha val="60000"/>
            </a:srgbClr>
          </a:solidFill>
          <a:ln cap="flat" cmpd="sng" w="9525">
            <a:solidFill>
              <a:srgbClr val="00AEE8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26" name="Google Shape;426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03457" y="2303678"/>
            <a:ext cx="303703" cy="303703"/>
          </a:xfrm>
          <a:prstGeom prst="rect">
            <a:avLst/>
          </a:prstGeom>
          <a:noFill/>
          <a:ln>
            <a:noFill/>
          </a:ln>
        </p:spPr>
      </p:pic>
      <p:sp>
        <p:nvSpPr>
          <p:cNvPr id="427" name="Google Shape;427;p20"/>
          <p:cNvSpPr txBox="1"/>
          <p:nvPr/>
        </p:nvSpPr>
        <p:spPr>
          <a:xfrm>
            <a:off x="6830705" y="3075476"/>
            <a:ext cx="4680000" cy="67823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"/>
              <a:buNone/>
            </a:pPr>
            <a:r>
              <a:rPr b="0" i="0" lang="ru-RU" sz="18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>Текст</a:t>
            </a:r>
            <a:endParaRPr/>
          </a:p>
        </p:txBody>
      </p:sp>
      <p:sp>
        <p:nvSpPr>
          <p:cNvPr id="428" name="Google Shape;428;p20"/>
          <p:cNvSpPr/>
          <p:nvPr/>
        </p:nvSpPr>
        <p:spPr>
          <a:xfrm>
            <a:off x="5916189" y="3075477"/>
            <a:ext cx="678239" cy="678239"/>
          </a:xfrm>
          <a:prstGeom prst="roundRect">
            <a:avLst>
              <a:gd fmla="val 27662" name="adj"/>
            </a:avLst>
          </a:prstGeom>
          <a:solidFill>
            <a:srgbClr val="000000">
              <a:alpha val="60000"/>
            </a:srgbClr>
          </a:solidFill>
          <a:ln cap="flat" cmpd="sng" w="9525">
            <a:solidFill>
              <a:srgbClr val="00AEE8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29" name="Google Shape;429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03457" y="3262745"/>
            <a:ext cx="303703" cy="303703"/>
          </a:xfrm>
          <a:prstGeom prst="rect">
            <a:avLst/>
          </a:prstGeom>
          <a:noFill/>
          <a:ln>
            <a:noFill/>
          </a:ln>
        </p:spPr>
      </p:pic>
      <p:sp>
        <p:nvSpPr>
          <p:cNvPr id="430" name="Google Shape;430;p20"/>
          <p:cNvSpPr txBox="1"/>
          <p:nvPr/>
        </p:nvSpPr>
        <p:spPr>
          <a:xfrm>
            <a:off x="6830705" y="4047606"/>
            <a:ext cx="4680000" cy="67823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"/>
              <a:buNone/>
            </a:pPr>
            <a:r>
              <a:rPr b="0" i="0" lang="ru-RU" sz="18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>Текст</a:t>
            </a:r>
            <a:endParaRPr/>
          </a:p>
        </p:txBody>
      </p:sp>
      <p:sp>
        <p:nvSpPr>
          <p:cNvPr id="431" name="Google Shape;431;p20"/>
          <p:cNvSpPr/>
          <p:nvPr/>
        </p:nvSpPr>
        <p:spPr>
          <a:xfrm>
            <a:off x="5916189" y="4047607"/>
            <a:ext cx="678239" cy="678239"/>
          </a:xfrm>
          <a:prstGeom prst="roundRect">
            <a:avLst>
              <a:gd fmla="val 27662" name="adj"/>
            </a:avLst>
          </a:prstGeom>
          <a:solidFill>
            <a:srgbClr val="000000">
              <a:alpha val="60000"/>
            </a:srgbClr>
          </a:solidFill>
          <a:ln cap="flat" cmpd="sng" w="9525">
            <a:solidFill>
              <a:srgbClr val="00AEE8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32" name="Google Shape;432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03457" y="4234875"/>
            <a:ext cx="303703" cy="303703"/>
          </a:xfrm>
          <a:prstGeom prst="rect">
            <a:avLst/>
          </a:prstGeom>
          <a:noFill/>
          <a:ln>
            <a:noFill/>
          </a:ln>
        </p:spPr>
      </p:pic>
      <p:sp>
        <p:nvSpPr>
          <p:cNvPr id="433" name="Google Shape;433;p20"/>
          <p:cNvSpPr txBox="1"/>
          <p:nvPr/>
        </p:nvSpPr>
        <p:spPr>
          <a:xfrm>
            <a:off x="6830705" y="5033027"/>
            <a:ext cx="4680000" cy="67823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"/>
              <a:buNone/>
            </a:pPr>
            <a:r>
              <a:rPr b="0" i="0" lang="ru-RU" sz="18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>Текст</a:t>
            </a:r>
            <a:endParaRPr/>
          </a:p>
        </p:txBody>
      </p:sp>
      <p:sp>
        <p:nvSpPr>
          <p:cNvPr id="434" name="Google Shape;434;p20"/>
          <p:cNvSpPr/>
          <p:nvPr/>
        </p:nvSpPr>
        <p:spPr>
          <a:xfrm>
            <a:off x="5916189" y="5033028"/>
            <a:ext cx="678239" cy="678239"/>
          </a:xfrm>
          <a:prstGeom prst="roundRect">
            <a:avLst>
              <a:gd fmla="val 27662" name="adj"/>
            </a:avLst>
          </a:prstGeom>
          <a:solidFill>
            <a:srgbClr val="000000">
              <a:alpha val="60000"/>
            </a:srgbClr>
          </a:solidFill>
          <a:ln cap="flat" cmpd="sng" w="9525">
            <a:solidFill>
              <a:srgbClr val="00AEE8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35" name="Google Shape;435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03457" y="5220296"/>
            <a:ext cx="303703" cy="303703"/>
          </a:xfrm>
          <a:prstGeom prst="rect">
            <a:avLst/>
          </a:prstGeom>
          <a:noFill/>
          <a:ln>
            <a:noFill/>
          </a:ln>
        </p:spPr>
      </p:pic>
      <p:sp>
        <p:nvSpPr>
          <p:cNvPr id="436" name="Google Shape;436;p20"/>
          <p:cNvSpPr/>
          <p:nvPr/>
        </p:nvSpPr>
        <p:spPr>
          <a:xfrm>
            <a:off x="5916189" y="1442224"/>
            <a:ext cx="5782981" cy="4969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2400" u="none" cap="none" strike="noStrike">
                <a:solidFill>
                  <a:srgbClr val="0077FF"/>
                </a:solidFill>
                <a:latin typeface="Play"/>
                <a:ea typeface="Play"/>
                <a:cs typeface="Play"/>
                <a:sym typeface="Play"/>
              </a:rPr>
              <a:t>Заголовок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p21"/>
          <p:cNvSpPr txBox="1"/>
          <p:nvPr>
            <p:ph type="title"/>
          </p:nvPr>
        </p:nvSpPr>
        <p:spPr>
          <a:xfrm>
            <a:off x="429253" y="424691"/>
            <a:ext cx="7827311" cy="6268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</a:pPr>
            <a:r>
              <a:rPr lang="ru-RU"/>
              <a:t>Заголовок</a:t>
            </a:r>
            <a:endParaRPr/>
          </a:p>
        </p:txBody>
      </p:sp>
      <p:sp>
        <p:nvSpPr>
          <p:cNvPr id="442" name="Google Shape;442;p21"/>
          <p:cNvSpPr/>
          <p:nvPr/>
        </p:nvSpPr>
        <p:spPr>
          <a:xfrm>
            <a:off x="5383513" y="860119"/>
            <a:ext cx="5917558" cy="1705685"/>
          </a:xfrm>
          <a:prstGeom prst="roundRect">
            <a:avLst>
              <a:gd fmla="val 9293" name="adj"/>
            </a:avLst>
          </a:prstGeom>
          <a:solidFill>
            <a:srgbClr val="151515"/>
          </a:solidFill>
          <a:ln>
            <a:noFill/>
          </a:ln>
        </p:spPr>
        <p:txBody>
          <a:bodyPr anchorCtr="0" anchor="t" bIns="0" lIns="108000" spcFirstLastPara="1" rIns="0" wrap="square" tIns="756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800" u="none" cap="none" strike="noStrike">
                <a:solidFill>
                  <a:srgbClr val="0077FF"/>
                </a:solidFill>
                <a:latin typeface="Play"/>
                <a:ea typeface="Play"/>
                <a:cs typeface="Play"/>
                <a:sym typeface="Play"/>
              </a:rPr>
              <a:t>Заголовок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ru-RU" sz="1400" u="none" cap="none" strike="noStrike">
                <a:solidFill>
                  <a:srgbClr val="E4E7EA"/>
                </a:solidFill>
                <a:latin typeface="Play"/>
                <a:ea typeface="Play"/>
                <a:cs typeface="Play"/>
                <a:sym typeface="Play"/>
              </a:rPr>
              <a:t>Текст</a:t>
            </a:r>
            <a:endParaRPr b="0" i="0" sz="1400" u="none" cap="none" strike="noStrike">
              <a:solidFill>
                <a:srgbClr val="E4E7EA"/>
              </a:solidFill>
              <a:latin typeface="Play"/>
              <a:ea typeface="Play"/>
              <a:cs typeface="Play"/>
              <a:sym typeface="Play"/>
            </a:endParaRPr>
          </a:p>
        </p:txBody>
      </p:sp>
      <p:grpSp>
        <p:nvGrpSpPr>
          <p:cNvPr id="443" name="Google Shape;443;p21"/>
          <p:cNvGrpSpPr/>
          <p:nvPr/>
        </p:nvGrpSpPr>
        <p:grpSpPr>
          <a:xfrm>
            <a:off x="5523729" y="996732"/>
            <a:ext cx="515460" cy="515395"/>
            <a:chOff x="5166883" y="996732"/>
            <a:chExt cx="515460" cy="515395"/>
          </a:xfrm>
        </p:grpSpPr>
        <p:sp>
          <p:nvSpPr>
            <p:cNvPr id="444" name="Google Shape;444;p21"/>
            <p:cNvSpPr/>
            <p:nvPr/>
          </p:nvSpPr>
          <p:spPr>
            <a:xfrm>
              <a:off x="5166883" y="996732"/>
              <a:ext cx="515460" cy="515395"/>
            </a:xfrm>
            <a:prstGeom prst="roundRect">
              <a:avLst>
                <a:gd fmla="val 23586" name="adj"/>
              </a:avLst>
            </a:prstGeom>
            <a:solidFill>
              <a:srgbClr val="21212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445" name="Google Shape;445;p2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5291263" y="1117786"/>
              <a:ext cx="266700" cy="2667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46" name="Google Shape;446;p21"/>
          <p:cNvSpPr/>
          <p:nvPr/>
        </p:nvSpPr>
        <p:spPr>
          <a:xfrm>
            <a:off x="5383513" y="2710690"/>
            <a:ext cx="5917558" cy="1705685"/>
          </a:xfrm>
          <a:prstGeom prst="roundRect">
            <a:avLst>
              <a:gd fmla="val 9293" name="adj"/>
            </a:avLst>
          </a:prstGeom>
          <a:solidFill>
            <a:srgbClr val="151515"/>
          </a:solidFill>
          <a:ln>
            <a:noFill/>
          </a:ln>
        </p:spPr>
        <p:txBody>
          <a:bodyPr anchorCtr="0" anchor="t" bIns="0" lIns="108000" spcFirstLastPara="1" rIns="0" wrap="square" tIns="756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800" u="none" cap="none" strike="noStrike">
                <a:solidFill>
                  <a:srgbClr val="0077FF"/>
                </a:solidFill>
                <a:latin typeface="Play"/>
                <a:ea typeface="Play"/>
                <a:cs typeface="Play"/>
                <a:sym typeface="Play"/>
              </a:rPr>
              <a:t>Заголовок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ru-RU" sz="1400" u="none" cap="none" strike="noStrike">
                <a:solidFill>
                  <a:srgbClr val="E4E7EA"/>
                </a:solidFill>
                <a:latin typeface="Play"/>
                <a:ea typeface="Play"/>
                <a:cs typeface="Play"/>
                <a:sym typeface="Play"/>
              </a:rPr>
              <a:t>Текст</a:t>
            </a:r>
            <a:endParaRPr b="0" i="0" sz="1400" u="none" cap="none" strike="noStrike">
              <a:solidFill>
                <a:srgbClr val="E4E7EA"/>
              </a:solidFill>
              <a:latin typeface="Play"/>
              <a:ea typeface="Play"/>
              <a:cs typeface="Play"/>
              <a:sym typeface="Play"/>
            </a:endParaRPr>
          </a:p>
        </p:txBody>
      </p:sp>
      <p:grpSp>
        <p:nvGrpSpPr>
          <p:cNvPr id="447" name="Google Shape;447;p21"/>
          <p:cNvGrpSpPr/>
          <p:nvPr/>
        </p:nvGrpSpPr>
        <p:grpSpPr>
          <a:xfrm>
            <a:off x="5523729" y="2847303"/>
            <a:ext cx="515460" cy="515395"/>
            <a:chOff x="5166883" y="996732"/>
            <a:chExt cx="515460" cy="515395"/>
          </a:xfrm>
        </p:grpSpPr>
        <p:sp>
          <p:nvSpPr>
            <p:cNvPr id="448" name="Google Shape;448;p21"/>
            <p:cNvSpPr/>
            <p:nvPr/>
          </p:nvSpPr>
          <p:spPr>
            <a:xfrm>
              <a:off x="5166883" y="996732"/>
              <a:ext cx="515460" cy="515395"/>
            </a:xfrm>
            <a:prstGeom prst="roundRect">
              <a:avLst>
                <a:gd fmla="val 23586" name="adj"/>
              </a:avLst>
            </a:prstGeom>
            <a:solidFill>
              <a:srgbClr val="21212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449" name="Google Shape;449;p2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5291263" y="1117786"/>
              <a:ext cx="266700" cy="2667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50" name="Google Shape;450;p21"/>
          <p:cNvSpPr/>
          <p:nvPr/>
        </p:nvSpPr>
        <p:spPr>
          <a:xfrm>
            <a:off x="5383513" y="4561261"/>
            <a:ext cx="5917558" cy="1705685"/>
          </a:xfrm>
          <a:prstGeom prst="roundRect">
            <a:avLst>
              <a:gd fmla="val 9293" name="adj"/>
            </a:avLst>
          </a:prstGeom>
          <a:solidFill>
            <a:srgbClr val="151515"/>
          </a:solidFill>
          <a:ln>
            <a:noFill/>
          </a:ln>
        </p:spPr>
        <p:txBody>
          <a:bodyPr anchorCtr="0" anchor="t" bIns="0" lIns="108000" spcFirstLastPara="1" rIns="0" wrap="square" tIns="756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800" u="none" cap="none" strike="noStrike">
                <a:solidFill>
                  <a:srgbClr val="0077FF"/>
                </a:solidFill>
                <a:latin typeface="Play"/>
                <a:ea typeface="Play"/>
                <a:cs typeface="Play"/>
                <a:sym typeface="Play"/>
              </a:rPr>
              <a:t>Заголовок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ru-RU" sz="1400" u="none" cap="none" strike="noStrike">
                <a:solidFill>
                  <a:srgbClr val="E4E7EA"/>
                </a:solidFill>
                <a:latin typeface="Play"/>
                <a:ea typeface="Play"/>
                <a:cs typeface="Play"/>
                <a:sym typeface="Play"/>
              </a:rPr>
              <a:t>Текст</a:t>
            </a:r>
            <a:endParaRPr b="0" i="0" sz="1400" u="none" cap="none" strike="noStrike">
              <a:solidFill>
                <a:srgbClr val="E4E7EA"/>
              </a:solidFill>
              <a:latin typeface="Play"/>
              <a:ea typeface="Play"/>
              <a:cs typeface="Play"/>
              <a:sym typeface="Play"/>
            </a:endParaRPr>
          </a:p>
        </p:txBody>
      </p:sp>
      <p:grpSp>
        <p:nvGrpSpPr>
          <p:cNvPr id="451" name="Google Shape;451;p21"/>
          <p:cNvGrpSpPr/>
          <p:nvPr/>
        </p:nvGrpSpPr>
        <p:grpSpPr>
          <a:xfrm>
            <a:off x="5523729" y="4697874"/>
            <a:ext cx="515460" cy="515395"/>
            <a:chOff x="5166883" y="996732"/>
            <a:chExt cx="515460" cy="515395"/>
          </a:xfrm>
        </p:grpSpPr>
        <p:sp>
          <p:nvSpPr>
            <p:cNvPr id="452" name="Google Shape;452;p21"/>
            <p:cNvSpPr/>
            <p:nvPr/>
          </p:nvSpPr>
          <p:spPr>
            <a:xfrm>
              <a:off x="5166883" y="996732"/>
              <a:ext cx="515460" cy="515395"/>
            </a:xfrm>
            <a:prstGeom prst="roundRect">
              <a:avLst>
                <a:gd fmla="val 23586" name="adj"/>
              </a:avLst>
            </a:prstGeom>
            <a:solidFill>
              <a:srgbClr val="21212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453" name="Google Shape;453;p2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5291263" y="1117786"/>
              <a:ext cx="266700" cy="2667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p22"/>
          <p:cNvSpPr txBox="1"/>
          <p:nvPr>
            <p:ph type="title"/>
          </p:nvPr>
        </p:nvSpPr>
        <p:spPr>
          <a:xfrm>
            <a:off x="429253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</a:pPr>
            <a:r>
              <a:rPr lang="ru-RU"/>
              <a:t>Заголовок</a:t>
            </a:r>
            <a:endParaRPr/>
          </a:p>
        </p:txBody>
      </p:sp>
      <p:sp>
        <p:nvSpPr>
          <p:cNvPr id="460" name="Google Shape;460;p22"/>
          <p:cNvSpPr/>
          <p:nvPr/>
        </p:nvSpPr>
        <p:spPr>
          <a:xfrm>
            <a:off x="7729481" y="1666499"/>
            <a:ext cx="3420000" cy="3525002"/>
          </a:xfrm>
          <a:prstGeom prst="roundRect">
            <a:avLst>
              <a:gd fmla="val 4432" name="adj"/>
            </a:avLst>
          </a:prstGeom>
          <a:solidFill>
            <a:srgbClr val="212121"/>
          </a:solidFill>
          <a:ln>
            <a:noFill/>
          </a:ln>
        </p:spPr>
        <p:txBody>
          <a:bodyPr anchorCtr="0" anchor="t" bIns="45700" lIns="108000" spcFirstLastPara="1" rIns="91425" wrap="square" tIns="108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2000" u="none" cap="none" strike="noStrike">
                <a:solidFill>
                  <a:srgbClr val="0077FF"/>
                </a:solidFill>
                <a:latin typeface="Play"/>
                <a:ea typeface="Play"/>
                <a:cs typeface="Play"/>
                <a:sym typeface="Play"/>
              </a:rPr>
              <a:t>Заголовок</a:t>
            </a:r>
            <a:endParaRPr/>
          </a:p>
        </p:txBody>
      </p:sp>
      <p:sp>
        <p:nvSpPr>
          <p:cNvPr id="461" name="Google Shape;461;p22"/>
          <p:cNvSpPr/>
          <p:nvPr/>
        </p:nvSpPr>
        <p:spPr>
          <a:xfrm>
            <a:off x="4056891" y="1666499"/>
            <a:ext cx="3420000" cy="3525002"/>
          </a:xfrm>
          <a:prstGeom prst="roundRect">
            <a:avLst>
              <a:gd fmla="val 4027" name="adj"/>
            </a:avLst>
          </a:prstGeom>
          <a:solidFill>
            <a:srgbClr val="212121"/>
          </a:solidFill>
          <a:ln>
            <a:noFill/>
          </a:ln>
        </p:spPr>
        <p:txBody>
          <a:bodyPr anchorCtr="0" anchor="t" bIns="45700" lIns="108000" spcFirstLastPara="1" rIns="91425" wrap="square" tIns="108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>
                <a:solidFill>
                  <a:srgbClr val="0077FF"/>
                </a:solidFill>
                <a:latin typeface="Play"/>
                <a:ea typeface="Play"/>
                <a:cs typeface="Play"/>
                <a:sym typeface="Play"/>
              </a:rPr>
              <a:t>Заголовок</a:t>
            </a:r>
            <a:endParaRPr/>
          </a:p>
        </p:txBody>
      </p:sp>
      <p:sp>
        <p:nvSpPr>
          <p:cNvPr id="462" name="Google Shape;462;p22"/>
          <p:cNvSpPr/>
          <p:nvPr/>
        </p:nvSpPr>
        <p:spPr>
          <a:xfrm>
            <a:off x="415687" y="1666499"/>
            <a:ext cx="3420000" cy="3525002"/>
          </a:xfrm>
          <a:prstGeom prst="roundRect">
            <a:avLst>
              <a:gd fmla="val 4432" name="adj"/>
            </a:avLst>
          </a:prstGeom>
          <a:solidFill>
            <a:srgbClr val="212121"/>
          </a:solidFill>
          <a:ln>
            <a:noFill/>
          </a:ln>
        </p:spPr>
        <p:txBody>
          <a:bodyPr anchorCtr="0" anchor="t" bIns="45700" lIns="108000" spcFirstLastPara="1" rIns="91425" wrap="square" tIns="108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>
                <a:solidFill>
                  <a:srgbClr val="0077FF"/>
                </a:solidFill>
                <a:latin typeface="Play"/>
                <a:ea typeface="Play"/>
                <a:cs typeface="Play"/>
                <a:sym typeface="Play"/>
              </a:rPr>
              <a:t>Заголовок</a:t>
            </a:r>
            <a:endParaRPr/>
          </a:p>
        </p:txBody>
      </p:sp>
      <p:sp>
        <p:nvSpPr>
          <p:cNvPr id="463" name="Google Shape;463;p22"/>
          <p:cNvSpPr txBox="1"/>
          <p:nvPr/>
        </p:nvSpPr>
        <p:spPr>
          <a:xfrm>
            <a:off x="596659" y="3258988"/>
            <a:ext cx="3057144" cy="251795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>Текст</a:t>
            </a:r>
            <a:endParaRPr/>
          </a:p>
        </p:txBody>
      </p:sp>
      <p:pic>
        <p:nvPicPr>
          <p:cNvPr id="464" name="Google Shape;464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6658" y="2888071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465" name="Google Shape;465;p22"/>
          <p:cNvSpPr txBox="1"/>
          <p:nvPr/>
        </p:nvSpPr>
        <p:spPr>
          <a:xfrm>
            <a:off x="4240405" y="3258988"/>
            <a:ext cx="3057144" cy="251795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>Текст</a:t>
            </a:r>
            <a:endParaRPr/>
          </a:p>
        </p:txBody>
      </p:sp>
      <p:pic>
        <p:nvPicPr>
          <p:cNvPr id="466" name="Google Shape;466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40404" y="2888071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467" name="Google Shape;467;p22"/>
          <p:cNvSpPr txBox="1"/>
          <p:nvPr/>
        </p:nvSpPr>
        <p:spPr>
          <a:xfrm>
            <a:off x="7911859" y="3258988"/>
            <a:ext cx="3057144" cy="251795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>Текст</a:t>
            </a:r>
            <a:endParaRPr/>
          </a:p>
        </p:txBody>
      </p:sp>
      <p:pic>
        <p:nvPicPr>
          <p:cNvPr id="468" name="Google Shape;468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11858" y="2888071"/>
            <a:ext cx="266700" cy="266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3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p23"/>
          <p:cNvSpPr txBox="1"/>
          <p:nvPr>
            <p:ph type="title"/>
          </p:nvPr>
        </p:nvSpPr>
        <p:spPr>
          <a:xfrm>
            <a:off x="429253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</a:pPr>
            <a:r>
              <a:rPr lang="ru-RU"/>
              <a:t>Заголовок</a:t>
            </a:r>
            <a:endParaRPr/>
          </a:p>
        </p:txBody>
      </p:sp>
      <p:sp>
        <p:nvSpPr>
          <p:cNvPr id="475" name="Google Shape;475;p23"/>
          <p:cNvSpPr/>
          <p:nvPr/>
        </p:nvSpPr>
        <p:spPr>
          <a:xfrm>
            <a:off x="427864" y="1664169"/>
            <a:ext cx="3636000" cy="1800000"/>
          </a:xfrm>
          <a:prstGeom prst="roundRect">
            <a:avLst>
              <a:gd fmla="val 6326" name="adj"/>
            </a:avLst>
          </a:prstGeom>
          <a:solidFill>
            <a:srgbClr val="212121"/>
          </a:solidFill>
          <a:ln>
            <a:noFill/>
          </a:ln>
        </p:spPr>
        <p:txBody>
          <a:bodyPr anchorCtr="0" anchor="t" bIns="45700" lIns="108000" spcFirstLastPara="1" rIns="91425" wrap="square" tIns="72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>
                <a:solidFill>
                  <a:srgbClr val="0077FF"/>
                </a:solidFill>
                <a:latin typeface="Play"/>
                <a:ea typeface="Play"/>
                <a:cs typeface="Play"/>
                <a:sym typeface="Play"/>
              </a:rPr>
              <a:t>Заголовок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ru-RU" sz="1400">
                <a:solidFill>
                  <a:srgbClr val="E4E7EA"/>
                </a:solidFill>
                <a:latin typeface="Play"/>
                <a:ea typeface="Play"/>
                <a:cs typeface="Play"/>
                <a:sym typeface="Play"/>
              </a:rPr>
              <a:t>Текст</a:t>
            </a:r>
            <a:endParaRPr/>
          </a:p>
        </p:txBody>
      </p:sp>
      <p:sp>
        <p:nvSpPr>
          <p:cNvPr id="476" name="Google Shape;476;p23"/>
          <p:cNvSpPr/>
          <p:nvPr/>
        </p:nvSpPr>
        <p:spPr>
          <a:xfrm>
            <a:off x="4217594" y="1664169"/>
            <a:ext cx="3636000" cy="1800000"/>
          </a:xfrm>
          <a:prstGeom prst="roundRect">
            <a:avLst>
              <a:gd fmla="val 6871" name="adj"/>
            </a:avLst>
          </a:prstGeom>
          <a:solidFill>
            <a:srgbClr val="212121"/>
          </a:solidFill>
          <a:ln>
            <a:noFill/>
          </a:ln>
        </p:spPr>
        <p:txBody>
          <a:bodyPr anchorCtr="0" anchor="t" bIns="45700" lIns="108000" spcFirstLastPara="1" rIns="91425" wrap="square" tIns="72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>
                <a:solidFill>
                  <a:srgbClr val="0077FF"/>
                </a:solidFill>
                <a:latin typeface="Play"/>
                <a:ea typeface="Play"/>
                <a:cs typeface="Play"/>
                <a:sym typeface="Play"/>
              </a:rPr>
              <a:t>Заголовок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ru-RU" sz="1400">
                <a:solidFill>
                  <a:srgbClr val="E4E7EA"/>
                </a:solidFill>
                <a:latin typeface="Play"/>
                <a:ea typeface="Play"/>
                <a:cs typeface="Play"/>
                <a:sym typeface="Play"/>
              </a:rPr>
              <a:t>Текст</a:t>
            </a:r>
            <a:endParaRPr/>
          </a:p>
        </p:txBody>
      </p:sp>
      <p:sp>
        <p:nvSpPr>
          <p:cNvPr id="477" name="Google Shape;477;p23"/>
          <p:cNvSpPr/>
          <p:nvPr/>
        </p:nvSpPr>
        <p:spPr>
          <a:xfrm>
            <a:off x="8007324" y="1664169"/>
            <a:ext cx="3636000" cy="1800000"/>
          </a:xfrm>
          <a:prstGeom prst="roundRect">
            <a:avLst>
              <a:gd fmla="val 5781" name="adj"/>
            </a:avLst>
          </a:prstGeom>
          <a:solidFill>
            <a:srgbClr val="212121"/>
          </a:solidFill>
          <a:ln>
            <a:noFill/>
          </a:ln>
        </p:spPr>
        <p:txBody>
          <a:bodyPr anchorCtr="0" anchor="t" bIns="45700" lIns="108000" spcFirstLastPara="1" rIns="91425" wrap="square" tIns="72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>
                <a:solidFill>
                  <a:srgbClr val="0077FF"/>
                </a:solidFill>
                <a:latin typeface="Play"/>
                <a:ea typeface="Play"/>
                <a:cs typeface="Play"/>
                <a:sym typeface="Play"/>
              </a:rPr>
              <a:t>Заголовок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ru-RU" sz="1400">
                <a:solidFill>
                  <a:srgbClr val="E4E7EA"/>
                </a:solidFill>
                <a:latin typeface="Play"/>
                <a:ea typeface="Play"/>
                <a:cs typeface="Play"/>
                <a:sym typeface="Play"/>
              </a:rPr>
              <a:t>Текст</a:t>
            </a:r>
            <a:endParaRPr/>
          </a:p>
        </p:txBody>
      </p:sp>
      <p:sp>
        <p:nvSpPr>
          <p:cNvPr id="478" name="Google Shape;478;p23"/>
          <p:cNvSpPr/>
          <p:nvPr/>
        </p:nvSpPr>
        <p:spPr>
          <a:xfrm>
            <a:off x="427864" y="3617743"/>
            <a:ext cx="3636000" cy="1800000"/>
          </a:xfrm>
          <a:prstGeom prst="roundRect">
            <a:avLst>
              <a:gd fmla="val 6326" name="adj"/>
            </a:avLst>
          </a:prstGeom>
          <a:solidFill>
            <a:srgbClr val="212121"/>
          </a:solidFill>
          <a:ln>
            <a:noFill/>
          </a:ln>
        </p:spPr>
        <p:txBody>
          <a:bodyPr anchorCtr="0" anchor="t" bIns="45700" lIns="108000" spcFirstLastPara="1" rIns="91425" wrap="square" tIns="72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>
                <a:solidFill>
                  <a:srgbClr val="0077FF"/>
                </a:solidFill>
                <a:latin typeface="Play"/>
                <a:ea typeface="Play"/>
                <a:cs typeface="Play"/>
                <a:sym typeface="Play"/>
              </a:rPr>
              <a:t>Заголовок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ru-RU" sz="1400">
                <a:solidFill>
                  <a:srgbClr val="E4E7EA"/>
                </a:solidFill>
                <a:latin typeface="Play"/>
                <a:ea typeface="Play"/>
                <a:cs typeface="Play"/>
                <a:sym typeface="Play"/>
              </a:rPr>
              <a:t>Текст</a:t>
            </a:r>
            <a:endParaRPr/>
          </a:p>
        </p:txBody>
      </p:sp>
      <p:sp>
        <p:nvSpPr>
          <p:cNvPr id="479" name="Google Shape;479;p23"/>
          <p:cNvSpPr/>
          <p:nvPr/>
        </p:nvSpPr>
        <p:spPr>
          <a:xfrm>
            <a:off x="4217594" y="3617743"/>
            <a:ext cx="3636000" cy="1800000"/>
          </a:xfrm>
          <a:prstGeom prst="roundRect">
            <a:avLst>
              <a:gd fmla="val 6326" name="adj"/>
            </a:avLst>
          </a:prstGeom>
          <a:solidFill>
            <a:srgbClr val="212121"/>
          </a:solidFill>
          <a:ln>
            <a:noFill/>
          </a:ln>
        </p:spPr>
        <p:txBody>
          <a:bodyPr anchorCtr="0" anchor="t" bIns="45700" lIns="108000" spcFirstLastPara="1" rIns="91425" wrap="square" tIns="72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>
                <a:solidFill>
                  <a:srgbClr val="0077FF"/>
                </a:solidFill>
                <a:latin typeface="Play"/>
                <a:ea typeface="Play"/>
                <a:cs typeface="Play"/>
                <a:sym typeface="Play"/>
              </a:rPr>
              <a:t>Заголовок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ru-RU" sz="1400">
                <a:solidFill>
                  <a:srgbClr val="E4E7EA"/>
                </a:solidFill>
                <a:latin typeface="Play"/>
                <a:ea typeface="Play"/>
                <a:cs typeface="Play"/>
                <a:sym typeface="Play"/>
              </a:rPr>
              <a:t>Текст</a:t>
            </a:r>
            <a:endParaRPr/>
          </a:p>
        </p:txBody>
      </p:sp>
      <p:sp>
        <p:nvSpPr>
          <p:cNvPr id="480" name="Google Shape;480;p23"/>
          <p:cNvSpPr/>
          <p:nvPr/>
        </p:nvSpPr>
        <p:spPr>
          <a:xfrm>
            <a:off x="8005823" y="3617743"/>
            <a:ext cx="3636000" cy="1800000"/>
          </a:xfrm>
          <a:prstGeom prst="roundRect">
            <a:avLst>
              <a:gd fmla="val 6326" name="adj"/>
            </a:avLst>
          </a:prstGeom>
          <a:solidFill>
            <a:srgbClr val="212121"/>
          </a:solidFill>
          <a:ln>
            <a:noFill/>
          </a:ln>
        </p:spPr>
        <p:txBody>
          <a:bodyPr anchorCtr="0" anchor="t" bIns="45700" lIns="108000" spcFirstLastPara="1" rIns="91425" wrap="square" tIns="72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>
                <a:solidFill>
                  <a:srgbClr val="0077FF"/>
                </a:solidFill>
                <a:latin typeface="Play"/>
                <a:ea typeface="Play"/>
                <a:cs typeface="Play"/>
                <a:sym typeface="Play"/>
              </a:rPr>
              <a:t>Заголовок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ru-RU" sz="1400">
                <a:solidFill>
                  <a:srgbClr val="E4E7EA"/>
                </a:solidFill>
                <a:latin typeface="Play"/>
                <a:ea typeface="Play"/>
                <a:cs typeface="Play"/>
                <a:sym typeface="Play"/>
              </a:rPr>
              <a:t>Текст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p24"/>
          <p:cNvSpPr txBox="1"/>
          <p:nvPr>
            <p:ph type="title"/>
          </p:nvPr>
        </p:nvSpPr>
        <p:spPr>
          <a:xfrm>
            <a:off x="429253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</a:pPr>
            <a:r>
              <a:rPr lang="ru-RU"/>
              <a:t>Заголовок</a:t>
            </a:r>
            <a:endParaRPr/>
          </a:p>
        </p:txBody>
      </p:sp>
      <p:sp>
        <p:nvSpPr>
          <p:cNvPr id="487" name="Google Shape;487;p24"/>
          <p:cNvSpPr/>
          <p:nvPr/>
        </p:nvSpPr>
        <p:spPr>
          <a:xfrm rot="-600">
            <a:off x="437086" y="2483590"/>
            <a:ext cx="3437052" cy="5060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7FF"/>
              </a:buClr>
              <a:buSzPts val="2000"/>
              <a:buFont typeface="Play"/>
              <a:buNone/>
            </a:pPr>
            <a:r>
              <a:rPr lang="ru-RU" sz="2000">
                <a:solidFill>
                  <a:srgbClr val="0077FF"/>
                </a:solidFill>
                <a:latin typeface="Play"/>
                <a:ea typeface="Play"/>
                <a:cs typeface="Play"/>
                <a:sym typeface="Play"/>
              </a:rPr>
              <a:t>Заголовок</a:t>
            </a:r>
            <a:endParaRPr sz="2000">
              <a:solidFill>
                <a:srgbClr val="0077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8" name="Google Shape;488;p24"/>
          <p:cNvSpPr/>
          <p:nvPr/>
        </p:nvSpPr>
        <p:spPr>
          <a:xfrm>
            <a:off x="437041" y="1592263"/>
            <a:ext cx="676173" cy="676089"/>
          </a:xfrm>
          <a:prstGeom prst="roundRect">
            <a:avLst>
              <a:gd fmla="val 23586" name="adj"/>
            </a:avLst>
          </a:prstGeom>
          <a:solidFill>
            <a:srgbClr val="21212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>
                <a:solidFill>
                  <a:srgbClr val="0077FF"/>
                </a:solidFill>
                <a:latin typeface="Play"/>
                <a:ea typeface="Play"/>
                <a:cs typeface="Play"/>
                <a:sym typeface="Play"/>
              </a:rPr>
              <a:t>01</a:t>
            </a:r>
            <a:endParaRPr sz="1600">
              <a:solidFill>
                <a:srgbClr val="0077FF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489" name="Google Shape;489;p24"/>
          <p:cNvSpPr/>
          <p:nvPr/>
        </p:nvSpPr>
        <p:spPr>
          <a:xfrm rot="-600">
            <a:off x="437111" y="2883834"/>
            <a:ext cx="3437052" cy="8019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4E7EA"/>
              </a:buClr>
              <a:buSzPts val="1600"/>
              <a:buFont typeface="Play"/>
              <a:buNone/>
            </a:pPr>
            <a:r>
              <a:rPr lang="ru-RU" sz="1600">
                <a:solidFill>
                  <a:srgbClr val="E4E7EA"/>
                </a:solidFill>
                <a:latin typeface="Play"/>
                <a:ea typeface="Play"/>
                <a:cs typeface="Play"/>
                <a:sym typeface="Play"/>
              </a:rPr>
              <a:t>Основной текст</a:t>
            </a:r>
            <a:endParaRPr sz="1600">
              <a:solidFill>
                <a:srgbClr val="E4E7EA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490" name="Google Shape;490;p24"/>
          <p:cNvSpPr/>
          <p:nvPr/>
        </p:nvSpPr>
        <p:spPr>
          <a:xfrm rot="-600">
            <a:off x="4370068" y="2483590"/>
            <a:ext cx="3437052" cy="5060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7FF"/>
              </a:buClr>
              <a:buSzPts val="2000"/>
              <a:buFont typeface="Play"/>
              <a:buNone/>
            </a:pPr>
            <a:r>
              <a:rPr lang="ru-RU" sz="2000">
                <a:solidFill>
                  <a:srgbClr val="0077FF"/>
                </a:solidFill>
                <a:latin typeface="Play"/>
                <a:ea typeface="Play"/>
                <a:cs typeface="Play"/>
                <a:sym typeface="Play"/>
              </a:rPr>
              <a:t>Заголовок</a:t>
            </a:r>
            <a:endParaRPr sz="2000">
              <a:solidFill>
                <a:srgbClr val="0077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1" name="Google Shape;491;p24"/>
          <p:cNvSpPr/>
          <p:nvPr/>
        </p:nvSpPr>
        <p:spPr>
          <a:xfrm>
            <a:off x="4370023" y="1592263"/>
            <a:ext cx="676173" cy="676089"/>
          </a:xfrm>
          <a:prstGeom prst="roundRect">
            <a:avLst>
              <a:gd fmla="val 23586" name="adj"/>
            </a:avLst>
          </a:prstGeom>
          <a:solidFill>
            <a:srgbClr val="21212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>
                <a:solidFill>
                  <a:srgbClr val="0077FF"/>
                </a:solidFill>
                <a:latin typeface="Play"/>
                <a:ea typeface="Play"/>
                <a:cs typeface="Play"/>
                <a:sym typeface="Play"/>
              </a:rPr>
              <a:t>02</a:t>
            </a:r>
            <a:endParaRPr sz="1600">
              <a:solidFill>
                <a:srgbClr val="0077FF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492" name="Google Shape;492;p24"/>
          <p:cNvSpPr/>
          <p:nvPr/>
        </p:nvSpPr>
        <p:spPr>
          <a:xfrm rot="-600">
            <a:off x="4370093" y="2883834"/>
            <a:ext cx="3437052" cy="8019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4E7EA"/>
              </a:buClr>
              <a:buSzPts val="1600"/>
              <a:buFont typeface="Play"/>
              <a:buNone/>
            </a:pPr>
            <a:r>
              <a:rPr lang="ru-RU" sz="1600">
                <a:solidFill>
                  <a:srgbClr val="E4E7EA"/>
                </a:solidFill>
                <a:latin typeface="Play"/>
                <a:ea typeface="Play"/>
                <a:cs typeface="Play"/>
                <a:sym typeface="Play"/>
              </a:rPr>
              <a:t>Основной текст</a:t>
            </a:r>
            <a:endParaRPr sz="1600">
              <a:solidFill>
                <a:srgbClr val="E4E7EA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493" name="Google Shape;493;p24"/>
          <p:cNvSpPr/>
          <p:nvPr/>
        </p:nvSpPr>
        <p:spPr>
          <a:xfrm rot="-600">
            <a:off x="437086" y="4571470"/>
            <a:ext cx="3437052" cy="5060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7FF"/>
              </a:buClr>
              <a:buSzPts val="2000"/>
              <a:buFont typeface="Play"/>
              <a:buNone/>
            </a:pPr>
            <a:r>
              <a:rPr lang="ru-RU" sz="2000">
                <a:solidFill>
                  <a:srgbClr val="0077FF"/>
                </a:solidFill>
                <a:latin typeface="Play"/>
                <a:ea typeface="Play"/>
                <a:cs typeface="Play"/>
                <a:sym typeface="Play"/>
              </a:rPr>
              <a:t>Заголовок</a:t>
            </a:r>
            <a:endParaRPr sz="2000">
              <a:solidFill>
                <a:srgbClr val="0077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4" name="Google Shape;494;p24"/>
          <p:cNvSpPr/>
          <p:nvPr/>
        </p:nvSpPr>
        <p:spPr>
          <a:xfrm>
            <a:off x="437041" y="3680143"/>
            <a:ext cx="676173" cy="676089"/>
          </a:xfrm>
          <a:prstGeom prst="roundRect">
            <a:avLst>
              <a:gd fmla="val 23586" name="adj"/>
            </a:avLst>
          </a:prstGeom>
          <a:solidFill>
            <a:srgbClr val="21212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>
                <a:solidFill>
                  <a:srgbClr val="0077FF"/>
                </a:solidFill>
                <a:latin typeface="Play"/>
                <a:ea typeface="Play"/>
                <a:cs typeface="Play"/>
                <a:sym typeface="Play"/>
              </a:rPr>
              <a:t>04</a:t>
            </a:r>
            <a:endParaRPr sz="1600">
              <a:solidFill>
                <a:srgbClr val="0077FF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495" name="Google Shape;495;p24"/>
          <p:cNvSpPr/>
          <p:nvPr/>
        </p:nvSpPr>
        <p:spPr>
          <a:xfrm rot="-600">
            <a:off x="437111" y="4971714"/>
            <a:ext cx="3437052" cy="8019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4E7EA"/>
              </a:buClr>
              <a:buSzPts val="1600"/>
              <a:buFont typeface="Play"/>
              <a:buNone/>
            </a:pPr>
            <a:r>
              <a:rPr lang="ru-RU" sz="1600">
                <a:solidFill>
                  <a:srgbClr val="E4E7EA"/>
                </a:solidFill>
                <a:latin typeface="Play"/>
                <a:ea typeface="Play"/>
                <a:cs typeface="Play"/>
                <a:sym typeface="Play"/>
              </a:rPr>
              <a:t>Основной текст</a:t>
            </a:r>
            <a:endParaRPr sz="1600">
              <a:solidFill>
                <a:srgbClr val="E4E7EA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496" name="Google Shape;496;p24"/>
          <p:cNvSpPr/>
          <p:nvPr/>
        </p:nvSpPr>
        <p:spPr>
          <a:xfrm rot="-600">
            <a:off x="4370068" y="4571470"/>
            <a:ext cx="3437052" cy="5060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7FF"/>
              </a:buClr>
              <a:buSzPts val="2000"/>
              <a:buFont typeface="Play"/>
              <a:buNone/>
            </a:pPr>
            <a:r>
              <a:rPr lang="ru-RU" sz="2000">
                <a:solidFill>
                  <a:srgbClr val="0077FF"/>
                </a:solidFill>
                <a:latin typeface="Play"/>
                <a:ea typeface="Play"/>
                <a:cs typeface="Play"/>
                <a:sym typeface="Play"/>
              </a:rPr>
              <a:t>Заголовок</a:t>
            </a:r>
            <a:endParaRPr sz="2000">
              <a:solidFill>
                <a:srgbClr val="0077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7" name="Google Shape;497;p24"/>
          <p:cNvSpPr/>
          <p:nvPr/>
        </p:nvSpPr>
        <p:spPr>
          <a:xfrm>
            <a:off x="4370023" y="3680143"/>
            <a:ext cx="676173" cy="676089"/>
          </a:xfrm>
          <a:prstGeom prst="roundRect">
            <a:avLst>
              <a:gd fmla="val 23586" name="adj"/>
            </a:avLst>
          </a:prstGeom>
          <a:solidFill>
            <a:srgbClr val="21212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>
                <a:solidFill>
                  <a:srgbClr val="0077FF"/>
                </a:solidFill>
                <a:latin typeface="Play"/>
                <a:ea typeface="Play"/>
                <a:cs typeface="Play"/>
                <a:sym typeface="Play"/>
              </a:rPr>
              <a:t>05</a:t>
            </a:r>
            <a:endParaRPr sz="1600">
              <a:solidFill>
                <a:srgbClr val="0077FF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498" name="Google Shape;498;p24"/>
          <p:cNvSpPr/>
          <p:nvPr/>
        </p:nvSpPr>
        <p:spPr>
          <a:xfrm rot="-600">
            <a:off x="4370093" y="4971714"/>
            <a:ext cx="3437052" cy="8019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4E7EA"/>
              </a:buClr>
              <a:buSzPts val="1600"/>
              <a:buFont typeface="Play"/>
              <a:buNone/>
            </a:pPr>
            <a:r>
              <a:rPr lang="ru-RU" sz="1600">
                <a:solidFill>
                  <a:srgbClr val="E4E7EA"/>
                </a:solidFill>
                <a:latin typeface="Play"/>
                <a:ea typeface="Play"/>
                <a:cs typeface="Play"/>
                <a:sym typeface="Play"/>
              </a:rPr>
              <a:t>Основной текст</a:t>
            </a:r>
            <a:endParaRPr sz="1600">
              <a:solidFill>
                <a:srgbClr val="E4E7EA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499" name="Google Shape;499;p24"/>
          <p:cNvSpPr/>
          <p:nvPr/>
        </p:nvSpPr>
        <p:spPr>
          <a:xfrm rot="-600">
            <a:off x="8303152" y="2483590"/>
            <a:ext cx="3437052" cy="5060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7FF"/>
              </a:buClr>
              <a:buSzPts val="2000"/>
              <a:buFont typeface="Play"/>
              <a:buNone/>
            </a:pPr>
            <a:r>
              <a:rPr lang="ru-RU" sz="2000">
                <a:solidFill>
                  <a:srgbClr val="0077FF"/>
                </a:solidFill>
                <a:latin typeface="Play"/>
                <a:ea typeface="Play"/>
                <a:cs typeface="Play"/>
                <a:sym typeface="Play"/>
              </a:rPr>
              <a:t>Заголовок</a:t>
            </a:r>
            <a:endParaRPr sz="2000">
              <a:solidFill>
                <a:srgbClr val="0077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0" name="Google Shape;500;p24"/>
          <p:cNvSpPr/>
          <p:nvPr/>
        </p:nvSpPr>
        <p:spPr>
          <a:xfrm>
            <a:off x="8303107" y="1592263"/>
            <a:ext cx="676173" cy="676089"/>
          </a:xfrm>
          <a:prstGeom prst="roundRect">
            <a:avLst>
              <a:gd fmla="val 23586" name="adj"/>
            </a:avLst>
          </a:prstGeom>
          <a:solidFill>
            <a:srgbClr val="21212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>
                <a:solidFill>
                  <a:srgbClr val="0077FF"/>
                </a:solidFill>
                <a:latin typeface="Play"/>
                <a:ea typeface="Play"/>
                <a:cs typeface="Play"/>
                <a:sym typeface="Play"/>
              </a:rPr>
              <a:t>03</a:t>
            </a:r>
            <a:endParaRPr sz="1600">
              <a:solidFill>
                <a:srgbClr val="0077FF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501" name="Google Shape;501;p24"/>
          <p:cNvSpPr/>
          <p:nvPr/>
        </p:nvSpPr>
        <p:spPr>
          <a:xfrm rot="-600">
            <a:off x="8303177" y="2883834"/>
            <a:ext cx="3437052" cy="8019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4E7EA"/>
              </a:buClr>
              <a:buSzPts val="1600"/>
              <a:buFont typeface="Play"/>
              <a:buNone/>
            </a:pPr>
            <a:r>
              <a:rPr lang="ru-RU" sz="1600">
                <a:solidFill>
                  <a:srgbClr val="E4E7EA"/>
                </a:solidFill>
                <a:latin typeface="Play"/>
                <a:ea typeface="Play"/>
                <a:cs typeface="Play"/>
                <a:sym typeface="Play"/>
              </a:rPr>
              <a:t>Основной текст</a:t>
            </a:r>
            <a:endParaRPr sz="1600">
              <a:solidFill>
                <a:srgbClr val="E4E7EA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502" name="Google Shape;502;p24"/>
          <p:cNvSpPr/>
          <p:nvPr/>
        </p:nvSpPr>
        <p:spPr>
          <a:xfrm rot="-600">
            <a:off x="8303152" y="4571470"/>
            <a:ext cx="3437052" cy="5060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7FF"/>
              </a:buClr>
              <a:buSzPts val="2000"/>
              <a:buFont typeface="Play"/>
              <a:buNone/>
            </a:pPr>
            <a:r>
              <a:rPr lang="ru-RU" sz="2000">
                <a:solidFill>
                  <a:srgbClr val="0077FF"/>
                </a:solidFill>
                <a:latin typeface="Play"/>
                <a:ea typeface="Play"/>
                <a:cs typeface="Play"/>
                <a:sym typeface="Play"/>
              </a:rPr>
              <a:t>Заголовок</a:t>
            </a:r>
            <a:endParaRPr sz="2000">
              <a:solidFill>
                <a:srgbClr val="0077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3" name="Google Shape;503;p24"/>
          <p:cNvSpPr/>
          <p:nvPr/>
        </p:nvSpPr>
        <p:spPr>
          <a:xfrm>
            <a:off x="8303107" y="3680143"/>
            <a:ext cx="676173" cy="676089"/>
          </a:xfrm>
          <a:prstGeom prst="roundRect">
            <a:avLst>
              <a:gd fmla="val 23586" name="adj"/>
            </a:avLst>
          </a:prstGeom>
          <a:solidFill>
            <a:srgbClr val="21212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>
                <a:solidFill>
                  <a:srgbClr val="0077FF"/>
                </a:solidFill>
                <a:latin typeface="Play"/>
                <a:ea typeface="Play"/>
                <a:cs typeface="Play"/>
                <a:sym typeface="Play"/>
              </a:rPr>
              <a:t>06</a:t>
            </a:r>
            <a:endParaRPr sz="1600">
              <a:solidFill>
                <a:srgbClr val="0077FF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504" name="Google Shape;504;p24"/>
          <p:cNvSpPr/>
          <p:nvPr/>
        </p:nvSpPr>
        <p:spPr>
          <a:xfrm rot="-600">
            <a:off x="8303177" y="4971714"/>
            <a:ext cx="3437052" cy="8019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4E7EA"/>
              </a:buClr>
              <a:buSzPts val="1600"/>
              <a:buFont typeface="Play"/>
              <a:buNone/>
            </a:pPr>
            <a:r>
              <a:rPr lang="ru-RU" sz="1600">
                <a:solidFill>
                  <a:srgbClr val="E4E7EA"/>
                </a:solidFill>
                <a:latin typeface="Play"/>
                <a:ea typeface="Play"/>
                <a:cs typeface="Play"/>
                <a:sym typeface="Play"/>
              </a:rPr>
              <a:t>Основной текст</a:t>
            </a:r>
            <a:endParaRPr sz="1600">
              <a:solidFill>
                <a:srgbClr val="E4E7EA"/>
              </a:solidFill>
              <a:latin typeface="Play"/>
              <a:ea typeface="Play"/>
              <a:cs typeface="Play"/>
              <a:sym typeface="Play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9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p25"/>
          <p:cNvSpPr txBox="1"/>
          <p:nvPr>
            <p:ph type="title"/>
          </p:nvPr>
        </p:nvSpPr>
        <p:spPr>
          <a:xfrm>
            <a:off x="429253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</a:pPr>
            <a:r>
              <a:rPr lang="ru-RU"/>
              <a:t>Заголовок</a:t>
            </a:r>
            <a:endParaRPr/>
          </a:p>
        </p:txBody>
      </p:sp>
      <p:sp>
        <p:nvSpPr>
          <p:cNvPr id="511" name="Google Shape;511;p25"/>
          <p:cNvSpPr/>
          <p:nvPr/>
        </p:nvSpPr>
        <p:spPr>
          <a:xfrm>
            <a:off x="427865" y="1492599"/>
            <a:ext cx="2712369" cy="1936401"/>
          </a:xfrm>
          <a:prstGeom prst="roundRect">
            <a:avLst>
              <a:gd fmla="val 8506" name="adj"/>
            </a:avLst>
          </a:prstGeom>
          <a:solidFill>
            <a:srgbClr val="0077FF">
              <a:alpha val="29804"/>
            </a:srgbClr>
          </a:solidFill>
          <a:ln cap="flat" cmpd="sng" w="12700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t" bIns="45700" lIns="72000" spcFirstLastPara="1" rIns="91425" wrap="square" tIns="3960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>
                <a:solidFill>
                  <a:srgbClr val="0077FF"/>
                </a:solidFill>
                <a:latin typeface="Play"/>
                <a:ea typeface="Play"/>
                <a:cs typeface="Play"/>
                <a:sym typeface="Play"/>
              </a:rPr>
              <a:t>Заголовок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ru-RU" sz="12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>Текст</a:t>
            </a:r>
            <a:endParaRPr sz="1000">
              <a:solidFill>
                <a:schemeClr val="lt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512" name="Google Shape;512;p25"/>
          <p:cNvSpPr/>
          <p:nvPr/>
        </p:nvSpPr>
        <p:spPr>
          <a:xfrm>
            <a:off x="427865" y="3570772"/>
            <a:ext cx="2712369" cy="1936401"/>
          </a:xfrm>
          <a:prstGeom prst="roundRect">
            <a:avLst>
              <a:gd fmla="val 8506" name="adj"/>
            </a:avLst>
          </a:prstGeom>
          <a:solidFill>
            <a:srgbClr val="0077FF">
              <a:alpha val="29804"/>
            </a:srgbClr>
          </a:solidFill>
          <a:ln cap="flat" cmpd="sng" w="12700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t" bIns="45700" lIns="72000" spcFirstLastPara="1" rIns="91425" wrap="square" tIns="3960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>
                <a:solidFill>
                  <a:srgbClr val="0077FF"/>
                </a:solidFill>
                <a:latin typeface="Play"/>
                <a:ea typeface="Play"/>
                <a:cs typeface="Play"/>
                <a:sym typeface="Play"/>
              </a:rPr>
              <a:t>Заголовок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ru-RU" sz="12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>Текст</a:t>
            </a:r>
            <a:endParaRPr sz="1000">
              <a:solidFill>
                <a:schemeClr val="lt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513" name="Google Shape;513;p25"/>
          <p:cNvSpPr/>
          <p:nvPr/>
        </p:nvSpPr>
        <p:spPr>
          <a:xfrm>
            <a:off x="3298655" y="1492599"/>
            <a:ext cx="2712369" cy="1936401"/>
          </a:xfrm>
          <a:prstGeom prst="roundRect">
            <a:avLst>
              <a:gd fmla="val 8506" name="adj"/>
            </a:avLst>
          </a:prstGeom>
          <a:solidFill>
            <a:srgbClr val="0077FF">
              <a:alpha val="29804"/>
            </a:srgbClr>
          </a:solidFill>
          <a:ln cap="flat" cmpd="sng" w="12700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t" bIns="45700" lIns="72000" spcFirstLastPara="1" rIns="91425" wrap="square" tIns="3960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>
                <a:solidFill>
                  <a:srgbClr val="0077FF"/>
                </a:solidFill>
                <a:latin typeface="Play"/>
                <a:ea typeface="Play"/>
                <a:cs typeface="Play"/>
                <a:sym typeface="Play"/>
              </a:rPr>
              <a:t>Заголовок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ru-RU" sz="12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>Текст</a:t>
            </a:r>
            <a:endParaRPr sz="1000">
              <a:solidFill>
                <a:schemeClr val="lt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514" name="Google Shape;514;p25"/>
          <p:cNvSpPr/>
          <p:nvPr/>
        </p:nvSpPr>
        <p:spPr>
          <a:xfrm>
            <a:off x="3298655" y="3570772"/>
            <a:ext cx="2712369" cy="1936401"/>
          </a:xfrm>
          <a:prstGeom prst="roundRect">
            <a:avLst>
              <a:gd fmla="val 8506" name="adj"/>
            </a:avLst>
          </a:prstGeom>
          <a:solidFill>
            <a:srgbClr val="0077FF">
              <a:alpha val="29804"/>
            </a:srgbClr>
          </a:solidFill>
          <a:ln cap="flat" cmpd="sng" w="12700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t" bIns="45700" lIns="72000" spcFirstLastPara="1" rIns="91425" wrap="square" tIns="3960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>
                <a:solidFill>
                  <a:srgbClr val="0077FF"/>
                </a:solidFill>
                <a:latin typeface="Play"/>
                <a:ea typeface="Play"/>
                <a:cs typeface="Play"/>
                <a:sym typeface="Play"/>
              </a:rPr>
              <a:t>Заголовок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ru-RU" sz="12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>Текст</a:t>
            </a:r>
            <a:endParaRPr sz="1000">
              <a:solidFill>
                <a:schemeClr val="lt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515" name="Google Shape;515;p25"/>
          <p:cNvSpPr/>
          <p:nvPr/>
        </p:nvSpPr>
        <p:spPr>
          <a:xfrm>
            <a:off x="6176766" y="1492599"/>
            <a:ext cx="2712369" cy="1936401"/>
          </a:xfrm>
          <a:prstGeom prst="roundRect">
            <a:avLst>
              <a:gd fmla="val 8506" name="adj"/>
            </a:avLst>
          </a:prstGeom>
          <a:solidFill>
            <a:srgbClr val="0077FF">
              <a:alpha val="29804"/>
            </a:srgbClr>
          </a:solidFill>
          <a:ln cap="flat" cmpd="sng" w="12700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t" bIns="45700" lIns="72000" spcFirstLastPara="1" rIns="91425" wrap="square" tIns="3960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>
                <a:solidFill>
                  <a:srgbClr val="0077FF"/>
                </a:solidFill>
                <a:latin typeface="Play"/>
                <a:ea typeface="Play"/>
                <a:cs typeface="Play"/>
                <a:sym typeface="Play"/>
              </a:rPr>
              <a:t>Заголовок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ru-RU" sz="12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>Текст</a:t>
            </a:r>
            <a:endParaRPr sz="1000">
              <a:solidFill>
                <a:schemeClr val="lt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516" name="Google Shape;516;p25"/>
          <p:cNvSpPr/>
          <p:nvPr/>
        </p:nvSpPr>
        <p:spPr>
          <a:xfrm>
            <a:off x="6176766" y="3570772"/>
            <a:ext cx="2712369" cy="1936401"/>
          </a:xfrm>
          <a:prstGeom prst="roundRect">
            <a:avLst>
              <a:gd fmla="val 8506" name="adj"/>
            </a:avLst>
          </a:prstGeom>
          <a:solidFill>
            <a:srgbClr val="0077FF">
              <a:alpha val="29804"/>
            </a:srgbClr>
          </a:solidFill>
          <a:ln cap="flat" cmpd="sng" w="12700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t" bIns="45700" lIns="72000" spcFirstLastPara="1" rIns="91425" wrap="square" tIns="3960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>
                <a:solidFill>
                  <a:srgbClr val="0077FF"/>
                </a:solidFill>
                <a:latin typeface="Play"/>
                <a:ea typeface="Play"/>
                <a:cs typeface="Play"/>
                <a:sym typeface="Play"/>
              </a:rPr>
              <a:t>Заголовок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ru-RU" sz="12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>Текст</a:t>
            </a:r>
            <a:endParaRPr sz="1000">
              <a:solidFill>
                <a:schemeClr val="lt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517" name="Google Shape;517;p25"/>
          <p:cNvSpPr/>
          <p:nvPr/>
        </p:nvSpPr>
        <p:spPr>
          <a:xfrm>
            <a:off x="9054078" y="1492599"/>
            <a:ext cx="2712369" cy="1936401"/>
          </a:xfrm>
          <a:prstGeom prst="roundRect">
            <a:avLst>
              <a:gd fmla="val 8506" name="adj"/>
            </a:avLst>
          </a:prstGeom>
          <a:solidFill>
            <a:srgbClr val="0077FF">
              <a:alpha val="29804"/>
            </a:srgbClr>
          </a:solidFill>
          <a:ln cap="flat" cmpd="sng" w="12700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t" bIns="45700" lIns="72000" spcFirstLastPara="1" rIns="91425" wrap="square" tIns="3960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>
                <a:solidFill>
                  <a:srgbClr val="0077FF"/>
                </a:solidFill>
                <a:latin typeface="Play"/>
                <a:ea typeface="Play"/>
                <a:cs typeface="Play"/>
                <a:sym typeface="Play"/>
              </a:rPr>
              <a:t>Заголовок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ru-RU" sz="12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>Текст</a:t>
            </a:r>
            <a:endParaRPr sz="1000">
              <a:solidFill>
                <a:schemeClr val="lt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518" name="Google Shape;518;p25"/>
          <p:cNvSpPr/>
          <p:nvPr/>
        </p:nvSpPr>
        <p:spPr>
          <a:xfrm>
            <a:off x="9054078" y="3570772"/>
            <a:ext cx="2712369" cy="1936401"/>
          </a:xfrm>
          <a:prstGeom prst="roundRect">
            <a:avLst>
              <a:gd fmla="val 8506" name="adj"/>
            </a:avLst>
          </a:prstGeom>
          <a:solidFill>
            <a:srgbClr val="0077FF">
              <a:alpha val="29804"/>
            </a:srgbClr>
          </a:solidFill>
          <a:ln cap="flat" cmpd="sng" w="12700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t" bIns="45700" lIns="72000" spcFirstLastPara="1" rIns="91425" wrap="square" tIns="3960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>
                <a:solidFill>
                  <a:srgbClr val="0077FF"/>
                </a:solidFill>
                <a:latin typeface="Play"/>
                <a:ea typeface="Play"/>
                <a:cs typeface="Play"/>
                <a:sym typeface="Play"/>
              </a:rPr>
              <a:t>Заголовок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ru-RU" sz="12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>Текст</a:t>
            </a:r>
            <a:endParaRPr sz="1000">
              <a:solidFill>
                <a:schemeClr val="lt1"/>
              </a:solidFill>
              <a:latin typeface="Play"/>
              <a:ea typeface="Play"/>
              <a:cs typeface="Play"/>
              <a:sym typeface="Play"/>
            </a:endParaRPr>
          </a:p>
        </p:txBody>
      </p:sp>
      <p:grpSp>
        <p:nvGrpSpPr>
          <p:cNvPr id="519" name="Google Shape;519;p25"/>
          <p:cNvGrpSpPr/>
          <p:nvPr/>
        </p:nvGrpSpPr>
        <p:grpSpPr>
          <a:xfrm>
            <a:off x="2625590" y="1624527"/>
            <a:ext cx="381000" cy="381000"/>
            <a:chOff x="2625590" y="1903503"/>
            <a:chExt cx="381000" cy="381000"/>
          </a:xfrm>
        </p:grpSpPr>
        <p:pic>
          <p:nvPicPr>
            <p:cNvPr descr="preencoded.png" id="520" name="Google Shape;520;p2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2625590" y="1903503"/>
              <a:ext cx="381000" cy="381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21" name="Google Shape;521;p2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2708090" y="1986003"/>
              <a:ext cx="216000" cy="2160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522" name="Google Shape;522;p25"/>
          <p:cNvGrpSpPr/>
          <p:nvPr/>
        </p:nvGrpSpPr>
        <p:grpSpPr>
          <a:xfrm>
            <a:off x="5494296" y="1624527"/>
            <a:ext cx="381000" cy="381000"/>
            <a:chOff x="2625590" y="1903503"/>
            <a:chExt cx="381000" cy="381000"/>
          </a:xfrm>
        </p:grpSpPr>
        <p:pic>
          <p:nvPicPr>
            <p:cNvPr descr="preencoded.png" id="523" name="Google Shape;523;p2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2625590" y="1903503"/>
              <a:ext cx="381000" cy="381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24" name="Google Shape;524;p2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2708090" y="1986003"/>
              <a:ext cx="216000" cy="2160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525" name="Google Shape;525;p25"/>
          <p:cNvGrpSpPr/>
          <p:nvPr/>
        </p:nvGrpSpPr>
        <p:grpSpPr>
          <a:xfrm>
            <a:off x="8374491" y="1624527"/>
            <a:ext cx="381000" cy="381000"/>
            <a:chOff x="2625590" y="1903503"/>
            <a:chExt cx="381000" cy="381000"/>
          </a:xfrm>
        </p:grpSpPr>
        <p:pic>
          <p:nvPicPr>
            <p:cNvPr descr="preencoded.png" id="526" name="Google Shape;526;p2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2625590" y="1903503"/>
              <a:ext cx="381000" cy="381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27" name="Google Shape;527;p2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2708090" y="1986003"/>
              <a:ext cx="216000" cy="2160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528" name="Google Shape;528;p25"/>
          <p:cNvGrpSpPr/>
          <p:nvPr/>
        </p:nvGrpSpPr>
        <p:grpSpPr>
          <a:xfrm>
            <a:off x="11246177" y="1624527"/>
            <a:ext cx="381000" cy="381000"/>
            <a:chOff x="2625590" y="1903503"/>
            <a:chExt cx="381000" cy="381000"/>
          </a:xfrm>
        </p:grpSpPr>
        <p:pic>
          <p:nvPicPr>
            <p:cNvPr descr="preencoded.png" id="529" name="Google Shape;529;p2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2625590" y="1903503"/>
              <a:ext cx="381000" cy="381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30" name="Google Shape;530;p2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2708090" y="1986003"/>
              <a:ext cx="216000" cy="2160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531" name="Google Shape;531;p25"/>
          <p:cNvGrpSpPr/>
          <p:nvPr/>
        </p:nvGrpSpPr>
        <p:grpSpPr>
          <a:xfrm>
            <a:off x="2625590" y="3704339"/>
            <a:ext cx="381000" cy="381000"/>
            <a:chOff x="2625590" y="1903503"/>
            <a:chExt cx="381000" cy="381000"/>
          </a:xfrm>
        </p:grpSpPr>
        <p:pic>
          <p:nvPicPr>
            <p:cNvPr descr="preencoded.png" id="532" name="Google Shape;532;p2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2625590" y="1903503"/>
              <a:ext cx="381000" cy="381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33" name="Google Shape;533;p2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2708090" y="1986003"/>
              <a:ext cx="216000" cy="2160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534" name="Google Shape;534;p25"/>
          <p:cNvGrpSpPr/>
          <p:nvPr/>
        </p:nvGrpSpPr>
        <p:grpSpPr>
          <a:xfrm>
            <a:off x="5494296" y="3704339"/>
            <a:ext cx="381000" cy="381000"/>
            <a:chOff x="2625590" y="1903503"/>
            <a:chExt cx="381000" cy="381000"/>
          </a:xfrm>
        </p:grpSpPr>
        <p:pic>
          <p:nvPicPr>
            <p:cNvPr descr="preencoded.png" id="535" name="Google Shape;535;p2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2625590" y="1903503"/>
              <a:ext cx="381000" cy="381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36" name="Google Shape;536;p2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2708090" y="1986003"/>
              <a:ext cx="216000" cy="2160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537" name="Google Shape;537;p25"/>
          <p:cNvGrpSpPr/>
          <p:nvPr/>
        </p:nvGrpSpPr>
        <p:grpSpPr>
          <a:xfrm>
            <a:off x="8374491" y="3704339"/>
            <a:ext cx="381000" cy="381000"/>
            <a:chOff x="2625590" y="1903503"/>
            <a:chExt cx="381000" cy="381000"/>
          </a:xfrm>
        </p:grpSpPr>
        <p:pic>
          <p:nvPicPr>
            <p:cNvPr descr="preencoded.png" id="538" name="Google Shape;538;p2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2625590" y="1903503"/>
              <a:ext cx="381000" cy="381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39" name="Google Shape;539;p2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2708090" y="1986003"/>
              <a:ext cx="216000" cy="2160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540" name="Google Shape;540;p25"/>
          <p:cNvGrpSpPr/>
          <p:nvPr/>
        </p:nvGrpSpPr>
        <p:grpSpPr>
          <a:xfrm>
            <a:off x="11246177" y="3704339"/>
            <a:ext cx="381000" cy="381000"/>
            <a:chOff x="2625590" y="1903503"/>
            <a:chExt cx="381000" cy="381000"/>
          </a:xfrm>
        </p:grpSpPr>
        <p:pic>
          <p:nvPicPr>
            <p:cNvPr descr="preencoded.png" id="541" name="Google Shape;541;p2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2625590" y="1903503"/>
              <a:ext cx="381000" cy="381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42" name="Google Shape;542;p2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2708090" y="1986003"/>
              <a:ext cx="216000" cy="216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6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p26"/>
          <p:cNvSpPr txBox="1"/>
          <p:nvPr>
            <p:ph type="title"/>
          </p:nvPr>
        </p:nvSpPr>
        <p:spPr>
          <a:xfrm>
            <a:off x="429253" y="424691"/>
            <a:ext cx="7827311" cy="6268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</a:pPr>
            <a:r>
              <a:rPr lang="ru-RU"/>
              <a:t>Заголовок</a:t>
            </a:r>
            <a:endParaRPr/>
          </a:p>
        </p:txBody>
      </p:sp>
      <p:sp>
        <p:nvSpPr>
          <p:cNvPr id="548" name="Google Shape;548;p26"/>
          <p:cNvSpPr/>
          <p:nvPr/>
        </p:nvSpPr>
        <p:spPr>
          <a:xfrm>
            <a:off x="5383513" y="860119"/>
            <a:ext cx="5917558" cy="1705685"/>
          </a:xfrm>
          <a:prstGeom prst="roundRect">
            <a:avLst>
              <a:gd fmla="val 9293" name="adj"/>
            </a:avLst>
          </a:prstGeom>
          <a:solidFill>
            <a:srgbClr val="0077FF">
              <a:alpha val="30196"/>
            </a:srgbClr>
          </a:solidFill>
          <a:ln>
            <a:noFill/>
          </a:ln>
        </p:spPr>
        <p:txBody>
          <a:bodyPr anchorCtr="0" anchor="t" bIns="0" lIns="108000" spcFirstLastPara="1" rIns="0" wrap="square" tIns="756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>Заголовок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ru-RU" sz="14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>Текст</a:t>
            </a:r>
            <a:endParaRPr sz="1400">
              <a:solidFill>
                <a:schemeClr val="lt1"/>
              </a:solidFill>
              <a:latin typeface="Play"/>
              <a:ea typeface="Play"/>
              <a:cs typeface="Play"/>
              <a:sym typeface="Play"/>
            </a:endParaRPr>
          </a:p>
        </p:txBody>
      </p:sp>
      <p:grpSp>
        <p:nvGrpSpPr>
          <p:cNvPr id="549" name="Google Shape;549;p26"/>
          <p:cNvGrpSpPr/>
          <p:nvPr/>
        </p:nvGrpSpPr>
        <p:grpSpPr>
          <a:xfrm>
            <a:off x="5523729" y="996732"/>
            <a:ext cx="515460" cy="515395"/>
            <a:chOff x="5166883" y="996732"/>
            <a:chExt cx="515460" cy="515395"/>
          </a:xfrm>
        </p:grpSpPr>
        <p:sp>
          <p:nvSpPr>
            <p:cNvPr id="550" name="Google Shape;550;p26"/>
            <p:cNvSpPr/>
            <p:nvPr/>
          </p:nvSpPr>
          <p:spPr>
            <a:xfrm>
              <a:off x="5166883" y="996732"/>
              <a:ext cx="515460" cy="515395"/>
            </a:xfrm>
            <a:prstGeom prst="roundRect">
              <a:avLst>
                <a:gd fmla="val 23586" name="adj"/>
              </a:avLst>
            </a:pr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551" name="Google Shape;551;p2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5291263" y="1117786"/>
              <a:ext cx="266700" cy="2667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552" name="Google Shape;552;p26"/>
          <p:cNvSpPr/>
          <p:nvPr/>
        </p:nvSpPr>
        <p:spPr>
          <a:xfrm>
            <a:off x="5383513" y="2710690"/>
            <a:ext cx="5917558" cy="1705685"/>
          </a:xfrm>
          <a:prstGeom prst="roundRect">
            <a:avLst>
              <a:gd fmla="val 9293" name="adj"/>
            </a:avLst>
          </a:prstGeom>
          <a:solidFill>
            <a:srgbClr val="0077FF">
              <a:alpha val="30196"/>
            </a:srgbClr>
          </a:solidFill>
          <a:ln>
            <a:noFill/>
          </a:ln>
        </p:spPr>
        <p:txBody>
          <a:bodyPr anchorCtr="0" anchor="t" bIns="0" lIns="108000" spcFirstLastPara="1" rIns="0" wrap="square" tIns="756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>Заголовок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ru-RU" sz="14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>Текст</a:t>
            </a:r>
            <a:endParaRPr sz="1400">
              <a:solidFill>
                <a:schemeClr val="lt1"/>
              </a:solidFill>
              <a:latin typeface="Play"/>
              <a:ea typeface="Play"/>
              <a:cs typeface="Play"/>
              <a:sym typeface="Play"/>
            </a:endParaRPr>
          </a:p>
        </p:txBody>
      </p:sp>
      <p:grpSp>
        <p:nvGrpSpPr>
          <p:cNvPr id="553" name="Google Shape;553;p26"/>
          <p:cNvGrpSpPr/>
          <p:nvPr/>
        </p:nvGrpSpPr>
        <p:grpSpPr>
          <a:xfrm>
            <a:off x="5523729" y="2847303"/>
            <a:ext cx="515460" cy="515395"/>
            <a:chOff x="5166883" y="996732"/>
            <a:chExt cx="515460" cy="515395"/>
          </a:xfrm>
        </p:grpSpPr>
        <p:sp>
          <p:nvSpPr>
            <p:cNvPr id="554" name="Google Shape;554;p26"/>
            <p:cNvSpPr/>
            <p:nvPr/>
          </p:nvSpPr>
          <p:spPr>
            <a:xfrm>
              <a:off x="5166883" y="996732"/>
              <a:ext cx="515460" cy="515395"/>
            </a:xfrm>
            <a:prstGeom prst="roundRect">
              <a:avLst>
                <a:gd fmla="val 23586" name="adj"/>
              </a:avLst>
            </a:pr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555" name="Google Shape;555;p2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5291263" y="1117786"/>
              <a:ext cx="266700" cy="2667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556" name="Google Shape;556;p26"/>
          <p:cNvSpPr/>
          <p:nvPr/>
        </p:nvSpPr>
        <p:spPr>
          <a:xfrm>
            <a:off x="5383513" y="4561261"/>
            <a:ext cx="5917558" cy="1705685"/>
          </a:xfrm>
          <a:prstGeom prst="roundRect">
            <a:avLst>
              <a:gd fmla="val 9293" name="adj"/>
            </a:avLst>
          </a:prstGeom>
          <a:solidFill>
            <a:srgbClr val="0077FF">
              <a:alpha val="30196"/>
            </a:srgbClr>
          </a:solidFill>
          <a:ln>
            <a:noFill/>
          </a:ln>
        </p:spPr>
        <p:txBody>
          <a:bodyPr anchorCtr="0" anchor="t" bIns="0" lIns="108000" spcFirstLastPara="1" rIns="0" wrap="square" tIns="756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>Заголовок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ru-RU" sz="14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>Текст</a:t>
            </a:r>
            <a:endParaRPr sz="1400">
              <a:solidFill>
                <a:schemeClr val="lt1"/>
              </a:solidFill>
              <a:latin typeface="Play"/>
              <a:ea typeface="Play"/>
              <a:cs typeface="Play"/>
              <a:sym typeface="Play"/>
            </a:endParaRPr>
          </a:p>
        </p:txBody>
      </p:sp>
      <p:grpSp>
        <p:nvGrpSpPr>
          <p:cNvPr id="557" name="Google Shape;557;p26"/>
          <p:cNvGrpSpPr/>
          <p:nvPr/>
        </p:nvGrpSpPr>
        <p:grpSpPr>
          <a:xfrm>
            <a:off x="5523729" y="4697874"/>
            <a:ext cx="515460" cy="515395"/>
            <a:chOff x="5166883" y="996732"/>
            <a:chExt cx="515460" cy="515395"/>
          </a:xfrm>
        </p:grpSpPr>
        <p:sp>
          <p:nvSpPr>
            <p:cNvPr id="558" name="Google Shape;558;p26"/>
            <p:cNvSpPr/>
            <p:nvPr/>
          </p:nvSpPr>
          <p:spPr>
            <a:xfrm>
              <a:off x="5166883" y="996732"/>
              <a:ext cx="515460" cy="515395"/>
            </a:xfrm>
            <a:prstGeom prst="roundRect">
              <a:avLst>
                <a:gd fmla="val 23586" name="adj"/>
              </a:avLst>
            </a:pr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559" name="Google Shape;559;p2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5291263" y="1117786"/>
              <a:ext cx="266700" cy="2667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4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Google Shape;565;p27"/>
          <p:cNvSpPr txBox="1"/>
          <p:nvPr>
            <p:ph type="title"/>
          </p:nvPr>
        </p:nvSpPr>
        <p:spPr>
          <a:xfrm>
            <a:off x="429253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</a:pPr>
            <a:r>
              <a:rPr lang="ru-RU"/>
              <a:t>Заголовок</a:t>
            </a:r>
            <a:endParaRPr/>
          </a:p>
        </p:txBody>
      </p:sp>
      <p:sp>
        <p:nvSpPr>
          <p:cNvPr id="566" name="Google Shape;566;p27"/>
          <p:cNvSpPr/>
          <p:nvPr/>
        </p:nvSpPr>
        <p:spPr>
          <a:xfrm>
            <a:off x="427866" y="2216240"/>
            <a:ext cx="3375704" cy="684000"/>
          </a:xfrm>
          <a:prstGeom prst="roundRect">
            <a:avLst>
              <a:gd fmla="val 20399" name="adj"/>
            </a:avLst>
          </a:prstGeom>
          <a:solidFill>
            <a:srgbClr val="0077FF">
              <a:alpha val="20000"/>
            </a:srgbClr>
          </a:solidFill>
          <a:ln>
            <a:noFill/>
          </a:ln>
        </p:spPr>
        <p:txBody>
          <a:bodyPr anchorCtr="0" anchor="ctr" bIns="0" lIns="64800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300" u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>Текст</a:t>
            </a:r>
            <a:endParaRPr/>
          </a:p>
        </p:txBody>
      </p:sp>
      <p:sp>
        <p:nvSpPr>
          <p:cNvPr id="567" name="Google Shape;567;p27"/>
          <p:cNvSpPr/>
          <p:nvPr/>
        </p:nvSpPr>
        <p:spPr>
          <a:xfrm>
            <a:off x="535912" y="2335809"/>
            <a:ext cx="444861" cy="444861"/>
          </a:xfrm>
          <a:prstGeom prst="roundRect">
            <a:avLst>
              <a:gd fmla="val 20751" name="adj"/>
            </a:avLst>
          </a:prstGeom>
          <a:solidFill>
            <a:srgbClr val="6DBC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8" name="Google Shape;568;p27"/>
          <p:cNvSpPr txBox="1"/>
          <p:nvPr/>
        </p:nvSpPr>
        <p:spPr>
          <a:xfrm>
            <a:off x="427865" y="1592263"/>
            <a:ext cx="3072079" cy="398822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DBCFF"/>
              </a:buClr>
              <a:buSzPts val="2000"/>
              <a:buFont typeface="Play"/>
              <a:buNone/>
            </a:pPr>
            <a:r>
              <a:rPr lang="ru-RU" sz="2000">
                <a:solidFill>
                  <a:srgbClr val="6DBCFF"/>
                </a:solidFill>
                <a:latin typeface="Play"/>
                <a:ea typeface="Play"/>
                <a:cs typeface="Play"/>
                <a:sym typeface="Play"/>
              </a:rPr>
              <a:t>Заголовок</a:t>
            </a:r>
            <a:endParaRPr sz="2000">
              <a:solidFill>
                <a:srgbClr val="6DBCFF"/>
              </a:solidFill>
              <a:latin typeface="Play"/>
              <a:ea typeface="Play"/>
              <a:cs typeface="Play"/>
              <a:sym typeface="Play"/>
            </a:endParaRPr>
          </a:p>
        </p:txBody>
      </p:sp>
      <p:pic>
        <p:nvPicPr>
          <p:cNvPr id="569" name="Google Shape;569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0342" y="2450239"/>
            <a:ext cx="216000" cy="216000"/>
          </a:xfrm>
          <a:prstGeom prst="rect">
            <a:avLst/>
          </a:prstGeom>
          <a:noFill/>
          <a:ln>
            <a:noFill/>
          </a:ln>
        </p:spPr>
      </p:pic>
      <p:sp>
        <p:nvSpPr>
          <p:cNvPr id="570" name="Google Shape;570;p27"/>
          <p:cNvSpPr/>
          <p:nvPr/>
        </p:nvSpPr>
        <p:spPr>
          <a:xfrm>
            <a:off x="427866" y="2979638"/>
            <a:ext cx="3375704" cy="684000"/>
          </a:xfrm>
          <a:prstGeom prst="roundRect">
            <a:avLst>
              <a:gd fmla="val 20399" name="adj"/>
            </a:avLst>
          </a:prstGeom>
          <a:solidFill>
            <a:srgbClr val="0077FF">
              <a:alpha val="20000"/>
            </a:srgbClr>
          </a:solidFill>
          <a:ln>
            <a:noFill/>
          </a:ln>
        </p:spPr>
        <p:txBody>
          <a:bodyPr anchorCtr="0" anchor="ctr" bIns="0" lIns="64800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3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>Текст</a:t>
            </a:r>
            <a:endParaRPr/>
          </a:p>
        </p:txBody>
      </p:sp>
      <p:sp>
        <p:nvSpPr>
          <p:cNvPr id="571" name="Google Shape;571;p27"/>
          <p:cNvSpPr/>
          <p:nvPr/>
        </p:nvSpPr>
        <p:spPr>
          <a:xfrm>
            <a:off x="535912" y="3099207"/>
            <a:ext cx="444861" cy="444861"/>
          </a:xfrm>
          <a:prstGeom prst="roundRect">
            <a:avLst>
              <a:gd fmla="val 20751" name="adj"/>
            </a:avLst>
          </a:prstGeom>
          <a:solidFill>
            <a:srgbClr val="6DBC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72" name="Google Shape;572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0342" y="3213637"/>
            <a:ext cx="216000" cy="216000"/>
          </a:xfrm>
          <a:prstGeom prst="rect">
            <a:avLst/>
          </a:prstGeom>
          <a:noFill/>
          <a:ln>
            <a:noFill/>
          </a:ln>
        </p:spPr>
      </p:pic>
      <p:sp>
        <p:nvSpPr>
          <p:cNvPr id="573" name="Google Shape;573;p27"/>
          <p:cNvSpPr/>
          <p:nvPr/>
        </p:nvSpPr>
        <p:spPr>
          <a:xfrm>
            <a:off x="427866" y="3743036"/>
            <a:ext cx="3375704" cy="684000"/>
          </a:xfrm>
          <a:prstGeom prst="roundRect">
            <a:avLst>
              <a:gd fmla="val 20399" name="adj"/>
            </a:avLst>
          </a:prstGeom>
          <a:solidFill>
            <a:srgbClr val="0077FF">
              <a:alpha val="20000"/>
            </a:srgbClr>
          </a:solidFill>
          <a:ln>
            <a:noFill/>
          </a:ln>
        </p:spPr>
        <p:txBody>
          <a:bodyPr anchorCtr="0" anchor="ctr" bIns="0" lIns="64800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3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>Текст</a:t>
            </a:r>
            <a:endParaRPr/>
          </a:p>
        </p:txBody>
      </p:sp>
      <p:sp>
        <p:nvSpPr>
          <p:cNvPr id="574" name="Google Shape;574;p27"/>
          <p:cNvSpPr/>
          <p:nvPr/>
        </p:nvSpPr>
        <p:spPr>
          <a:xfrm>
            <a:off x="535912" y="3862605"/>
            <a:ext cx="444861" cy="444861"/>
          </a:xfrm>
          <a:prstGeom prst="roundRect">
            <a:avLst>
              <a:gd fmla="val 20751" name="adj"/>
            </a:avLst>
          </a:prstGeom>
          <a:solidFill>
            <a:srgbClr val="6DBC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75" name="Google Shape;575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0342" y="3977035"/>
            <a:ext cx="216000" cy="216000"/>
          </a:xfrm>
          <a:prstGeom prst="rect">
            <a:avLst/>
          </a:prstGeom>
          <a:noFill/>
          <a:ln>
            <a:noFill/>
          </a:ln>
        </p:spPr>
      </p:pic>
      <p:sp>
        <p:nvSpPr>
          <p:cNvPr id="576" name="Google Shape;576;p27"/>
          <p:cNvSpPr/>
          <p:nvPr/>
        </p:nvSpPr>
        <p:spPr>
          <a:xfrm>
            <a:off x="427866" y="4506434"/>
            <a:ext cx="3375704" cy="684000"/>
          </a:xfrm>
          <a:prstGeom prst="roundRect">
            <a:avLst>
              <a:gd fmla="val 20399" name="adj"/>
            </a:avLst>
          </a:prstGeom>
          <a:solidFill>
            <a:srgbClr val="0077FF">
              <a:alpha val="20000"/>
            </a:srgbClr>
          </a:solidFill>
          <a:ln>
            <a:noFill/>
          </a:ln>
        </p:spPr>
        <p:txBody>
          <a:bodyPr anchorCtr="0" anchor="ctr" bIns="0" lIns="64800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3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>Текст</a:t>
            </a:r>
            <a:endParaRPr/>
          </a:p>
        </p:txBody>
      </p:sp>
      <p:sp>
        <p:nvSpPr>
          <p:cNvPr id="577" name="Google Shape;577;p27"/>
          <p:cNvSpPr/>
          <p:nvPr/>
        </p:nvSpPr>
        <p:spPr>
          <a:xfrm>
            <a:off x="535912" y="4626003"/>
            <a:ext cx="444861" cy="444861"/>
          </a:xfrm>
          <a:prstGeom prst="roundRect">
            <a:avLst>
              <a:gd fmla="val 20751" name="adj"/>
            </a:avLst>
          </a:prstGeom>
          <a:solidFill>
            <a:srgbClr val="6DBC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78" name="Google Shape;578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0342" y="4740433"/>
            <a:ext cx="216000" cy="216000"/>
          </a:xfrm>
          <a:prstGeom prst="rect">
            <a:avLst/>
          </a:prstGeom>
          <a:noFill/>
          <a:ln>
            <a:noFill/>
          </a:ln>
        </p:spPr>
      </p:pic>
      <p:sp>
        <p:nvSpPr>
          <p:cNvPr id="579" name="Google Shape;579;p27"/>
          <p:cNvSpPr/>
          <p:nvPr/>
        </p:nvSpPr>
        <p:spPr>
          <a:xfrm>
            <a:off x="2840761" y="1650577"/>
            <a:ext cx="962809" cy="388186"/>
          </a:xfrm>
          <a:prstGeom prst="roundRect">
            <a:avLst>
              <a:gd fmla="val 50000" name="adj"/>
            </a:avLst>
          </a:prstGeom>
          <a:gradFill>
            <a:gsLst>
              <a:gs pos="0">
                <a:srgbClr val="00AEE8"/>
              </a:gs>
              <a:gs pos="100000">
                <a:srgbClr val="0077FF"/>
              </a:gs>
            </a:gsLst>
            <a:lin ang="2700000" scaled="0"/>
          </a:gra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>
                <a:solidFill>
                  <a:srgbClr val="000000"/>
                </a:solidFill>
                <a:latin typeface="Play"/>
                <a:ea typeface="Play"/>
                <a:cs typeface="Play"/>
                <a:sym typeface="Play"/>
              </a:rPr>
              <a:t>Дата</a:t>
            </a:r>
            <a:endParaRPr sz="1400">
              <a:solidFill>
                <a:srgbClr val="000000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580" name="Google Shape;580;p27"/>
          <p:cNvSpPr/>
          <p:nvPr/>
        </p:nvSpPr>
        <p:spPr>
          <a:xfrm>
            <a:off x="4363052" y="2216240"/>
            <a:ext cx="3375704" cy="684000"/>
          </a:xfrm>
          <a:prstGeom prst="roundRect">
            <a:avLst>
              <a:gd fmla="val 20399" name="adj"/>
            </a:avLst>
          </a:prstGeom>
          <a:solidFill>
            <a:srgbClr val="0077FF">
              <a:alpha val="20000"/>
            </a:srgbClr>
          </a:solidFill>
          <a:ln>
            <a:noFill/>
          </a:ln>
        </p:spPr>
        <p:txBody>
          <a:bodyPr anchorCtr="0" anchor="ctr" bIns="0" lIns="64800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300" u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>Текст</a:t>
            </a:r>
            <a:endParaRPr/>
          </a:p>
        </p:txBody>
      </p:sp>
      <p:sp>
        <p:nvSpPr>
          <p:cNvPr id="581" name="Google Shape;581;p27"/>
          <p:cNvSpPr/>
          <p:nvPr/>
        </p:nvSpPr>
        <p:spPr>
          <a:xfrm>
            <a:off x="4471098" y="2335809"/>
            <a:ext cx="444861" cy="444861"/>
          </a:xfrm>
          <a:prstGeom prst="roundRect">
            <a:avLst>
              <a:gd fmla="val 20751" name="adj"/>
            </a:avLst>
          </a:prstGeom>
          <a:solidFill>
            <a:srgbClr val="6DBC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2" name="Google Shape;582;p27"/>
          <p:cNvSpPr txBox="1"/>
          <p:nvPr/>
        </p:nvSpPr>
        <p:spPr>
          <a:xfrm>
            <a:off x="4363051" y="1592263"/>
            <a:ext cx="3072079" cy="398822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DBCFF"/>
              </a:buClr>
              <a:buSzPts val="2000"/>
              <a:buFont typeface="Play"/>
              <a:buNone/>
            </a:pPr>
            <a:r>
              <a:rPr lang="ru-RU" sz="2000">
                <a:solidFill>
                  <a:srgbClr val="6DBCFF"/>
                </a:solidFill>
                <a:latin typeface="Play"/>
                <a:ea typeface="Play"/>
                <a:cs typeface="Play"/>
                <a:sym typeface="Play"/>
              </a:rPr>
              <a:t>Заголовок</a:t>
            </a:r>
            <a:endParaRPr sz="2000">
              <a:solidFill>
                <a:srgbClr val="6DBCFF"/>
              </a:solidFill>
              <a:latin typeface="Play"/>
              <a:ea typeface="Play"/>
              <a:cs typeface="Play"/>
              <a:sym typeface="Play"/>
            </a:endParaRPr>
          </a:p>
        </p:txBody>
      </p:sp>
      <p:pic>
        <p:nvPicPr>
          <p:cNvPr id="583" name="Google Shape;583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85528" y="2450239"/>
            <a:ext cx="216000" cy="216000"/>
          </a:xfrm>
          <a:prstGeom prst="rect">
            <a:avLst/>
          </a:prstGeom>
          <a:noFill/>
          <a:ln>
            <a:noFill/>
          </a:ln>
        </p:spPr>
      </p:pic>
      <p:sp>
        <p:nvSpPr>
          <p:cNvPr id="584" name="Google Shape;584;p27"/>
          <p:cNvSpPr/>
          <p:nvPr/>
        </p:nvSpPr>
        <p:spPr>
          <a:xfrm>
            <a:off x="4363052" y="2979638"/>
            <a:ext cx="3375704" cy="684000"/>
          </a:xfrm>
          <a:prstGeom prst="roundRect">
            <a:avLst>
              <a:gd fmla="val 20399" name="adj"/>
            </a:avLst>
          </a:prstGeom>
          <a:solidFill>
            <a:srgbClr val="0077FF">
              <a:alpha val="20000"/>
            </a:srgbClr>
          </a:solidFill>
          <a:ln>
            <a:noFill/>
          </a:ln>
        </p:spPr>
        <p:txBody>
          <a:bodyPr anchorCtr="0" anchor="ctr" bIns="0" lIns="64800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3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>Текст</a:t>
            </a:r>
            <a:endParaRPr/>
          </a:p>
        </p:txBody>
      </p:sp>
      <p:sp>
        <p:nvSpPr>
          <p:cNvPr id="585" name="Google Shape;585;p27"/>
          <p:cNvSpPr/>
          <p:nvPr/>
        </p:nvSpPr>
        <p:spPr>
          <a:xfrm>
            <a:off x="4471098" y="3099207"/>
            <a:ext cx="444861" cy="444861"/>
          </a:xfrm>
          <a:prstGeom prst="roundRect">
            <a:avLst>
              <a:gd fmla="val 20751" name="adj"/>
            </a:avLst>
          </a:prstGeom>
          <a:solidFill>
            <a:srgbClr val="6DBC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86" name="Google Shape;586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85528" y="3213637"/>
            <a:ext cx="216000" cy="216000"/>
          </a:xfrm>
          <a:prstGeom prst="rect">
            <a:avLst/>
          </a:prstGeom>
          <a:noFill/>
          <a:ln>
            <a:noFill/>
          </a:ln>
        </p:spPr>
      </p:pic>
      <p:sp>
        <p:nvSpPr>
          <p:cNvPr id="587" name="Google Shape;587;p27"/>
          <p:cNvSpPr/>
          <p:nvPr/>
        </p:nvSpPr>
        <p:spPr>
          <a:xfrm>
            <a:off x="4363052" y="3743036"/>
            <a:ext cx="3375704" cy="684000"/>
          </a:xfrm>
          <a:prstGeom prst="roundRect">
            <a:avLst>
              <a:gd fmla="val 20399" name="adj"/>
            </a:avLst>
          </a:prstGeom>
          <a:solidFill>
            <a:srgbClr val="0077FF">
              <a:alpha val="20000"/>
            </a:srgbClr>
          </a:solidFill>
          <a:ln>
            <a:noFill/>
          </a:ln>
        </p:spPr>
        <p:txBody>
          <a:bodyPr anchorCtr="0" anchor="ctr" bIns="0" lIns="64800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3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>Текст</a:t>
            </a:r>
            <a:endParaRPr/>
          </a:p>
        </p:txBody>
      </p:sp>
      <p:sp>
        <p:nvSpPr>
          <p:cNvPr id="588" name="Google Shape;588;p27"/>
          <p:cNvSpPr/>
          <p:nvPr/>
        </p:nvSpPr>
        <p:spPr>
          <a:xfrm>
            <a:off x="4471098" y="3862605"/>
            <a:ext cx="444861" cy="444861"/>
          </a:xfrm>
          <a:prstGeom prst="roundRect">
            <a:avLst>
              <a:gd fmla="val 20751" name="adj"/>
            </a:avLst>
          </a:prstGeom>
          <a:solidFill>
            <a:srgbClr val="6DBC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89" name="Google Shape;589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85528" y="3977035"/>
            <a:ext cx="216000" cy="216000"/>
          </a:xfrm>
          <a:prstGeom prst="rect">
            <a:avLst/>
          </a:prstGeom>
          <a:noFill/>
          <a:ln>
            <a:noFill/>
          </a:ln>
        </p:spPr>
      </p:pic>
      <p:sp>
        <p:nvSpPr>
          <p:cNvPr id="590" name="Google Shape;590;p27"/>
          <p:cNvSpPr/>
          <p:nvPr/>
        </p:nvSpPr>
        <p:spPr>
          <a:xfrm>
            <a:off x="4363052" y="4506434"/>
            <a:ext cx="3375704" cy="684000"/>
          </a:xfrm>
          <a:prstGeom prst="roundRect">
            <a:avLst>
              <a:gd fmla="val 20399" name="adj"/>
            </a:avLst>
          </a:prstGeom>
          <a:solidFill>
            <a:srgbClr val="0077FF">
              <a:alpha val="20000"/>
            </a:srgbClr>
          </a:solidFill>
          <a:ln>
            <a:noFill/>
          </a:ln>
        </p:spPr>
        <p:txBody>
          <a:bodyPr anchorCtr="0" anchor="ctr" bIns="0" lIns="64800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3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>Текст</a:t>
            </a:r>
            <a:endParaRPr/>
          </a:p>
        </p:txBody>
      </p:sp>
      <p:sp>
        <p:nvSpPr>
          <p:cNvPr id="591" name="Google Shape;591;p27"/>
          <p:cNvSpPr/>
          <p:nvPr/>
        </p:nvSpPr>
        <p:spPr>
          <a:xfrm>
            <a:off x="4471098" y="4626003"/>
            <a:ext cx="444861" cy="444861"/>
          </a:xfrm>
          <a:prstGeom prst="roundRect">
            <a:avLst>
              <a:gd fmla="val 20751" name="adj"/>
            </a:avLst>
          </a:prstGeom>
          <a:solidFill>
            <a:srgbClr val="6DBC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92" name="Google Shape;592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85528" y="4740433"/>
            <a:ext cx="216000" cy="216000"/>
          </a:xfrm>
          <a:prstGeom prst="rect">
            <a:avLst/>
          </a:prstGeom>
          <a:noFill/>
          <a:ln>
            <a:noFill/>
          </a:ln>
        </p:spPr>
      </p:pic>
      <p:sp>
        <p:nvSpPr>
          <p:cNvPr id="593" name="Google Shape;593;p27"/>
          <p:cNvSpPr/>
          <p:nvPr/>
        </p:nvSpPr>
        <p:spPr>
          <a:xfrm>
            <a:off x="6775947" y="1650577"/>
            <a:ext cx="962809" cy="388186"/>
          </a:xfrm>
          <a:prstGeom prst="roundRect">
            <a:avLst>
              <a:gd fmla="val 50000" name="adj"/>
            </a:avLst>
          </a:prstGeom>
          <a:gradFill>
            <a:gsLst>
              <a:gs pos="0">
                <a:srgbClr val="00AEE8"/>
              </a:gs>
              <a:gs pos="100000">
                <a:srgbClr val="0077FF"/>
              </a:gs>
            </a:gsLst>
            <a:lin ang="2700000" scaled="0"/>
          </a:gra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>
                <a:solidFill>
                  <a:srgbClr val="000000"/>
                </a:solidFill>
                <a:latin typeface="Play"/>
                <a:ea typeface="Play"/>
                <a:cs typeface="Play"/>
                <a:sym typeface="Play"/>
              </a:rPr>
              <a:t>Дата</a:t>
            </a:r>
            <a:endParaRPr sz="1400">
              <a:solidFill>
                <a:srgbClr val="000000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594" name="Google Shape;594;p27"/>
          <p:cNvSpPr/>
          <p:nvPr/>
        </p:nvSpPr>
        <p:spPr>
          <a:xfrm>
            <a:off x="8298238" y="2216240"/>
            <a:ext cx="3375704" cy="684000"/>
          </a:xfrm>
          <a:prstGeom prst="roundRect">
            <a:avLst>
              <a:gd fmla="val 20399" name="adj"/>
            </a:avLst>
          </a:prstGeom>
          <a:solidFill>
            <a:srgbClr val="0077FF">
              <a:alpha val="20000"/>
            </a:srgbClr>
          </a:solidFill>
          <a:ln>
            <a:noFill/>
          </a:ln>
        </p:spPr>
        <p:txBody>
          <a:bodyPr anchorCtr="0" anchor="ctr" bIns="0" lIns="64800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300" u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>Текст</a:t>
            </a:r>
            <a:endParaRPr/>
          </a:p>
        </p:txBody>
      </p:sp>
      <p:sp>
        <p:nvSpPr>
          <p:cNvPr id="595" name="Google Shape;595;p27"/>
          <p:cNvSpPr/>
          <p:nvPr/>
        </p:nvSpPr>
        <p:spPr>
          <a:xfrm>
            <a:off x="8406284" y="2335809"/>
            <a:ext cx="444861" cy="444861"/>
          </a:xfrm>
          <a:prstGeom prst="roundRect">
            <a:avLst>
              <a:gd fmla="val 20751" name="adj"/>
            </a:avLst>
          </a:prstGeom>
          <a:solidFill>
            <a:srgbClr val="6DBC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6" name="Google Shape;596;p27"/>
          <p:cNvSpPr txBox="1"/>
          <p:nvPr/>
        </p:nvSpPr>
        <p:spPr>
          <a:xfrm>
            <a:off x="8298237" y="1592263"/>
            <a:ext cx="3072079" cy="398822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DBCFF"/>
              </a:buClr>
              <a:buSzPts val="2000"/>
              <a:buFont typeface="Play"/>
              <a:buNone/>
            </a:pPr>
            <a:r>
              <a:rPr lang="ru-RU" sz="2000">
                <a:solidFill>
                  <a:srgbClr val="6DBCFF"/>
                </a:solidFill>
                <a:latin typeface="Play"/>
                <a:ea typeface="Play"/>
                <a:cs typeface="Play"/>
                <a:sym typeface="Play"/>
              </a:rPr>
              <a:t>Заголовок</a:t>
            </a:r>
            <a:endParaRPr sz="2000">
              <a:solidFill>
                <a:srgbClr val="6DBCFF"/>
              </a:solidFill>
              <a:latin typeface="Play"/>
              <a:ea typeface="Play"/>
              <a:cs typeface="Play"/>
              <a:sym typeface="Play"/>
            </a:endParaRPr>
          </a:p>
        </p:txBody>
      </p:sp>
      <p:pic>
        <p:nvPicPr>
          <p:cNvPr id="597" name="Google Shape;597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0714" y="2450239"/>
            <a:ext cx="216000" cy="216000"/>
          </a:xfrm>
          <a:prstGeom prst="rect">
            <a:avLst/>
          </a:prstGeom>
          <a:noFill/>
          <a:ln>
            <a:noFill/>
          </a:ln>
        </p:spPr>
      </p:pic>
      <p:sp>
        <p:nvSpPr>
          <p:cNvPr id="598" name="Google Shape;598;p27"/>
          <p:cNvSpPr/>
          <p:nvPr/>
        </p:nvSpPr>
        <p:spPr>
          <a:xfrm>
            <a:off x="8298238" y="2979638"/>
            <a:ext cx="3375704" cy="684000"/>
          </a:xfrm>
          <a:prstGeom prst="roundRect">
            <a:avLst>
              <a:gd fmla="val 20399" name="adj"/>
            </a:avLst>
          </a:prstGeom>
          <a:solidFill>
            <a:srgbClr val="0077FF">
              <a:alpha val="20000"/>
            </a:srgbClr>
          </a:solidFill>
          <a:ln>
            <a:noFill/>
          </a:ln>
        </p:spPr>
        <p:txBody>
          <a:bodyPr anchorCtr="0" anchor="ctr" bIns="0" lIns="64800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3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>Текст</a:t>
            </a:r>
            <a:endParaRPr/>
          </a:p>
        </p:txBody>
      </p:sp>
      <p:sp>
        <p:nvSpPr>
          <p:cNvPr id="599" name="Google Shape;599;p27"/>
          <p:cNvSpPr/>
          <p:nvPr/>
        </p:nvSpPr>
        <p:spPr>
          <a:xfrm>
            <a:off x="8406284" y="3099207"/>
            <a:ext cx="444861" cy="444861"/>
          </a:xfrm>
          <a:prstGeom prst="roundRect">
            <a:avLst>
              <a:gd fmla="val 20751" name="adj"/>
            </a:avLst>
          </a:prstGeom>
          <a:solidFill>
            <a:srgbClr val="6DBC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00" name="Google Shape;600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0714" y="3213637"/>
            <a:ext cx="216000" cy="216000"/>
          </a:xfrm>
          <a:prstGeom prst="rect">
            <a:avLst/>
          </a:prstGeom>
          <a:noFill/>
          <a:ln>
            <a:noFill/>
          </a:ln>
        </p:spPr>
      </p:pic>
      <p:sp>
        <p:nvSpPr>
          <p:cNvPr id="601" name="Google Shape;601;p27"/>
          <p:cNvSpPr/>
          <p:nvPr/>
        </p:nvSpPr>
        <p:spPr>
          <a:xfrm>
            <a:off x="8298238" y="3743036"/>
            <a:ext cx="3375704" cy="684000"/>
          </a:xfrm>
          <a:prstGeom prst="roundRect">
            <a:avLst>
              <a:gd fmla="val 20399" name="adj"/>
            </a:avLst>
          </a:prstGeom>
          <a:solidFill>
            <a:srgbClr val="0077FF">
              <a:alpha val="20000"/>
            </a:srgbClr>
          </a:solidFill>
          <a:ln>
            <a:noFill/>
          </a:ln>
        </p:spPr>
        <p:txBody>
          <a:bodyPr anchorCtr="0" anchor="ctr" bIns="0" lIns="64800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3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>Текст</a:t>
            </a:r>
            <a:endParaRPr/>
          </a:p>
        </p:txBody>
      </p:sp>
      <p:sp>
        <p:nvSpPr>
          <p:cNvPr id="602" name="Google Shape;602;p27"/>
          <p:cNvSpPr/>
          <p:nvPr/>
        </p:nvSpPr>
        <p:spPr>
          <a:xfrm>
            <a:off x="8406284" y="3862605"/>
            <a:ext cx="444861" cy="444861"/>
          </a:xfrm>
          <a:prstGeom prst="roundRect">
            <a:avLst>
              <a:gd fmla="val 20751" name="adj"/>
            </a:avLst>
          </a:prstGeom>
          <a:solidFill>
            <a:srgbClr val="6DBC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03" name="Google Shape;603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0714" y="3977035"/>
            <a:ext cx="216000" cy="216000"/>
          </a:xfrm>
          <a:prstGeom prst="rect">
            <a:avLst/>
          </a:prstGeom>
          <a:noFill/>
          <a:ln>
            <a:noFill/>
          </a:ln>
        </p:spPr>
      </p:pic>
      <p:sp>
        <p:nvSpPr>
          <p:cNvPr id="604" name="Google Shape;604;p27"/>
          <p:cNvSpPr/>
          <p:nvPr/>
        </p:nvSpPr>
        <p:spPr>
          <a:xfrm>
            <a:off x="8298238" y="4506434"/>
            <a:ext cx="3375704" cy="684000"/>
          </a:xfrm>
          <a:prstGeom prst="roundRect">
            <a:avLst>
              <a:gd fmla="val 20399" name="adj"/>
            </a:avLst>
          </a:prstGeom>
          <a:solidFill>
            <a:srgbClr val="0077FF">
              <a:alpha val="20000"/>
            </a:srgbClr>
          </a:solidFill>
          <a:ln>
            <a:noFill/>
          </a:ln>
        </p:spPr>
        <p:txBody>
          <a:bodyPr anchorCtr="0" anchor="ctr" bIns="0" lIns="64800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3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>Текст</a:t>
            </a:r>
            <a:endParaRPr/>
          </a:p>
        </p:txBody>
      </p:sp>
      <p:sp>
        <p:nvSpPr>
          <p:cNvPr id="605" name="Google Shape;605;p27"/>
          <p:cNvSpPr/>
          <p:nvPr/>
        </p:nvSpPr>
        <p:spPr>
          <a:xfrm>
            <a:off x="8406284" y="4626003"/>
            <a:ext cx="444861" cy="444861"/>
          </a:xfrm>
          <a:prstGeom prst="roundRect">
            <a:avLst>
              <a:gd fmla="val 20751" name="adj"/>
            </a:avLst>
          </a:prstGeom>
          <a:solidFill>
            <a:srgbClr val="6DBC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06" name="Google Shape;606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0714" y="4740433"/>
            <a:ext cx="216000" cy="216000"/>
          </a:xfrm>
          <a:prstGeom prst="rect">
            <a:avLst/>
          </a:prstGeom>
          <a:noFill/>
          <a:ln>
            <a:noFill/>
          </a:ln>
        </p:spPr>
      </p:pic>
      <p:sp>
        <p:nvSpPr>
          <p:cNvPr id="607" name="Google Shape;607;p27"/>
          <p:cNvSpPr/>
          <p:nvPr/>
        </p:nvSpPr>
        <p:spPr>
          <a:xfrm>
            <a:off x="10711133" y="1650577"/>
            <a:ext cx="962809" cy="388186"/>
          </a:xfrm>
          <a:prstGeom prst="roundRect">
            <a:avLst>
              <a:gd fmla="val 50000" name="adj"/>
            </a:avLst>
          </a:prstGeom>
          <a:gradFill>
            <a:gsLst>
              <a:gs pos="0">
                <a:srgbClr val="00AEE8"/>
              </a:gs>
              <a:gs pos="100000">
                <a:srgbClr val="0077FF"/>
              </a:gs>
            </a:gsLst>
            <a:lin ang="2700000" scaled="0"/>
          </a:gra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>
                <a:solidFill>
                  <a:srgbClr val="000000"/>
                </a:solidFill>
                <a:latin typeface="Play"/>
                <a:ea typeface="Play"/>
                <a:cs typeface="Play"/>
                <a:sym typeface="Play"/>
              </a:rPr>
              <a:t>Дата</a:t>
            </a:r>
            <a:endParaRPr sz="1400">
              <a:solidFill>
                <a:srgbClr val="000000"/>
              </a:solidFill>
              <a:latin typeface="Play"/>
              <a:ea typeface="Play"/>
              <a:cs typeface="Play"/>
              <a:sym typeface="Play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2" name="Shape 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3" name="Google Shape;613;p28"/>
          <p:cNvSpPr txBox="1"/>
          <p:nvPr>
            <p:ph type="title"/>
          </p:nvPr>
        </p:nvSpPr>
        <p:spPr>
          <a:xfrm>
            <a:off x="429253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</a:pPr>
            <a:r>
              <a:rPr lang="ru-RU"/>
              <a:t>Заголовок</a:t>
            </a:r>
            <a:endParaRPr/>
          </a:p>
        </p:txBody>
      </p:sp>
      <p:sp>
        <p:nvSpPr>
          <p:cNvPr id="614" name="Google Shape;614;p28"/>
          <p:cNvSpPr txBox="1"/>
          <p:nvPr/>
        </p:nvSpPr>
        <p:spPr>
          <a:xfrm>
            <a:off x="427866" y="1504190"/>
            <a:ext cx="4658484" cy="4057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lay"/>
              <a:buNone/>
            </a:pPr>
            <a:r>
              <a:rPr lang="ru-RU" sz="20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>Заголовок</a:t>
            </a:r>
            <a:endParaRPr/>
          </a:p>
        </p:txBody>
      </p:sp>
      <p:sp>
        <p:nvSpPr>
          <p:cNvPr id="615" name="Google Shape;615;p28"/>
          <p:cNvSpPr txBox="1"/>
          <p:nvPr/>
        </p:nvSpPr>
        <p:spPr>
          <a:xfrm>
            <a:off x="427866" y="2959836"/>
            <a:ext cx="4658484" cy="4057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lay"/>
              <a:buNone/>
            </a:pPr>
            <a:r>
              <a:rPr lang="ru-RU" sz="20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>Заголовок</a:t>
            </a:r>
            <a:endParaRPr/>
          </a:p>
        </p:txBody>
      </p:sp>
      <p:sp>
        <p:nvSpPr>
          <p:cNvPr id="616" name="Google Shape;616;p28"/>
          <p:cNvSpPr/>
          <p:nvPr/>
        </p:nvSpPr>
        <p:spPr>
          <a:xfrm>
            <a:off x="1036774" y="1988424"/>
            <a:ext cx="1941953" cy="4748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>Текст</a:t>
            </a:r>
            <a:endParaRPr sz="1200">
              <a:solidFill>
                <a:schemeClr val="lt1"/>
              </a:solidFill>
              <a:latin typeface="Play"/>
              <a:ea typeface="Play"/>
              <a:cs typeface="Play"/>
              <a:sym typeface="Play"/>
            </a:endParaRPr>
          </a:p>
        </p:txBody>
      </p:sp>
      <p:grpSp>
        <p:nvGrpSpPr>
          <p:cNvPr id="617" name="Google Shape;617;p28"/>
          <p:cNvGrpSpPr/>
          <p:nvPr/>
        </p:nvGrpSpPr>
        <p:grpSpPr>
          <a:xfrm>
            <a:off x="427865" y="1988423"/>
            <a:ext cx="476638" cy="474884"/>
            <a:chOff x="427865" y="2634106"/>
            <a:chExt cx="476638" cy="474884"/>
          </a:xfrm>
        </p:grpSpPr>
        <p:sp>
          <p:nvSpPr>
            <p:cNvPr id="618" name="Google Shape;618;p28"/>
            <p:cNvSpPr/>
            <p:nvPr/>
          </p:nvSpPr>
          <p:spPr>
            <a:xfrm>
              <a:off x="427865" y="2634106"/>
              <a:ext cx="476638" cy="474884"/>
            </a:xfrm>
            <a:prstGeom prst="roundRect">
              <a:avLst>
                <a:gd fmla="val 30745" name="adj"/>
              </a:avLst>
            </a:prstGeom>
            <a:gradFill>
              <a:gsLst>
                <a:gs pos="0">
                  <a:srgbClr val="00AEE8"/>
                </a:gs>
                <a:gs pos="100000">
                  <a:srgbClr val="0077FF"/>
                </a:gs>
              </a:gsLst>
              <a:lin ang="8100000" scaled="0"/>
            </a:gradFill>
            <a:ln>
              <a:noFill/>
            </a:ln>
          </p:spPr>
          <p:txBody>
            <a:bodyPr anchorCtr="0" anchor="ctr" bIns="45700" lIns="36000" spcFirstLastPara="1" rIns="36000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t/>
              </a:r>
              <a:endParaRPr sz="1400" u="none" cap="none" strike="noStrike">
                <a:solidFill>
                  <a:srgbClr val="00D3E3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pic>
          <p:nvPicPr>
            <p:cNvPr id="619" name="Google Shape;619;p2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558184" y="2763548"/>
              <a:ext cx="216000" cy="21600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620" name="Google Shape;620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98723" y="6160516"/>
            <a:ext cx="1857481" cy="2926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621" name="Google Shape;621;p2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093496" y="6238282"/>
            <a:ext cx="690517" cy="216000"/>
          </a:xfrm>
          <a:prstGeom prst="rect">
            <a:avLst/>
          </a:prstGeom>
          <a:noFill/>
          <a:ln>
            <a:noFill/>
          </a:ln>
        </p:spPr>
      </p:pic>
      <p:sp>
        <p:nvSpPr>
          <p:cNvPr id="622" name="Google Shape;622;p28"/>
          <p:cNvSpPr/>
          <p:nvPr/>
        </p:nvSpPr>
        <p:spPr>
          <a:xfrm>
            <a:off x="3932374" y="1988424"/>
            <a:ext cx="1941953" cy="4748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>Текст</a:t>
            </a:r>
            <a:endParaRPr sz="1200">
              <a:solidFill>
                <a:schemeClr val="lt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623" name="Google Shape;623;p28"/>
          <p:cNvSpPr/>
          <p:nvPr/>
        </p:nvSpPr>
        <p:spPr>
          <a:xfrm>
            <a:off x="6703283" y="1988424"/>
            <a:ext cx="1941953" cy="4748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>Текст</a:t>
            </a:r>
            <a:endParaRPr sz="1200">
              <a:solidFill>
                <a:schemeClr val="lt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624" name="Google Shape;624;p28"/>
          <p:cNvSpPr/>
          <p:nvPr/>
        </p:nvSpPr>
        <p:spPr>
          <a:xfrm>
            <a:off x="9598883" y="1988424"/>
            <a:ext cx="1941953" cy="4748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>Текст</a:t>
            </a:r>
            <a:endParaRPr sz="1200">
              <a:solidFill>
                <a:schemeClr val="lt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625" name="Google Shape;625;p28"/>
          <p:cNvSpPr/>
          <p:nvPr/>
        </p:nvSpPr>
        <p:spPr>
          <a:xfrm>
            <a:off x="427865" y="3429000"/>
            <a:ext cx="2810752" cy="956688"/>
          </a:xfrm>
          <a:prstGeom prst="roundRect">
            <a:avLst>
              <a:gd fmla="val 10569" name="adj"/>
            </a:avLst>
          </a:prstGeom>
          <a:solidFill>
            <a:srgbClr val="000000"/>
          </a:solidFill>
          <a:ln cap="flat" cmpd="sng" w="9525">
            <a:solidFill>
              <a:srgbClr val="00AEE8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>Текст</a:t>
            </a:r>
            <a:endParaRPr/>
          </a:p>
        </p:txBody>
      </p:sp>
      <p:sp>
        <p:nvSpPr>
          <p:cNvPr id="626" name="Google Shape;626;p28"/>
          <p:cNvSpPr/>
          <p:nvPr/>
        </p:nvSpPr>
        <p:spPr>
          <a:xfrm>
            <a:off x="3310726" y="3429000"/>
            <a:ext cx="2810752" cy="956688"/>
          </a:xfrm>
          <a:prstGeom prst="roundRect">
            <a:avLst>
              <a:gd fmla="val 10569" name="adj"/>
            </a:avLst>
          </a:prstGeom>
          <a:solidFill>
            <a:srgbClr val="000000"/>
          </a:solidFill>
          <a:ln cap="flat" cmpd="sng" w="9525">
            <a:solidFill>
              <a:srgbClr val="00AEE8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>Текст</a:t>
            </a:r>
            <a:endParaRPr/>
          </a:p>
        </p:txBody>
      </p:sp>
      <p:sp>
        <p:nvSpPr>
          <p:cNvPr id="627" name="Google Shape;627;p28"/>
          <p:cNvSpPr/>
          <p:nvPr/>
        </p:nvSpPr>
        <p:spPr>
          <a:xfrm>
            <a:off x="6193587" y="3429000"/>
            <a:ext cx="2810752" cy="956688"/>
          </a:xfrm>
          <a:prstGeom prst="roundRect">
            <a:avLst>
              <a:gd fmla="val 10569" name="adj"/>
            </a:avLst>
          </a:prstGeom>
          <a:solidFill>
            <a:srgbClr val="000000"/>
          </a:solidFill>
          <a:ln cap="flat" cmpd="sng" w="9525">
            <a:solidFill>
              <a:srgbClr val="00AEE8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>Текст</a:t>
            </a:r>
            <a:endParaRPr/>
          </a:p>
        </p:txBody>
      </p:sp>
      <p:sp>
        <p:nvSpPr>
          <p:cNvPr id="628" name="Google Shape;628;p28"/>
          <p:cNvSpPr/>
          <p:nvPr/>
        </p:nvSpPr>
        <p:spPr>
          <a:xfrm>
            <a:off x="9076448" y="3429000"/>
            <a:ext cx="2810752" cy="956688"/>
          </a:xfrm>
          <a:prstGeom prst="roundRect">
            <a:avLst>
              <a:gd fmla="val 10569" name="adj"/>
            </a:avLst>
          </a:prstGeom>
          <a:solidFill>
            <a:srgbClr val="000000"/>
          </a:solidFill>
          <a:ln cap="flat" cmpd="sng" w="9525">
            <a:solidFill>
              <a:srgbClr val="00AEE8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>Текст</a:t>
            </a:r>
            <a:endParaRPr/>
          </a:p>
        </p:txBody>
      </p:sp>
      <p:sp>
        <p:nvSpPr>
          <p:cNvPr id="629" name="Google Shape;629;p28"/>
          <p:cNvSpPr/>
          <p:nvPr/>
        </p:nvSpPr>
        <p:spPr>
          <a:xfrm>
            <a:off x="427865" y="4454236"/>
            <a:ext cx="2810752" cy="956688"/>
          </a:xfrm>
          <a:prstGeom prst="roundRect">
            <a:avLst>
              <a:gd fmla="val 10569" name="adj"/>
            </a:avLst>
          </a:prstGeom>
          <a:solidFill>
            <a:srgbClr val="000000"/>
          </a:solidFill>
          <a:ln cap="flat" cmpd="sng" w="9525">
            <a:solidFill>
              <a:srgbClr val="00AEE8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>Текст</a:t>
            </a:r>
            <a:endParaRPr/>
          </a:p>
        </p:txBody>
      </p:sp>
      <p:sp>
        <p:nvSpPr>
          <p:cNvPr id="630" name="Google Shape;630;p28"/>
          <p:cNvSpPr/>
          <p:nvPr/>
        </p:nvSpPr>
        <p:spPr>
          <a:xfrm>
            <a:off x="3310726" y="4454236"/>
            <a:ext cx="2810752" cy="956688"/>
          </a:xfrm>
          <a:prstGeom prst="roundRect">
            <a:avLst>
              <a:gd fmla="val 10569" name="adj"/>
            </a:avLst>
          </a:prstGeom>
          <a:solidFill>
            <a:srgbClr val="000000"/>
          </a:solidFill>
          <a:ln cap="flat" cmpd="sng" w="9525">
            <a:solidFill>
              <a:srgbClr val="00AEE8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>Текст</a:t>
            </a:r>
            <a:endParaRPr/>
          </a:p>
        </p:txBody>
      </p:sp>
      <p:sp>
        <p:nvSpPr>
          <p:cNvPr id="631" name="Google Shape;631;p28"/>
          <p:cNvSpPr/>
          <p:nvPr/>
        </p:nvSpPr>
        <p:spPr>
          <a:xfrm>
            <a:off x="6193587" y="4454236"/>
            <a:ext cx="2810752" cy="956688"/>
          </a:xfrm>
          <a:prstGeom prst="roundRect">
            <a:avLst>
              <a:gd fmla="val 10569" name="adj"/>
            </a:avLst>
          </a:prstGeom>
          <a:solidFill>
            <a:srgbClr val="000000"/>
          </a:solidFill>
          <a:ln cap="flat" cmpd="sng" w="9525">
            <a:solidFill>
              <a:srgbClr val="00AEE8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>Текст</a:t>
            </a:r>
            <a:endParaRPr/>
          </a:p>
        </p:txBody>
      </p:sp>
      <p:sp>
        <p:nvSpPr>
          <p:cNvPr id="632" name="Google Shape;632;p28"/>
          <p:cNvSpPr/>
          <p:nvPr/>
        </p:nvSpPr>
        <p:spPr>
          <a:xfrm>
            <a:off x="9076448" y="4454236"/>
            <a:ext cx="2810752" cy="956688"/>
          </a:xfrm>
          <a:prstGeom prst="roundRect">
            <a:avLst>
              <a:gd fmla="val 10569" name="adj"/>
            </a:avLst>
          </a:prstGeom>
          <a:solidFill>
            <a:srgbClr val="000000"/>
          </a:solidFill>
          <a:ln cap="flat" cmpd="sng" w="9525">
            <a:solidFill>
              <a:srgbClr val="00AEE8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>Текст</a:t>
            </a:r>
            <a:endParaRPr/>
          </a:p>
        </p:txBody>
      </p:sp>
      <p:grpSp>
        <p:nvGrpSpPr>
          <p:cNvPr id="633" name="Google Shape;633;p28"/>
          <p:cNvGrpSpPr/>
          <p:nvPr/>
        </p:nvGrpSpPr>
        <p:grpSpPr>
          <a:xfrm>
            <a:off x="3323465" y="1988423"/>
            <a:ext cx="476638" cy="474884"/>
            <a:chOff x="427865" y="2634106"/>
            <a:chExt cx="476638" cy="474884"/>
          </a:xfrm>
        </p:grpSpPr>
        <p:sp>
          <p:nvSpPr>
            <p:cNvPr id="634" name="Google Shape;634;p28"/>
            <p:cNvSpPr/>
            <p:nvPr/>
          </p:nvSpPr>
          <p:spPr>
            <a:xfrm>
              <a:off x="427865" y="2634106"/>
              <a:ext cx="476638" cy="474884"/>
            </a:xfrm>
            <a:prstGeom prst="roundRect">
              <a:avLst>
                <a:gd fmla="val 30745" name="adj"/>
              </a:avLst>
            </a:prstGeom>
            <a:gradFill>
              <a:gsLst>
                <a:gs pos="0">
                  <a:srgbClr val="00AEE8"/>
                </a:gs>
                <a:gs pos="100000">
                  <a:srgbClr val="0077FF"/>
                </a:gs>
              </a:gsLst>
              <a:lin ang="8100000" scaled="0"/>
            </a:gradFill>
            <a:ln>
              <a:noFill/>
            </a:ln>
          </p:spPr>
          <p:txBody>
            <a:bodyPr anchorCtr="0" anchor="ctr" bIns="45700" lIns="36000" spcFirstLastPara="1" rIns="36000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t/>
              </a:r>
              <a:endParaRPr sz="1400" u="none" cap="none" strike="noStrike">
                <a:solidFill>
                  <a:srgbClr val="00D3E3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pic>
          <p:nvPicPr>
            <p:cNvPr id="635" name="Google Shape;635;p2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558184" y="2763548"/>
              <a:ext cx="216000" cy="2160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636" name="Google Shape;636;p28"/>
          <p:cNvGrpSpPr/>
          <p:nvPr/>
        </p:nvGrpSpPr>
        <p:grpSpPr>
          <a:xfrm>
            <a:off x="6094374" y="1988423"/>
            <a:ext cx="476638" cy="474884"/>
            <a:chOff x="427865" y="2634106"/>
            <a:chExt cx="476638" cy="474884"/>
          </a:xfrm>
        </p:grpSpPr>
        <p:sp>
          <p:nvSpPr>
            <p:cNvPr id="637" name="Google Shape;637;p28"/>
            <p:cNvSpPr/>
            <p:nvPr/>
          </p:nvSpPr>
          <p:spPr>
            <a:xfrm>
              <a:off x="427865" y="2634106"/>
              <a:ext cx="476638" cy="474884"/>
            </a:xfrm>
            <a:prstGeom prst="roundRect">
              <a:avLst>
                <a:gd fmla="val 30745" name="adj"/>
              </a:avLst>
            </a:prstGeom>
            <a:gradFill>
              <a:gsLst>
                <a:gs pos="0">
                  <a:srgbClr val="00AEE8"/>
                </a:gs>
                <a:gs pos="100000">
                  <a:srgbClr val="0077FF"/>
                </a:gs>
              </a:gsLst>
              <a:lin ang="8100000" scaled="0"/>
            </a:gradFill>
            <a:ln>
              <a:noFill/>
            </a:ln>
          </p:spPr>
          <p:txBody>
            <a:bodyPr anchorCtr="0" anchor="ctr" bIns="45700" lIns="36000" spcFirstLastPara="1" rIns="36000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t/>
              </a:r>
              <a:endParaRPr sz="1400" u="none" cap="none" strike="noStrike">
                <a:solidFill>
                  <a:srgbClr val="00D3E3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pic>
          <p:nvPicPr>
            <p:cNvPr id="638" name="Google Shape;638;p2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558184" y="2763548"/>
              <a:ext cx="216000" cy="2160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639" name="Google Shape;639;p28"/>
          <p:cNvGrpSpPr/>
          <p:nvPr/>
        </p:nvGrpSpPr>
        <p:grpSpPr>
          <a:xfrm>
            <a:off x="8989974" y="1988423"/>
            <a:ext cx="476638" cy="474884"/>
            <a:chOff x="427865" y="2634106"/>
            <a:chExt cx="476638" cy="474884"/>
          </a:xfrm>
        </p:grpSpPr>
        <p:sp>
          <p:nvSpPr>
            <p:cNvPr id="640" name="Google Shape;640;p28"/>
            <p:cNvSpPr/>
            <p:nvPr/>
          </p:nvSpPr>
          <p:spPr>
            <a:xfrm>
              <a:off x="427865" y="2634106"/>
              <a:ext cx="476638" cy="474884"/>
            </a:xfrm>
            <a:prstGeom prst="roundRect">
              <a:avLst>
                <a:gd fmla="val 30745" name="adj"/>
              </a:avLst>
            </a:prstGeom>
            <a:gradFill>
              <a:gsLst>
                <a:gs pos="0">
                  <a:srgbClr val="00AEE8"/>
                </a:gs>
                <a:gs pos="100000">
                  <a:srgbClr val="0077FF"/>
                </a:gs>
              </a:gsLst>
              <a:lin ang="8100000" scaled="0"/>
            </a:gradFill>
            <a:ln>
              <a:noFill/>
            </a:ln>
          </p:spPr>
          <p:txBody>
            <a:bodyPr anchorCtr="0" anchor="ctr" bIns="45700" lIns="36000" spcFirstLastPara="1" rIns="36000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t/>
              </a:r>
              <a:endParaRPr sz="1400" u="none" cap="none" strike="noStrike">
                <a:solidFill>
                  <a:srgbClr val="00D3E3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pic>
          <p:nvPicPr>
            <p:cNvPr id="641" name="Google Shape;641;p2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558184" y="2763548"/>
              <a:ext cx="216000" cy="216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6" name="Shape 6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7" name="Google Shape;647;p29"/>
          <p:cNvSpPr txBox="1"/>
          <p:nvPr>
            <p:ph type="title"/>
          </p:nvPr>
        </p:nvSpPr>
        <p:spPr>
          <a:xfrm>
            <a:off x="429253" y="424691"/>
            <a:ext cx="7827311" cy="6729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</a:pPr>
            <a:r>
              <a:rPr lang="ru-RU"/>
              <a:t>Заголовок</a:t>
            </a:r>
            <a:endParaRPr/>
          </a:p>
        </p:txBody>
      </p:sp>
      <p:sp>
        <p:nvSpPr>
          <p:cNvPr id="648" name="Google Shape;648;p29"/>
          <p:cNvSpPr/>
          <p:nvPr/>
        </p:nvSpPr>
        <p:spPr>
          <a:xfrm>
            <a:off x="418676" y="3902697"/>
            <a:ext cx="2563675" cy="1277378"/>
          </a:xfrm>
          <a:prstGeom prst="roundRect">
            <a:avLst>
              <a:gd fmla="val 10619" name="adj"/>
            </a:avLst>
          </a:prstGeom>
          <a:solidFill>
            <a:srgbClr val="000000">
              <a:alpha val="50196"/>
            </a:srgbClr>
          </a:solidFill>
          <a:ln cap="flat" cmpd="sng" w="9525">
            <a:solidFill>
              <a:srgbClr val="0077F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t" bIns="45700" lIns="72000" spcFirstLastPara="1" rIns="91425" wrap="square" tIns="36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>Текст</a:t>
            </a:r>
            <a:endParaRPr sz="1200" u="none" cap="none" strike="noStrike">
              <a:solidFill>
                <a:schemeClr val="lt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649" name="Google Shape;649;p29"/>
          <p:cNvSpPr/>
          <p:nvPr/>
        </p:nvSpPr>
        <p:spPr>
          <a:xfrm>
            <a:off x="1160059" y="2184933"/>
            <a:ext cx="1822292" cy="5794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>
                <a:solidFill>
                  <a:srgbClr val="FDFEFE"/>
                </a:solidFill>
                <a:latin typeface="Play"/>
                <a:ea typeface="Play"/>
                <a:cs typeface="Play"/>
                <a:sym typeface="Play"/>
              </a:rPr>
              <a:t>Текст</a:t>
            </a:r>
            <a:endParaRPr/>
          </a:p>
        </p:txBody>
      </p:sp>
      <p:sp>
        <p:nvSpPr>
          <p:cNvPr id="650" name="Google Shape;650;p29"/>
          <p:cNvSpPr txBox="1"/>
          <p:nvPr/>
        </p:nvSpPr>
        <p:spPr>
          <a:xfrm>
            <a:off x="429253" y="1615786"/>
            <a:ext cx="3841965" cy="4180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DBCFF"/>
              </a:buClr>
              <a:buSzPts val="1800"/>
              <a:buFont typeface="Play"/>
              <a:buNone/>
            </a:pPr>
            <a:r>
              <a:rPr lang="ru-RU" sz="1800">
                <a:solidFill>
                  <a:srgbClr val="6DBCFF"/>
                </a:solidFill>
                <a:latin typeface="Play"/>
                <a:ea typeface="Play"/>
                <a:cs typeface="Play"/>
                <a:sym typeface="Play"/>
              </a:rPr>
              <a:t>Цели:</a:t>
            </a:r>
            <a:endParaRPr/>
          </a:p>
        </p:txBody>
      </p:sp>
      <p:grpSp>
        <p:nvGrpSpPr>
          <p:cNvPr id="651" name="Google Shape;651;p29"/>
          <p:cNvGrpSpPr/>
          <p:nvPr/>
        </p:nvGrpSpPr>
        <p:grpSpPr>
          <a:xfrm>
            <a:off x="418675" y="2184932"/>
            <a:ext cx="579469" cy="579469"/>
            <a:chOff x="418676" y="2259883"/>
            <a:chExt cx="450926" cy="450926"/>
          </a:xfrm>
        </p:grpSpPr>
        <p:sp>
          <p:nvSpPr>
            <p:cNvPr id="652" name="Google Shape;652;p29"/>
            <p:cNvSpPr/>
            <p:nvPr/>
          </p:nvSpPr>
          <p:spPr>
            <a:xfrm>
              <a:off x="418676" y="2259883"/>
              <a:ext cx="450926" cy="450926"/>
            </a:xfrm>
            <a:prstGeom prst="roundRect">
              <a:avLst>
                <a:gd fmla="val 25151" name="adj"/>
              </a:avLst>
            </a:prstGeom>
            <a:gradFill>
              <a:gsLst>
                <a:gs pos="0">
                  <a:srgbClr val="00AEE8"/>
                </a:gs>
                <a:gs pos="100000">
                  <a:srgbClr val="0077FF"/>
                </a:gs>
              </a:gsLst>
              <a:lin ang="2700000" scaled="0"/>
            </a:gradFill>
            <a:ln cap="flat" cmpd="sng" w="9525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solidFill>
                  <a:srgbClr val="00D3E3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pic>
          <p:nvPicPr>
            <p:cNvPr id="653" name="Google Shape;653;p2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510789" y="2355801"/>
              <a:ext cx="266700" cy="2667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654" name="Google Shape;654;p29"/>
          <p:cNvSpPr txBox="1"/>
          <p:nvPr/>
        </p:nvSpPr>
        <p:spPr>
          <a:xfrm>
            <a:off x="429253" y="3444059"/>
            <a:ext cx="3841965" cy="4180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7FF"/>
              </a:buClr>
              <a:buSzPts val="1800"/>
              <a:buFont typeface="Play"/>
              <a:buNone/>
            </a:pPr>
            <a:r>
              <a:rPr lang="ru-RU" sz="1800">
                <a:solidFill>
                  <a:srgbClr val="0077FF"/>
                </a:solidFill>
                <a:latin typeface="Play"/>
                <a:ea typeface="Play"/>
                <a:cs typeface="Play"/>
                <a:sym typeface="Play"/>
              </a:rPr>
              <a:t>Решения:</a:t>
            </a:r>
            <a:endParaRPr/>
          </a:p>
        </p:txBody>
      </p:sp>
      <p:sp>
        <p:nvSpPr>
          <p:cNvPr id="655" name="Google Shape;655;p29"/>
          <p:cNvSpPr/>
          <p:nvPr/>
        </p:nvSpPr>
        <p:spPr>
          <a:xfrm>
            <a:off x="3147809" y="3902697"/>
            <a:ext cx="2563675" cy="1277378"/>
          </a:xfrm>
          <a:prstGeom prst="roundRect">
            <a:avLst>
              <a:gd fmla="val 10619" name="adj"/>
            </a:avLst>
          </a:prstGeom>
          <a:solidFill>
            <a:srgbClr val="000000">
              <a:alpha val="50196"/>
            </a:srgbClr>
          </a:solidFill>
          <a:ln cap="flat" cmpd="sng" w="9525">
            <a:solidFill>
              <a:srgbClr val="0077F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t" bIns="45700" lIns="72000" spcFirstLastPara="1" rIns="91425" wrap="square" tIns="36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>Текст</a:t>
            </a:r>
            <a:endParaRPr sz="1200" u="none" cap="none" strike="noStrike">
              <a:solidFill>
                <a:schemeClr val="lt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656" name="Google Shape;656;p29"/>
          <p:cNvSpPr/>
          <p:nvPr/>
        </p:nvSpPr>
        <p:spPr>
          <a:xfrm>
            <a:off x="5876940" y="3902697"/>
            <a:ext cx="2563675" cy="1277378"/>
          </a:xfrm>
          <a:prstGeom prst="roundRect">
            <a:avLst>
              <a:gd fmla="val 10619" name="adj"/>
            </a:avLst>
          </a:prstGeom>
          <a:solidFill>
            <a:srgbClr val="000000">
              <a:alpha val="50196"/>
            </a:srgbClr>
          </a:solidFill>
          <a:ln cap="flat" cmpd="sng" w="9525">
            <a:solidFill>
              <a:srgbClr val="0077F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t" bIns="45700" lIns="72000" spcFirstLastPara="1" rIns="91425" wrap="square" tIns="36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>Текст</a:t>
            </a:r>
            <a:endParaRPr sz="1200" u="none" cap="none" strike="noStrike">
              <a:solidFill>
                <a:schemeClr val="lt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657" name="Google Shape;657;p29"/>
          <p:cNvSpPr/>
          <p:nvPr/>
        </p:nvSpPr>
        <p:spPr>
          <a:xfrm>
            <a:off x="8606073" y="3902697"/>
            <a:ext cx="2563675" cy="1277378"/>
          </a:xfrm>
          <a:prstGeom prst="roundRect">
            <a:avLst>
              <a:gd fmla="val 10619" name="adj"/>
            </a:avLst>
          </a:prstGeom>
          <a:solidFill>
            <a:srgbClr val="000000">
              <a:alpha val="50196"/>
            </a:srgbClr>
          </a:solidFill>
          <a:ln cap="flat" cmpd="sng" w="9525">
            <a:solidFill>
              <a:srgbClr val="0077F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t" bIns="45700" lIns="72000" spcFirstLastPara="1" rIns="91425" wrap="square" tIns="36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>Текст</a:t>
            </a:r>
            <a:endParaRPr sz="1200" u="none" cap="none" strike="noStrike">
              <a:solidFill>
                <a:schemeClr val="lt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658" name="Google Shape;658;p29"/>
          <p:cNvSpPr/>
          <p:nvPr/>
        </p:nvSpPr>
        <p:spPr>
          <a:xfrm>
            <a:off x="3889191" y="2184933"/>
            <a:ext cx="1822292" cy="5794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>
                <a:solidFill>
                  <a:srgbClr val="FDFEFE"/>
                </a:solidFill>
                <a:latin typeface="Play"/>
                <a:ea typeface="Play"/>
                <a:cs typeface="Play"/>
                <a:sym typeface="Play"/>
              </a:rPr>
              <a:t>Текст</a:t>
            </a:r>
            <a:endParaRPr/>
          </a:p>
        </p:txBody>
      </p:sp>
      <p:grpSp>
        <p:nvGrpSpPr>
          <p:cNvPr id="659" name="Google Shape;659;p29"/>
          <p:cNvGrpSpPr/>
          <p:nvPr/>
        </p:nvGrpSpPr>
        <p:grpSpPr>
          <a:xfrm>
            <a:off x="3147807" y="2184932"/>
            <a:ext cx="579469" cy="579469"/>
            <a:chOff x="418676" y="2259883"/>
            <a:chExt cx="450926" cy="450926"/>
          </a:xfrm>
        </p:grpSpPr>
        <p:sp>
          <p:nvSpPr>
            <p:cNvPr id="660" name="Google Shape;660;p29"/>
            <p:cNvSpPr/>
            <p:nvPr/>
          </p:nvSpPr>
          <p:spPr>
            <a:xfrm>
              <a:off x="418676" y="2259883"/>
              <a:ext cx="450926" cy="450926"/>
            </a:xfrm>
            <a:prstGeom prst="roundRect">
              <a:avLst>
                <a:gd fmla="val 25151" name="adj"/>
              </a:avLst>
            </a:prstGeom>
            <a:gradFill>
              <a:gsLst>
                <a:gs pos="0">
                  <a:srgbClr val="00AEE8"/>
                </a:gs>
                <a:gs pos="100000">
                  <a:srgbClr val="0077FF"/>
                </a:gs>
              </a:gsLst>
              <a:lin ang="2700000" scaled="0"/>
            </a:gradFill>
            <a:ln cap="flat" cmpd="sng" w="9525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solidFill>
                  <a:srgbClr val="00D3E3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pic>
          <p:nvPicPr>
            <p:cNvPr id="661" name="Google Shape;661;p2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510789" y="2355801"/>
              <a:ext cx="266700" cy="2667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662" name="Google Shape;662;p29"/>
          <p:cNvSpPr/>
          <p:nvPr/>
        </p:nvSpPr>
        <p:spPr>
          <a:xfrm>
            <a:off x="6632391" y="2184933"/>
            <a:ext cx="1822292" cy="5794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>
                <a:solidFill>
                  <a:srgbClr val="FDFEFE"/>
                </a:solidFill>
                <a:latin typeface="Play"/>
                <a:ea typeface="Play"/>
                <a:cs typeface="Play"/>
                <a:sym typeface="Play"/>
              </a:rPr>
              <a:t>Текст</a:t>
            </a:r>
            <a:endParaRPr/>
          </a:p>
        </p:txBody>
      </p:sp>
      <p:grpSp>
        <p:nvGrpSpPr>
          <p:cNvPr id="663" name="Google Shape;663;p29"/>
          <p:cNvGrpSpPr/>
          <p:nvPr/>
        </p:nvGrpSpPr>
        <p:grpSpPr>
          <a:xfrm>
            <a:off x="5891007" y="2184932"/>
            <a:ext cx="579469" cy="579469"/>
            <a:chOff x="418676" y="2259883"/>
            <a:chExt cx="450926" cy="450926"/>
          </a:xfrm>
        </p:grpSpPr>
        <p:sp>
          <p:nvSpPr>
            <p:cNvPr id="664" name="Google Shape;664;p29"/>
            <p:cNvSpPr/>
            <p:nvPr/>
          </p:nvSpPr>
          <p:spPr>
            <a:xfrm>
              <a:off x="418676" y="2259883"/>
              <a:ext cx="450926" cy="450926"/>
            </a:xfrm>
            <a:prstGeom prst="roundRect">
              <a:avLst>
                <a:gd fmla="val 25151" name="adj"/>
              </a:avLst>
            </a:prstGeom>
            <a:gradFill>
              <a:gsLst>
                <a:gs pos="0">
                  <a:srgbClr val="00AEE8"/>
                </a:gs>
                <a:gs pos="100000">
                  <a:srgbClr val="0077FF"/>
                </a:gs>
              </a:gsLst>
              <a:lin ang="2700000" scaled="0"/>
            </a:gradFill>
            <a:ln cap="flat" cmpd="sng" w="9525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solidFill>
                  <a:srgbClr val="00D3E3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pic>
          <p:nvPicPr>
            <p:cNvPr id="665" name="Google Shape;665;p2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510789" y="2355801"/>
              <a:ext cx="266700" cy="26670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666" name="Google Shape;666;p29"/>
          <p:cNvPicPr preferRelativeResize="0"/>
          <p:nvPr/>
        </p:nvPicPr>
        <p:blipFill rotWithShape="1">
          <a:blip r:embed="rId4">
            <a:alphaModFix/>
          </a:blip>
          <a:srcRect b="5440" l="-9926" r="-2432" t="1516"/>
          <a:stretch/>
        </p:blipFill>
        <p:spPr>
          <a:xfrm>
            <a:off x="7875215" y="0"/>
            <a:ext cx="4316786" cy="35746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1" name="Shape 6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2" name="Google Shape;672;p30"/>
          <p:cNvSpPr txBox="1"/>
          <p:nvPr>
            <p:ph type="title"/>
          </p:nvPr>
        </p:nvSpPr>
        <p:spPr>
          <a:xfrm>
            <a:off x="427864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</a:pPr>
            <a:r>
              <a:rPr lang="ru-RU"/>
              <a:t>Заголовок</a:t>
            </a:r>
            <a:endParaRPr/>
          </a:p>
        </p:txBody>
      </p:sp>
      <p:graphicFrame>
        <p:nvGraphicFramePr>
          <p:cNvPr id="673" name="Google Shape;673;p30"/>
          <p:cNvGraphicFramePr/>
          <p:nvPr/>
        </p:nvGraphicFramePr>
        <p:xfrm>
          <a:off x="0" y="14045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{5AC9AF0A-6FEA-4B71-B213-FBF42B605303}</a:tableStyleId>
              </a:tblPr>
              <a:tblGrid>
                <a:gridCol w="6096000"/>
                <a:gridCol w="6096000"/>
              </a:tblGrid>
              <a:tr h="3894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ru-RU" sz="1400" u="none" cap="none" strike="noStrike">
                          <a:solidFill>
                            <a:schemeClr val="lt1"/>
                          </a:solidFill>
                          <a:latin typeface="Play"/>
                          <a:ea typeface="Play"/>
                          <a:cs typeface="Play"/>
                          <a:sym typeface="Play"/>
                        </a:rPr>
                        <a:t>Заголовок</a:t>
                      </a:r>
                      <a:endParaRPr/>
                    </a:p>
                  </a:txBody>
                  <a:tcPr marT="108000" marB="108000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77FF">
                          <a:alpha val="50196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77FF">
                          <a:alpha val="50196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gradFill>
                      <a:gsLst>
                        <a:gs pos="0">
                          <a:srgbClr val="0077FF">
                            <a:alpha val="61961"/>
                          </a:srgbClr>
                        </a:gs>
                        <a:gs pos="99000">
                          <a:srgbClr val="00AEE8"/>
                        </a:gs>
                        <a:gs pos="100000">
                          <a:srgbClr val="00AEE8"/>
                        </a:gs>
                      </a:gsLst>
                      <a:lin ang="14400000" scaled="0"/>
                    </a:gra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ru-RU" sz="1400" u="none" cap="none" strike="noStrike">
                          <a:solidFill>
                            <a:schemeClr val="lt1"/>
                          </a:solidFill>
                          <a:latin typeface="Play"/>
                          <a:ea typeface="Play"/>
                          <a:cs typeface="Play"/>
                          <a:sym typeface="Play"/>
                        </a:rPr>
                        <a:t>Заголовок</a:t>
                      </a:r>
                      <a:endParaRPr/>
                    </a:p>
                  </a:txBody>
                  <a:tcPr marT="108000" marB="108000" marR="0" marL="0" anchor="ctr">
                    <a:lnL cap="flat" cmpd="sng" w="9525">
                      <a:solidFill>
                        <a:srgbClr val="0077FF">
                          <a:alpha val="50196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77FF">
                          <a:alpha val="50196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gradFill>
                      <a:gsLst>
                        <a:gs pos="0">
                          <a:srgbClr val="0077FF">
                            <a:alpha val="61961"/>
                          </a:srgbClr>
                        </a:gs>
                        <a:gs pos="99000">
                          <a:srgbClr val="00AEE8"/>
                        </a:gs>
                        <a:gs pos="100000">
                          <a:srgbClr val="00AEE8"/>
                        </a:gs>
                      </a:gsLst>
                      <a:lin ang="14400000" scaled="0"/>
                    </a:gradFill>
                  </a:tcPr>
                </a:tc>
              </a:tr>
              <a:tr h="591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ru-RU" sz="1100" u="none" cap="none" strike="noStrike">
                          <a:solidFill>
                            <a:srgbClr val="E4E7EA"/>
                          </a:solidFill>
                          <a:latin typeface="Play"/>
                          <a:ea typeface="Play"/>
                          <a:cs typeface="Play"/>
                          <a:sym typeface="Play"/>
                        </a:rPr>
                        <a:t>Текст</a:t>
                      </a:r>
                      <a:endParaRPr b="0" i="0" sz="1100">
                        <a:solidFill>
                          <a:srgbClr val="5A6775"/>
                        </a:solidFill>
                        <a:latin typeface="Play"/>
                        <a:ea typeface="Play"/>
                        <a:cs typeface="Play"/>
                        <a:sym typeface="Play"/>
                      </a:endParaRPr>
                    </a:p>
                  </a:txBody>
                  <a:tcPr marT="0" marB="0" marR="0" marL="3600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77FF">
                          <a:alpha val="50196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ru-RU" sz="1100">
                          <a:solidFill>
                            <a:srgbClr val="E4E7EA"/>
                          </a:solidFill>
                          <a:latin typeface="Play"/>
                          <a:ea typeface="Play"/>
                          <a:cs typeface="Play"/>
                          <a:sym typeface="Play"/>
                        </a:rPr>
                        <a:t>Текст</a:t>
                      </a:r>
                      <a:endParaRPr b="0" i="0" sz="1100">
                        <a:solidFill>
                          <a:srgbClr val="5A6775"/>
                        </a:solidFill>
                        <a:latin typeface="Play"/>
                        <a:ea typeface="Play"/>
                        <a:cs typeface="Play"/>
                        <a:sym typeface="Play"/>
                      </a:endParaRPr>
                    </a:p>
                  </a:txBody>
                  <a:tcPr marT="0" marB="0" marR="0" marL="3600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77FF">
                          <a:alpha val="50196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12121"/>
                    </a:solidFill>
                  </a:tcPr>
                </a:tc>
              </a:tr>
              <a:tr h="591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ru-RU" sz="1100">
                          <a:solidFill>
                            <a:srgbClr val="E4E7EA"/>
                          </a:solidFill>
                          <a:latin typeface="Play"/>
                          <a:ea typeface="Play"/>
                          <a:cs typeface="Play"/>
                          <a:sym typeface="Play"/>
                        </a:rPr>
                        <a:t>Текст</a:t>
                      </a:r>
                      <a:endParaRPr b="0" i="0" sz="1100">
                        <a:solidFill>
                          <a:srgbClr val="5A6775"/>
                        </a:solidFill>
                        <a:latin typeface="Play"/>
                        <a:ea typeface="Play"/>
                        <a:cs typeface="Play"/>
                        <a:sym typeface="Play"/>
                      </a:endParaRPr>
                    </a:p>
                  </a:txBody>
                  <a:tcPr marT="0" marB="0" marR="0" marL="3600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ru-RU" sz="1100">
                          <a:solidFill>
                            <a:srgbClr val="E4E7EA"/>
                          </a:solidFill>
                          <a:latin typeface="Play"/>
                          <a:ea typeface="Play"/>
                          <a:cs typeface="Play"/>
                          <a:sym typeface="Play"/>
                        </a:rPr>
                        <a:t>Текст</a:t>
                      </a:r>
                      <a:endParaRPr b="0" i="0" sz="1100">
                        <a:solidFill>
                          <a:srgbClr val="5A6775"/>
                        </a:solidFill>
                        <a:latin typeface="Play"/>
                        <a:ea typeface="Play"/>
                        <a:cs typeface="Play"/>
                        <a:sym typeface="Play"/>
                      </a:endParaRPr>
                    </a:p>
                  </a:txBody>
                  <a:tcPr marT="0" marB="0" marR="0" marL="3600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12121"/>
                    </a:solidFill>
                  </a:tcPr>
                </a:tc>
              </a:tr>
              <a:tr h="591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ru-RU" sz="1100">
                          <a:solidFill>
                            <a:srgbClr val="E4E7EA"/>
                          </a:solidFill>
                          <a:latin typeface="Play"/>
                          <a:ea typeface="Play"/>
                          <a:cs typeface="Play"/>
                          <a:sym typeface="Play"/>
                        </a:rPr>
                        <a:t>Текст</a:t>
                      </a:r>
                      <a:endParaRPr b="0" i="0" sz="1100">
                        <a:solidFill>
                          <a:srgbClr val="5A6775"/>
                        </a:solidFill>
                        <a:latin typeface="Play"/>
                        <a:ea typeface="Play"/>
                        <a:cs typeface="Play"/>
                        <a:sym typeface="Play"/>
                      </a:endParaRPr>
                    </a:p>
                  </a:txBody>
                  <a:tcPr marT="0" marB="0" marR="0" marL="3600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ru-RU" sz="1100">
                          <a:solidFill>
                            <a:srgbClr val="E4E7EA"/>
                          </a:solidFill>
                          <a:latin typeface="Play"/>
                          <a:ea typeface="Play"/>
                          <a:cs typeface="Play"/>
                          <a:sym typeface="Play"/>
                        </a:rPr>
                        <a:t>Текст</a:t>
                      </a:r>
                      <a:endParaRPr b="0" i="0" sz="1100">
                        <a:solidFill>
                          <a:srgbClr val="5A6775"/>
                        </a:solidFill>
                        <a:latin typeface="Play"/>
                        <a:ea typeface="Play"/>
                        <a:cs typeface="Play"/>
                        <a:sym typeface="Play"/>
                      </a:endParaRPr>
                    </a:p>
                  </a:txBody>
                  <a:tcPr marT="0" marB="0" marR="0" marL="3600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12121"/>
                    </a:solidFill>
                  </a:tcPr>
                </a:tc>
              </a:tr>
              <a:tr h="591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ru-RU" sz="1100">
                          <a:solidFill>
                            <a:srgbClr val="E4E7EA"/>
                          </a:solidFill>
                          <a:latin typeface="Play"/>
                          <a:ea typeface="Play"/>
                          <a:cs typeface="Play"/>
                          <a:sym typeface="Play"/>
                        </a:rPr>
                        <a:t>Текст</a:t>
                      </a:r>
                      <a:endParaRPr b="0" i="0" sz="1100">
                        <a:solidFill>
                          <a:srgbClr val="5A6775"/>
                        </a:solidFill>
                        <a:latin typeface="Play"/>
                        <a:ea typeface="Play"/>
                        <a:cs typeface="Play"/>
                        <a:sym typeface="Play"/>
                      </a:endParaRPr>
                    </a:p>
                  </a:txBody>
                  <a:tcPr marT="0" marB="0" marR="0" marL="3600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ru-RU" sz="1100">
                          <a:solidFill>
                            <a:srgbClr val="E4E7EA"/>
                          </a:solidFill>
                          <a:latin typeface="Play"/>
                          <a:ea typeface="Play"/>
                          <a:cs typeface="Play"/>
                          <a:sym typeface="Play"/>
                        </a:rPr>
                        <a:t>Текст</a:t>
                      </a:r>
                      <a:endParaRPr b="0" i="0" sz="1100">
                        <a:solidFill>
                          <a:srgbClr val="5A6775"/>
                        </a:solidFill>
                        <a:latin typeface="Play"/>
                        <a:ea typeface="Play"/>
                        <a:cs typeface="Play"/>
                        <a:sym typeface="Play"/>
                      </a:endParaRPr>
                    </a:p>
                  </a:txBody>
                  <a:tcPr marT="0" marB="0" marR="0" marL="3600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12121"/>
                    </a:solidFill>
                  </a:tcPr>
                </a:tc>
              </a:tr>
              <a:tr h="413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ru-RU" sz="1100">
                          <a:solidFill>
                            <a:srgbClr val="E4E7EA"/>
                          </a:solidFill>
                          <a:latin typeface="Play"/>
                          <a:ea typeface="Play"/>
                          <a:cs typeface="Play"/>
                          <a:sym typeface="Play"/>
                        </a:rPr>
                        <a:t>Текст</a:t>
                      </a:r>
                      <a:endParaRPr b="0" i="0" sz="1100">
                        <a:solidFill>
                          <a:srgbClr val="5A6775"/>
                        </a:solidFill>
                        <a:latin typeface="Play"/>
                        <a:ea typeface="Play"/>
                        <a:cs typeface="Play"/>
                        <a:sym typeface="Play"/>
                      </a:endParaRPr>
                    </a:p>
                  </a:txBody>
                  <a:tcPr marT="0" marB="0" marR="0" marL="3600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ru-RU" sz="1100">
                          <a:solidFill>
                            <a:srgbClr val="E4E7EA"/>
                          </a:solidFill>
                          <a:latin typeface="Play"/>
                          <a:ea typeface="Play"/>
                          <a:cs typeface="Play"/>
                          <a:sym typeface="Play"/>
                        </a:rPr>
                        <a:t>Текст</a:t>
                      </a:r>
                      <a:endParaRPr b="0" i="0" sz="1100">
                        <a:solidFill>
                          <a:srgbClr val="5A6775"/>
                        </a:solidFill>
                        <a:latin typeface="Play"/>
                        <a:ea typeface="Play"/>
                        <a:cs typeface="Play"/>
                        <a:sym typeface="Play"/>
                      </a:endParaRPr>
                    </a:p>
                  </a:txBody>
                  <a:tcPr marT="0" marB="0" marR="0" marL="3600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12121"/>
                    </a:solidFill>
                  </a:tcPr>
                </a:tc>
              </a:tr>
              <a:tr h="413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ru-RU" sz="1100">
                          <a:solidFill>
                            <a:srgbClr val="E4E7EA"/>
                          </a:solidFill>
                          <a:latin typeface="Play"/>
                          <a:ea typeface="Play"/>
                          <a:cs typeface="Play"/>
                          <a:sym typeface="Play"/>
                        </a:rPr>
                        <a:t>Текст</a:t>
                      </a:r>
                      <a:endParaRPr b="0" i="0" sz="1100">
                        <a:solidFill>
                          <a:srgbClr val="5A6775"/>
                        </a:solidFill>
                        <a:latin typeface="Play"/>
                        <a:ea typeface="Play"/>
                        <a:cs typeface="Play"/>
                        <a:sym typeface="Play"/>
                      </a:endParaRPr>
                    </a:p>
                  </a:txBody>
                  <a:tcPr marT="0" marB="0" marR="0" marL="3600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ru-RU" sz="1100">
                          <a:solidFill>
                            <a:srgbClr val="E4E7EA"/>
                          </a:solidFill>
                          <a:latin typeface="Play"/>
                          <a:ea typeface="Play"/>
                          <a:cs typeface="Play"/>
                          <a:sym typeface="Play"/>
                        </a:rPr>
                        <a:t>Текст</a:t>
                      </a:r>
                      <a:endParaRPr b="0" i="0" sz="1100">
                        <a:solidFill>
                          <a:srgbClr val="5A6775"/>
                        </a:solidFill>
                        <a:latin typeface="Play"/>
                        <a:ea typeface="Play"/>
                        <a:cs typeface="Play"/>
                        <a:sym typeface="Play"/>
                      </a:endParaRPr>
                    </a:p>
                  </a:txBody>
                  <a:tcPr marT="0" marB="0" marR="0" marL="3600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12121"/>
                    </a:solidFill>
                  </a:tcPr>
                </a:tc>
              </a:tr>
              <a:tr h="413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ru-RU" sz="1100">
                          <a:solidFill>
                            <a:srgbClr val="E4E7EA"/>
                          </a:solidFill>
                          <a:latin typeface="Play"/>
                          <a:ea typeface="Play"/>
                          <a:cs typeface="Play"/>
                          <a:sym typeface="Play"/>
                        </a:rPr>
                        <a:t>Текст</a:t>
                      </a:r>
                      <a:endParaRPr b="0" i="0" sz="1100">
                        <a:solidFill>
                          <a:srgbClr val="5A6775"/>
                        </a:solidFill>
                        <a:latin typeface="Play"/>
                        <a:ea typeface="Play"/>
                        <a:cs typeface="Play"/>
                        <a:sym typeface="Play"/>
                      </a:endParaRPr>
                    </a:p>
                  </a:txBody>
                  <a:tcPr marT="0" marB="0" marR="0" marL="3600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ru-RU" sz="1100">
                          <a:solidFill>
                            <a:srgbClr val="E4E7EA"/>
                          </a:solidFill>
                          <a:latin typeface="Play"/>
                          <a:ea typeface="Play"/>
                          <a:cs typeface="Play"/>
                          <a:sym typeface="Play"/>
                        </a:rPr>
                        <a:t>Текст</a:t>
                      </a:r>
                      <a:endParaRPr b="0" i="0" sz="1100">
                        <a:solidFill>
                          <a:srgbClr val="5A6775"/>
                        </a:solidFill>
                        <a:latin typeface="Play"/>
                        <a:ea typeface="Play"/>
                        <a:cs typeface="Play"/>
                        <a:sym typeface="Play"/>
                      </a:endParaRPr>
                    </a:p>
                  </a:txBody>
                  <a:tcPr marT="0" marB="0" marR="0" marL="3600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12121"/>
                    </a:solidFill>
                  </a:tcPr>
                </a:tc>
              </a:tr>
              <a:tr h="413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ru-RU" sz="1100">
                          <a:solidFill>
                            <a:srgbClr val="E4E7EA"/>
                          </a:solidFill>
                          <a:latin typeface="Play"/>
                          <a:ea typeface="Play"/>
                          <a:cs typeface="Play"/>
                          <a:sym typeface="Play"/>
                        </a:rPr>
                        <a:t>Текст</a:t>
                      </a:r>
                      <a:endParaRPr b="0" i="0" sz="1100">
                        <a:solidFill>
                          <a:srgbClr val="5A6775"/>
                        </a:solidFill>
                        <a:latin typeface="Play"/>
                        <a:ea typeface="Play"/>
                        <a:cs typeface="Play"/>
                        <a:sym typeface="Play"/>
                      </a:endParaRPr>
                    </a:p>
                  </a:txBody>
                  <a:tcPr marT="0" marB="0" marR="0" marL="3600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ru-RU" sz="1100">
                          <a:solidFill>
                            <a:srgbClr val="E4E7EA"/>
                          </a:solidFill>
                          <a:latin typeface="Play"/>
                          <a:ea typeface="Play"/>
                          <a:cs typeface="Play"/>
                          <a:sym typeface="Play"/>
                        </a:rPr>
                        <a:t>Текст</a:t>
                      </a:r>
                      <a:endParaRPr b="0" i="0" sz="1100">
                        <a:solidFill>
                          <a:srgbClr val="5A6775"/>
                        </a:solidFill>
                        <a:latin typeface="Play"/>
                        <a:ea typeface="Play"/>
                        <a:cs typeface="Play"/>
                        <a:sym typeface="Play"/>
                      </a:endParaRPr>
                    </a:p>
                  </a:txBody>
                  <a:tcPr marT="0" marB="0" marR="0" marL="3600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12121"/>
                    </a:solidFill>
                  </a:tcPr>
                </a:tc>
              </a:tr>
              <a:tr h="413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ru-RU" sz="1100">
                          <a:solidFill>
                            <a:srgbClr val="E4E7EA"/>
                          </a:solidFill>
                          <a:latin typeface="Play"/>
                          <a:ea typeface="Play"/>
                          <a:cs typeface="Play"/>
                          <a:sym typeface="Play"/>
                        </a:rPr>
                        <a:t>Текст</a:t>
                      </a:r>
                      <a:endParaRPr b="0" i="0" sz="1100">
                        <a:solidFill>
                          <a:srgbClr val="5A6775"/>
                        </a:solidFill>
                        <a:latin typeface="Play"/>
                        <a:ea typeface="Play"/>
                        <a:cs typeface="Play"/>
                        <a:sym typeface="Play"/>
                      </a:endParaRPr>
                    </a:p>
                  </a:txBody>
                  <a:tcPr marT="0" marB="0" marR="0" marL="3600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ru-RU" sz="1100">
                          <a:solidFill>
                            <a:srgbClr val="E4E7EA"/>
                          </a:solidFill>
                          <a:latin typeface="Play"/>
                          <a:ea typeface="Play"/>
                          <a:cs typeface="Play"/>
                          <a:sym typeface="Play"/>
                        </a:rPr>
                        <a:t>Текст</a:t>
                      </a:r>
                      <a:endParaRPr b="0" i="0" sz="1100">
                        <a:solidFill>
                          <a:srgbClr val="5A6775"/>
                        </a:solidFill>
                        <a:latin typeface="Play"/>
                        <a:ea typeface="Play"/>
                        <a:cs typeface="Play"/>
                        <a:sym typeface="Play"/>
                      </a:endParaRPr>
                    </a:p>
                  </a:txBody>
                  <a:tcPr marT="0" marB="0" marR="0" marL="3600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12121"/>
                    </a:solidFill>
                  </a:tcPr>
                </a:tc>
              </a:tr>
              <a:tr h="591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ru-RU" sz="1100">
                          <a:solidFill>
                            <a:srgbClr val="E4E7EA"/>
                          </a:solidFill>
                          <a:latin typeface="Play"/>
                          <a:ea typeface="Play"/>
                          <a:cs typeface="Play"/>
                          <a:sym typeface="Play"/>
                        </a:rPr>
                        <a:t>Текст</a:t>
                      </a:r>
                      <a:endParaRPr b="0" i="0" sz="1100">
                        <a:solidFill>
                          <a:srgbClr val="5A6775"/>
                        </a:solidFill>
                        <a:latin typeface="Play"/>
                        <a:ea typeface="Play"/>
                        <a:cs typeface="Play"/>
                        <a:sym typeface="Play"/>
                      </a:endParaRPr>
                    </a:p>
                  </a:txBody>
                  <a:tcPr marT="0" marB="0" marR="0" marL="3600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ru-RU" sz="1100">
                          <a:solidFill>
                            <a:srgbClr val="E4E7EA"/>
                          </a:solidFill>
                          <a:latin typeface="Play"/>
                          <a:ea typeface="Play"/>
                          <a:cs typeface="Play"/>
                          <a:sym typeface="Play"/>
                        </a:rPr>
                        <a:t>Текст</a:t>
                      </a:r>
                      <a:endParaRPr b="0" i="0" sz="1100">
                        <a:solidFill>
                          <a:srgbClr val="5A6775"/>
                        </a:solidFill>
                        <a:latin typeface="Play"/>
                        <a:ea typeface="Play"/>
                        <a:cs typeface="Play"/>
                        <a:sym typeface="Play"/>
                      </a:endParaRPr>
                    </a:p>
                  </a:txBody>
                  <a:tcPr marT="0" marB="0" marR="0" marL="3600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1212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8" name="Shape 6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9" name="Google Shape;679;p31"/>
          <p:cNvSpPr/>
          <p:nvPr/>
        </p:nvSpPr>
        <p:spPr>
          <a:xfrm>
            <a:off x="0" y="4748271"/>
            <a:ext cx="12192000" cy="2109730"/>
          </a:xfrm>
          <a:prstGeom prst="rect">
            <a:avLst/>
          </a:prstGeom>
          <a:gradFill>
            <a:gsLst>
              <a:gs pos="0">
                <a:srgbClr val="0077FF">
                  <a:alpha val="61961"/>
                </a:srgbClr>
              </a:gs>
              <a:gs pos="99000">
                <a:srgbClr val="00AEE8"/>
              </a:gs>
              <a:gs pos="100000">
                <a:srgbClr val="00AEE8"/>
              </a:gs>
            </a:gsLst>
            <a:lin ang="14400000" scaled="0"/>
          </a:gradFill>
          <a:ln>
            <a:noFill/>
          </a:ln>
        </p:spPr>
        <p:txBody>
          <a:bodyPr anchorCtr="0" anchor="ctr" bIns="0" lIns="108000" spcFirstLastPara="1" rIns="91425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lt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680" name="Google Shape;680;p31"/>
          <p:cNvSpPr txBox="1"/>
          <p:nvPr>
            <p:ph type="title"/>
          </p:nvPr>
        </p:nvSpPr>
        <p:spPr>
          <a:xfrm>
            <a:off x="427864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</a:pPr>
            <a:r>
              <a:rPr lang="ru-RU"/>
              <a:t>Заголовок</a:t>
            </a:r>
            <a:endParaRPr/>
          </a:p>
        </p:txBody>
      </p:sp>
      <p:sp>
        <p:nvSpPr>
          <p:cNvPr id="681" name="Google Shape;681;p31"/>
          <p:cNvSpPr/>
          <p:nvPr/>
        </p:nvSpPr>
        <p:spPr>
          <a:xfrm>
            <a:off x="427864" y="1837067"/>
            <a:ext cx="3636000" cy="2022006"/>
          </a:xfrm>
          <a:prstGeom prst="roundRect">
            <a:avLst>
              <a:gd fmla="val 6326" name="adj"/>
            </a:avLst>
          </a:prstGeom>
          <a:solidFill>
            <a:srgbClr val="212121"/>
          </a:solidFill>
          <a:ln>
            <a:noFill/>
          </a:ln>
        </p:spPr>
        <p:txBody>
          <a:bodyPr anchorCtr="0" anchor="t" bIns="45700" lIns="108000" spcFirstLastPara="1" rIns="91425" wrap="square" tIns="72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>
                <a:solidFill>
                  <a:srgbClr val="0077FF"/>
                </a:solidFill>
                <a:latin typeface="Play"/>
                <a:ea typeface="Play"/>
                <a:cs typeface="Play"/>
                <a:sym typeface="Play"/>
              </a:rPr>
              <a:t>Заголовок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ru-RU" sz="1400">
                <a:solidFill>
                  <a:srgbClr val="E4E7EA"/>
                </a:solidFill>
                <a:latin typeface="Play"/>
                <a:ea typeface="Play"/>
                <a:cs typeface="Play"/>
                <a:sym typeface="Play"/>
              </a:rPr>
              <a:t>Текст</a:t>
            </a:r>
            <a:endParaRPr/>
          </a:p>
        </p:txBody>
      </p:sp>
      <p:sp>
        <p:nvSpPr>
          <p:cNvPr id="682" name="Google Shape;682;p31"/>
          <p:cNvSpPr/>
          <p:nvPr/>
        </p:nvSpPr>
        <p:spPr>
          <a:xfrm>
            <a:off x="4217594" y="1837067"/>
            <a:ext cx="3636000" cy="2022006"/>
          </a:xfrm>
          <a:prstGeom prst="roundRect">
            <a:avLst>
              <a:gd fmla="val 6871" name="adj"/>
            </a:avLst>
          </a:prstGeom>
          <a:solidFill>
            <a:srgbClr val="212121"/>
          </a:solidFill>
          <a:ln>
            <a:noFill/>
          </a:ln>
        </p:spPr>
        <p:txBody>
          <a:bodyPr anchorCtr="0" anchor="t" bIns="45700" lIns="108000" spcFirstLastPara="1" rIns="91425" wrap="square" tIns="72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>
                <a:solidFill>
                  <a:srgbClr val="0077FF"/>
                </a:solidFill>
                <a:latin typeface="Play"/>
                <a:ea typeface="Play"/>
                <a:cs typeface="Play"/>
                <a:sym typeface="Play"/>
              </a:rPr>
              <a:t>Заголовок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ru-RU" sz="1400">
                <a:solidFill>
                  <a:srgbClr val="E4E7EA"/>
                </a:solidFill>
                <a:latin typeface="Play"/>
                <a:ea typeface="Play"/>
                <a:cs typeface="Play"/>
                <a:sym typeface="Play"/>
              </a:rPr>
              <a:t>Текст</a:t>
            </a:r>
            <a:endParaRPr/>
          </a:p>
        </p:txBody>
      </p:sp>
      <p:sp>
        <p:nvSpPr>
          <p:cNvPr id="683" name="Google Shape;683;p31"/>
          <p:cNvSpPr/>
          <p:nvPr/>
        </p:nvSpPr>
        <p:spPr>
          <a:xfrm>
            <a:off x="8007324" y="1837067"/>
            <a:ext cx="3636000" cy="2022006"/>
          </a:xfrm>
          <a:prstGeom prst="roundRect">
            <a:avLst>
              <a:gd fmla="val 5781" name="adj"/>
            </a:avLst>
          </a:prstGeom>
          <a:solidFill>
            <a:srgbClr val="212121"/>
          </a:solidFill>
          <a:ln>
            <a:noFill/>
          </a:ln>
        </p:spPr>
        <p:txBody>
          <a:bodyPr anchorCtr="0" anchor="t" bIns="45700" lIns="108000" spcFirstLastPara="1" rIns="91425" wrap="square" tIns="72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>
                <a:solidFill>
                  <a:srgbClr val="0077FF"/>
                </a:solidFill>
                <a:latin typeface="Play"/>
                <a:ea typeface="Play"/>
                <a:cs typeface="Play"/>
                <a:sym typeface="Play"/>
              </a:rPr>
              <a:t>Заголовок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ru-RU" sz="1400">
                <a:solidFill>
                  <a:srgbClr val="E4E7EA"/>
                </a:solidFill>
                <a:latin typeface="Play"/>
                <a:ea typeface="Play"/>
                <a:cs typeface="Play"/>
                <a:sym typeface="Play"/>
              </a:rPr>
              <a:t>Текст</a:t>
            </a:r>
            <a:endParaRPr/>
          </a:p>
        </p:txBody>
      </p:sp>
      <p:sp>
        <p:nvSpPr>
          <p:cNvPr id="684" name="Google Shape;684;p31"/>
          <p:cNvSpPr/>
          <p:nvPr/>
        </p:nvSpPr>
        <p:spPr>
          <a:xfrm>
            <a:off x="423103" y="5533764"/>
            <a:ext cx="6565676" cy="3954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>Текст</a:t>
            </a:r>
            <a:endParaRPr/>
          </a:p>
        </p:txBody>
      </p:sp>
      <p:sp>
        <p:nvSpPr>
          <p:cNvPr id="685" name="Google Shape;685;p31"/>
          <p:cNvSpPr/>
          <p:nvPr/>
        </p:nvSpPr>
        <p:spPr>
          <a:xfrm>
            <a:off x="427864" y="4932833"/>
            <a:ext cx="1785581" cy="396000"/>
          </a:xfrm>
          <a:prstGeom prst="roundRect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0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>Примечание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0" name="Shape 6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1" name="Google Shape;691;p32"/>
          <p:cNvSpPr/>
          <p:nvPr/>
        </p:nvSpPr>
        <p:spPr>
          <a:xfrm>
            <a:off x="427866" y="1971330"/>
            <a:ext cx="3435150" cy="3443958"/>
          </a:xfrm>
          <a:prstGeom prst="roundRect">
            <a:avLst>
              <a:gd fmla="val 5112" name="adj"/>
            </a:avLst>
          </a:prstGeom>
          <a:solidFill>
            <a:srgbClr val="000000">
              <a:alpha val="29804"/>
            </a:srgbClr>
          </a:solidFill>
          <a:ln cap="flat" cmpd="sng" w="9525">
            <a:solidFill>
              <a:srgbClr val="70C3F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2" name="Google Shape;692;p32"/>
          <p:cNvSpPr/>
          <p:nvPr/>
        </p:nvSpPr>
        <p:spPr>
          <a:xfrm>
            <a:off x="427866" y="1971329"/>
            <a:ext cx="3435150" cy="732775"/>
          </a:xfrm>
          <a:prstGeom prst="round2SameRect">
            <a:avLst>
              <a:gd fmla="val 17490" name="adj1"/>
              <a:gd fmla="val 0" name="adj2"/>
            </a:avLst>
          </a:prstGeom>
          <a:gradFill>
            <a:gsLst>
              <a:gs pos="0">
                <a:srgbClr val="00AEE8"/>
              </a:gs>
              <a:gs pos="100000">
                <a:srgbClr val="0077FF"/>
              </a:gs>
            </a:gsLst>
            <a:lin ang="27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21212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3" name="Google Shape;693;p32"/>
          <p:cNvSpPr/>
          <p:nvPr/>
        </p:nvSpPr>
        <p:spPr>
          <a:xfrm>
            <a:off x="590229" y="2182506"/>
            <a:ext cx="3129499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>
                <a:solidFill>
                  <a:srgbClr val="212121"/>
                </a:solidFill>
                <a:latin typeface="Play"/>
                <a:ea typeface="Play"/>
                <a:cs typeface="Play"/>
                <a:sym typeface="Play"/>
              </a:rPr>
              <a:t>Заголовок</a:t>
            </a:r>
            <a:endParaRPr/>
          </a:p>
        </p:txBody>
      </p:sp>
      <p:sp>
        <p:nvSpPr>
          <p:cNvPr id="694" name="Google Shape;694;p32"/>
          <p:cNvSpPr/>
          <p:nvPr/>
        </p:nvSpPr>
        <p:spPr>
          <a:xfrm>
            <a:off x="590229" y="2841868"/>
            <a:ext cx="3129499" cy="8617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36800" lvl="2" marL="136800" marR="0" rtl="0" algn="l">
              <a:spcBef>
                <a:spcPts val="0"/>
              </a:spcBef>
              <a:spcAft>
                <a:spcPts val="0"/>
              </a:spcAft>
              <a:buClr>
                <a:srgbClr val="70C3FF"/>
              </a:buClr>
              <a:buSzPts val="1200"/>
              <a:buFont typeface="Arial"/>
              <a:buChar char="•"/>
            </a:pPr>
            <a:r>
              <a:rPr b="0" i="0" lang="ru-RU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>Текст</a:t>
            </a:r>
            <a:endParaRPr/>
          </a:p>
          <a:p>
            <a:pPr indent="-136800" lvl="2" marL="136800" marR="0" rtl="0" algn="l">
              <a:spcBef>
                <a:spcPts val="1200"/>
              </a:spcBef>
              <a:spcAft>
                <a:spcPts val="0"/>
              </a:spcAft>
              <a:buClr>
                <a:srgbClr val="70C3FF"/>
              </a:buClr>
              <a:buSzPts val="1200"/>
              <a:buFont typeface="Arial"/>
              <a:buChar char="•"/>
            </a:pPr>
            <a:r>
              <a:rPr b="0" i="0" lang="ru-RU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>Текст</a:t>
            </a:r>
            <a:endParaRPr/>
          </a:p>
          <a:p>
            <a:pPr indent="-136800" lvl="2" marL="136800" marR="0" rtl="0" algn="l">
              <a:spcBef>
                <a:spcPts val="1200"/>
              </a:spcBef>
              <a:spcAft>
                <a:spcPts val="0"/>
              </a:spcAft>
              <a:buClr>
                <a:srgbClr val="70C3FF"/>
              </a:buClr>
              <a:buSzPts val="1200"/>
              <a:buFont typeface="Arial"/>
              <a:buChar char="•"/>
            </a:pPr>
            <a:r>
              <a:rPr b="0" i="0" lang="ru-RU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>Текст</a:t>
            </a:r>
            <a:endParaRPr/>
          </a:p>
        </p:txBody>
      </p:sp>
      <p:sp>
        <p:nvSpPr>
          <p:cNvPr id="695" name="Google Shape;695;p32"/>
          <p:cNvSpPr/>
          <p:nvPr/>
        </p:nvSpPr>
        <p:spPr>
          <a:xfrm>
            <a:off x="4127508" y="1971330"/>
            <a:ext cx="3435150" cy="3443958"/>
          </a:xfrm>
          <a:prstGeom prst="roundRect">
            <a:avLst>
              <a:gd fmla="val 5112" name="adj"/>
            </a:avLst>
          </a:prstGeom>
          <a:solidFill>
            <a:srgbClr val="000000">
              <a:alpha val="29804"/>
            </a:srgbClr>
          </a:solidFill>
          <a:ln cap="flat" cmpd="sng" w="9525">
            <a:solidFill>
              <a:srgbClr val="70C3F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6" name="Google Shape;696;p32"/>
          <p:cNvSpPr/>
          <p:nvPr/>
        </p:nvSpPr>
        <p:spPr>
          <a:xfrm>
            <a:off x="4127508" y="1971329"/>
            <a:ext cx="3435150" cy="732775"/>
          </a:xfrm>
          <a:prstGeom prst="round2SameRect">
            <a:avLst>
              <a:gd fmla="val 17490" name="adj1"/>
              <a:gd fmla="val 0" name="adj2"/>
            </a:avLst>
          </a:prstGeom>
          <a:gradFill>
            <a:gsLst>
              <a:gs pos="0">
                <a:srgbClr val="00AEE8"/>
              </a:gs>
              <a:gs pos="100000">
                <a:srgbClr val="0077FF"/>
              </a:gs>
            </a:gsLst>
            <a:lin ang="27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21212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7" name="Google Shape;697;p32"/>
          <p:cNvSpPr/>
          <p:nvPr/>
        </p:nvSpPr>
        <p:spPr>
          <a:xfrm>
            <a:off x="4289871" y="2182506"/>
            <a:ext cx="3129499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>
                <a:solidFill>
                  <a:srgbClr val="212121"/>
                </a:solidFill>
                <a:latin typeface="Play"/>
                <a:ea typeface="Play"/>
                <a:cs typeface="Play"/>
                <a:sym typeface="Play"/>
              </a:rPr>
              <a:t>Заголовок</a:t>
            </a:r>
            <a:endParaRPr/>
          </a:p>
        </p:txBody>
      </p:sp>
      <p:sp>
        <p:nvSpPr>
          <p:cNvPr id="698" name="Google Shape;698;p32"/>
          <p:cNvSpPr/>
          <p:nvPr/>
        </p:nvSpPr>
        <p:spPr>
          <a:xfrm>
            <a:off x="4289871" y="2841868"/>
            <a:ext cx="3129499" cy="8617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36800" lvl="2" marL="136800" marR="0" rtl="0" algn="l">
              <a:spcBef>
                <a:spcPts val="0"/>
              </a:spcBef>
              <a:spcAft>
                <a:spcPts val="0"/>
              </a:spcAft>
              <a:buClr>
                <a:srgbClr val="70C3FF"/>
              </a:buClr>
              <a:buSzPts val="1200"/>
              <a:buFont typeface="Arial"/>
              <a:buChar char="•"/>
            </a:pPr>
            <a:r>
              <a:rPr b="0" i="0" lang="ru-RU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>Текст</a:t>
            </a:r>
            <a:endParaRPr/>
          </a:p>
          <a:p>
            <a:pPr indent="-136800" lvl="2" marL="136800" marR="0" rtl="0" algn="l">
              <a:spcBef>
                <a:spcPts val="1200"/>
              </a:spcBef>
              <a:spcAft>
                <a:spcPts val="0"/>
              </a:spcAft>
              <a:buClr>
                <a:srgbClr val="70C3FF"/>
              </a:buClr>
              <a:buSzPts val="1200"/>
              <a:buFont typeface="Arial"/>
              <a:buChar char="•"/>
            </a:pPr>
            <a:r>
              <a:rPr b="0" i="0" lang="ru-RU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>Текст</a:t>
            </a:r>
            <a:endParaRPr/>
          </a:p>
          <a:p>
            <a:pPr indent="-136800" lvl="2" marL="136800" marR="0" rtl="0" algn="l">
              <a:spcBef>
                <a:spcPts val="1200"/>
              </a:spcBef>
              <a:spcAft>
                <a:spcPts val="0"/>
              </a:spcAft>
              <a:buClr>
                <a:srgbClr val="70C3FF"/>
              </a:buClr>
              <a:buSzPts val="1200"/>
              <a:buFont typeface="Arial"/>
              <a:buChar char="•"/>
            </a:pPr>
            <a:r>
              <a:rPr b="0" i="0" lang="ru-RU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>Текст</a:t>
            </a:r>
            <a:endParaRPr/>
          </a:p>
        </p:txBody>
      </p:sp>
      <p:sp>
        <p:nvSpPr>
          <p:cNvPr id="699" name="Google Shape;699;p32"/>
          <p:cNvSpPr/>
          <p:nvPr/>
        </p:nvSpPr>
        <p:spPr>
          <a:xfrm>
            <a:off x="7827149" y="1971330"/>
            <a:ext cx="3597513" cy="3443958"/>
          </a:xfrm>
          <a:prstGeom prst="roundRect">
            <a:avLst>
              <a:gd fmla="val 5112" name="adj"/>
            </a:avLst>
          </a:prstGeom>
          <a:gradFill>
            <a:gsLst>
              <a:gs pos="0">
                <a:srgbClr val="00AEE8"/>
              </a:gs>
              <a:gs pos="100000">
                <a:srgbClr val="0077FF"/>
              </a:gs>
            </a:gsLst>
            <a:lin ang="2700000" scaled="0"/>
          </a:gradFill>
          <a:ln cap="flat" cmpd="sng" w="9525">
            <a:solidFill>
              <a:srgbClr val="70C3F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0" name="Google Shape;700;p32"/>
          <p:cNvSpPr/>
          <p:nvPr/>
        </p:nvSpPr>
        <p:spPr>
          <a:xfrm>
            <a:off x="7989513" y="2196653"/>
            <a:ext cx="3435150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>
                <a:solidFill>
                  <a:srgbClr val="212121"/>
                </a:solidFill>
                <a:latin typeface="Play"/>
                <a:ea typeface="Play"/>
                <a:cs typeface="Play"/>
                <a:sym typeface="Play"/>
              </a:rPr>
              <a:t>Заголовок</a:t>
            </a:r>
            <a:endParaRPr/>
          </a:p>
        </p:txBody>
      </p:sp>
      <p:sp>
        <p:nvSpPr>
          <p:cNvPr id="701" name="Google Shape;701;p32"/>
          <p:cNvSpPr/>
          <p:nvPr/>
        </p:nvSpPr>
        <p:spPr>
          <a:xfrm>
            <a:off x="7989513" y="2841868"/>
            <a:ext cx="3129499" cy="8617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36800" lvl="2" marL="136800" marR="0" rtl="0" algn="l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200"/>
              <a:buFont typeface="Arial"/>
              <a:buChar char="•"/>
            </a:pPr>
            <a:r>
              <a:rPr b="0" i="0" lang="ru-RU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Текст</a:t>
            </a:r>
            <a:endParaRPr/>
          </a:p>
          <a:p>
            <a:pPr indent="-136800" lvl="2" marL="136800" marR="0" rtl="0" algn="l">
              <a:spcBef>
                <a:spcPts val="1200"/>
              </a:spcBef>
              <a:spcAft>
                <a:spcPts val="0"/>
              </a:spcAft>
              <a:buClr>
                <a:srgbClr val="212121"/>
              </a:buClr>
              <a:buSzPts val="1200"/>
              <a:buFont typeface="Arial"/>
              <a:buChar char="•"/>
            </a:pPr>
            <a:r>
              <a:rPr b="0" i="0" lang="ru-RU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Текст</a:t>
            </a:r>
            <a:endParaRPr/>
          </a:p>
          <a:p>
            <a:pPr indent="-136800" lvl="2" marL="136800" marR="0" rtl="0" algn="l">
              <a:spcBef>
                <a:spcPts val="1200"/>
              </a:spcBef>
              <a:spcAft>
                <a:spcPts val="0"/>
              </a:spcAft>
              <a:buClr>
                <a:srgbClr val="212121"/>
              </a:buClr>
              <a:buSzPts val="1200"/>
              <a:buFont typeface="Arial"/>
              <a:buChar char="•"/>
            </a:pPr>
            <a:r>
              <a:rPr b="0" i="0" lang="ru-RU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Текст</a:t>
            </a:r>
            <a:endParaRPr/>
          </a:p>
        </p:txBody>
      </p:sp>
      <p:sp>
        <p:nvSpPr>
          <p:cNvPr id="702" name="Google Shape;702;p32"/>
          <p:cNvSpPr/>
          <p:nvPr/>
        </p:nvSpPr>
        <p:spPr>
          <a:xfrm>
            <a:off x="431328" y="1243208"/>
            <a:ext cx="9699808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>
                <a:solidFill>
                  <a:srgbClr val="CAD0D5"/>
                </a:solidFill>
                <a:latin typeface="Play"/>
                <a:ea typeface="Play"/>
                <a:cs typeface="Play"/>
                <a:sym typeface="Play"/>
              </a:rPr>
              <a:t>Текст описания</a:t>
            </a:r>
            <a:endParaRPr/>
          </a:p>
        </p:txBody>
      </p:sp>
      <p:sp>
        <p:nvSpPr>
          <p:cNvPr id="703" name="Google Shape;703;p32"/>
          <p:cNvSpPr txBox="1"/>
          <p:nvPr>
            <p:ph type="title"/>
          </p:nvPr>
        </p:nvSpPr>
        <p:spPr>
          <a:xfrm>
            <a:off x="429253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</a:pPr>
            <a:r>
              <a:rPr lang="ru-RU"/>
              <a:t>Заголовок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8" name="Shape 7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9" name="Google Shape;709;p33"/>
          <p:cNvSpPr txBox="1"/>
          <p:nvPr>
            <p:ph type="title"/>
          </p:nvPr>
        </p:nvSpPr>
        <p:spPr>
          <a:xfrm>
            <a:off x="429253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</a:pPr>
            <a:r>
              <a:rPr lang="ru-RU"/>
              <a:t>Заголовок</a:t>
            </a:r>
            <a:endParaRPr/>
          </a:p>
        </p:txBody>
      </p:sp>
      <p:sp>
        <p:nvSpPr>
          <p:cNvPr id="710" name="Google Shape;710;p33"/>
          <p:cNvSpPr txBox="1"/>
          <p:nvPr/>
        </p:nvSpPr>
        <p:spPr>
          <a:xfrm>
            <a:off x="6316808" y="1243208"/>
            <a:ext cx="4739119" cy="1912853"/>
          </a:xfrm>
          <a:prstGeom prst="rect">
            <a:avLst/>
          </a:prstGeom>
          <a:noFill/>
          <a:ln>
            <a:noFill/>
          </a:ln>
        </p:spPr>
        <p:txBody>
          <a:bodyPr anchorCtr="0" anchor="t" bIns="121875" lIns="0" spcFirstLastPara="1" rIns="121875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b="1" lang="ru-RU" sz="8000">
                <a:solidFill>
                  <a:srgbClr val="70C3FF"/>
                </a:solidFill>
                <a:latin typeface="Play"/>
                <a:ea typeface="Play"/>
                <a:cs typeface="Play"/>
                <a:sym typeface="Play"/>
              </a:rPr>
              <a:t>ххх%</a:t>
            </a:r>
            <a:br>
              <a:rPr b="1" lang="ru-RU" sz="6600">
                <a:solidFill>
                  <a:srgbClr val="70C3FF"/>
                </a:solidFill>
                <a:latin typeface="Play"/>
                <a:ea typeface="Play"/>
                <a:cs typeface="Play"/>
                <a:sym typeface="Play"/>
              </a:rPr>
            </a:br>
            <a:r>
              <a:rPr lang="ru-RU" sz="1600">
                <a:solidFill>
                  <a:srgbClr val="70C3FF"/>
                </a:solidFill>
                <a:latin typeface="Play"/>
                <a:ea typeface="Play"/>
                <a:cs typeface="Play"/>
                <a:sym typeface="Play"/>
              </a:rPr>
              <a:t>данные показателя</a:t>
            </a:r>
            <a:endParaRPr sz="1600">
              <a:solidFill>
                <a:srgbClr val="70C3FF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711" name="Google Shape;711;p33"/>
          <p:cNvSpPr txBox="1"/>
          <p:nvPr/>
        </p:nvSpPr>
        <p:spPr>
          <a:xfrm>
            <a:off x="6316808" y="3598223"/>
            <a:ext cx="4739119" cy="2589746"/>
          </a:xfrm>
          <a:prstGeom prst="rect">
            <a:avLst/>
          </a:prstGeom>
          <a:noFill/>
          <a:ln>
            <a:noFill/>
          </a:ln>
        </p:spPr>
        <p:txBody>
          <a:bodyPr anchorCtr="0" anchor="t" bIns="121875" lIns="0" spcFirstLastPara="1" rIns="121875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b="1" lang="ru-RU" sz="8000">
                <a:solidFill>
                  <a:srgbClr val="70C3FF"/>
                </a:solidFill>
                <a:latin typeface="Play"/>
                <a:ea typeface="Play"/>
                <a:cs typeface="Play"/>
                <a:sym typeface="Play"/>
              </a:rPr>
              <a:t>ххх%</a:t>
            </a:r>
            <a:br>
              <a:rPr b="1" lang="ru-RU" sz="2400">
                <a:solidFill>
                  <a:srgbClr val="70C3FF"/>
                </a:solidFill>
                <a:latin typeface="Play"/>
                <a:ea typeface="Play"/>
                <a:cs typeface="Play"/>
                <a:sym typeface="Play"/>
              </a:rPr>
            </a:br>
            <a:r>
              <a:rPr lang="ru-RU" sz="1600">
                <a:solidFill>
                  <a:srgbClr val="70C3FF"/>
                </a:solidFill>
                <a:latin typeface="Play"/>
                <a:ea typeface="Play"/>
                <a:cs typeface="Play"/>
                <a:sym typeface="Play"/>
              </a:rPr>
              <a:t>данные показателя</a:t>
            </a:r>
            <a:endParaRPr sz="1800">
              <a:solidFill>
                <a:srgbClr val="70C3FF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712" name="Google Shape;712;p33"/>
          <p:cNvSpPr/>
          <p:nvPr/>
        </p:nvSpPr>
        <p:spPr>
          <a:xfrm>
            <a:off x="431328" y="1243208"/>
            <a:ext cx="3630033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>
                <a:solidFill>
                  <a:srgbClr val="CAD0D5"/>
                </a:solidFill>
                <a:latin typeface="Play"/>
                <a:ea typeface="Play"/>
                <a:cs typeface="Play"/>
                <a:sym typeface="Play"/>
              </a:rPr>
              <a:t>Текст описания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7" name="Shape 7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8" name="Google Shape;718;p34"/>
          <p:cNvSpPr txBox="1"/>
          <p:nvPr>
            <p:ph type="title"/>
          </p:nvPr>
        </p:nvSpPr>
        <p:spPr>
          <a:xfrm>
            <a:off x="429253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</a:pPr>
            <a:r>
              <a:rPr lang="ru-RU"/>
              <a:t>Заголовок</a:t>
            </a:r>
            <a:endParaRPr/>
          </a:p>
        </p:txBody>
      </p:sp>
      <p:sp>
        <p:nvSpPr>
          <p:cNvPr id="719" name="Google Shape;719;p34"/>
          <p:cNvSpPr/>
          <p:nvPr/>
        </p:nvSpPr>
        <p:spPr>
          <a:xfrm>
            <a:off x="4736123" y="1773238"/>
            <a:ext cx="5973441" cy="3782435"/>
          </a:xfrm>
          <a:prstGeom prst="roundRect">
            <a:avLst>
              <a:gd fmla="val 4060" name="adj"/>
            </a:avLst>
          </a:prstGeom>
          <a:solidFill>
            <a:schemeClr val="accent1">
              <a:alpha val="30196"/>
            </a:schemeClr>
          </a:solidFill>
          <a:ln cap="flat" cmpd="sng" w="12700">
            <a:solidFill>
              <a:schemeClr val="lt2"/>
            </a:solidFill>
            <a:prstDash val="dashDot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>Иллюстрация</a:t>
            </a:r>
            <a:endParaRPr sz="1800">
              <a:solidFill>
                <a:schemeClr val="lt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720" name="Google Shape;720;p34"/>
          <p:cNvSpPr txBox="1"/>
          <p:nvPr/>
        </p:nvSpPr>
        <p:spPr>
          <a:xfrm>
            <a:off x="429253" y="1773238"/>
            <a:ext cx="3879511" cy="3166268"/>
          </a:xfrm>
          <a:prstGeom prst="rect">
            <a:avLst/>
          </a:prstGeom>
          <a:noFill/>
          <a:ln>
            <a:noFill/>
          </a:ln>
        </p:spPr>
        <p:txBody>
          <a:bodyPr anchorCtr="0" anchor="t" bIns="121875" lIns="0" spcFirstLastPara="1" rIns="121875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5400">
                <a:solidFill>
                  <a:srgbClr val="70C3FF"/>
                </a:solidFill>
                <a:latin typeface="Play"/>
                <a:ea typeface="Play"/>
                <a:cs typeface="Play"/>
                <a:sym typeface="Play"/>
              </a:rPr>
              <a:t>x% </a:t>
            </a:r>
            <a:br>
              <a:rPr b="1" lang="ru-RU" sz="2400">
                <a:solidFill>
                  <a:srgbClr val="70C3FF"/>
                </a:solidFill>
                <a:latin typeface="Play"/>
                <a:ea typeface="Play"/>
                <a:cs typeface="Play"/>
                <a:sym typeface="Play"/>
              </a:rPr>
            </a:br>
            <a:r>
              <a:rPr lang="ru-RU" sz="2400">
                <a:solidFill>
                  <a:srgbClr val="70C3FF"/>
                </a:solidFill>
                <a:latin typeface="Play"/>
                <a:ea typeface="Play"/>
                <a:cs typeface="Play"/>
                <a:sym typeface="Play"/>
              </a:rPr>
              <a:t>данные</a:t>
            </a:r>
            <a:br>
              <a:rPr lang="ru-RU" sz="2400">
                <a:solidFill>
                  <a:srgbClr val="70C3FF"/>
                </a:solidFill>
                <a:latin typeface="Play"/>
                <a:ea typeface="Play"/>
                <a:cs typeface="Play"/>
                <a:sym typeface="Play"/>
              </a:rPr>
            </a:br>
            <a:r>
              <a:rPr lang="ru-RU" sz="2400">
                <a:solidFill>
                  <a:srgbClr val="70C3FF"/>
                </a:solidFill>
                <a:latin typeface="Play"/>
                <a:ea typeface="Play"/>
                <a:cs typeface="Play"/>
                <a:sym typeface="Play"/>
              </a:rPr>
              <a:t>показателя</a:t>
            </a:r>
            <a:endParaRPr sz="1800">
              <a:solidFill>
                <a:srgbClr val="70C3FF"/>
              </a:solidFill>
              <a:latin typeface="Play"/>
              <a:ea typeface="Play"/>
              <a:cs typeface="Play"/>
              <a:sym typeface="Play"/>
            </a:endParaRPr>
          </a:p>
          <a:p>
            <a:pPr indent="0" lvl="0" marL="0" marR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ru-RU" sz="18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>текст</a:t>
            </a:r>
            <a:endParaRPr sz="1800">
              <a:solidFill>
                <a:schemeClr val="lt1"/>
              </a:solidFill>
              <a:latin typeface="Play"/>
              <a:ea typeface="Play"/>
              <a:cs typeface="Play"/>
              <a:sym typeface="Play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5" name="Shape 7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6" name="Google Shape;726;p35"/>
          <p:cNvSpPr txBox="1"/>
          <p:nvPr>
            <p:ph type="title"/>
          </p:nvPr>
        </p:nvSpPr>
        <p:spPr>
          <a:xfrm>
            <a:off x="429253" y="424691"/>
            <a:ext cx="11354760" cy="7672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</a:pPr>
            <a:r>
              <a:rPr lang="ru-RU"/>
              <a:t>Графики</a:t>
            </a:r>
            <a:endParaRPr/>
          </a:p>
        </p:txBody>
      </p:sp>
      <p:pic>
        <p:nvPicPr>
          <p:cNvPr id="727" name="Google Shape;727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62756" y="27789"/>
            <a:ext cx="11737014" cy="7082851"/>
          </a:xfrm>
          <a:prstGeom prst="rect">
            <a:avLst/>
          </a:prstGeom>
          <a:noFill/>
          <a:ln>
            <a:noFill/>
          </a:ln>
        </p:spPr>
      </p:pic>
      <p:sp>
        <p:nvSpPr>
          <p:cNvPr id="728" name="Google Shape;728;p35"/>
          <p:cNvSpPr txBox="1"/>
          <p:nvPr/>
        </p:nvSpPr>
        <p:spPr>
          <a:xfrm>
            <a:off x="7456475" y="3601281"/>
            <a:ext cx="2003424" cy="5475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>Заголовок</a:t>
            </a:r>
            <a:endParaRPr sz="2000">
              <a:solidFill>
                <a:schemeClr val="lt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729" name="Google Shape;729;p35"/>
          <p:cNvSpPr txBox="1"/>
          <p:nvPr/>
        </p:nvSpPr>
        <p:spPr>
          <a:xfrm>
            <a:off x="6938670" y="2804349"/>
            <a:ext cx="2850777" cy="4831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7FF"/>
              </a:buClr>
              <a:buSzPts val="6000"/>
              <a:buFont typeface="Play"/>
              <a:buNone/>
            </a:pPr>
            <a:r>
              <a:rPr b="1" lang="ru-RU" sz="6000">
                <a:solidFill>
                  <a:srgbClr val="0077FF"/>
                </a:solidFill>
                <a:latin typeface="Play"/>
                <a:ea typeface="Play"/>
                <a:cs typeface="Play"/>
                <a:sym typeface="Play"/>
              </a:rPr>
              <a:t>ХХ</a:t>
            </a:r>
            <a:endParaRPr/>
          </a:p>
        </p:txBody>
      </p:sp>
      <p:sp>
        <p:nvSpPr>
          <p:cNvPr id="730" name="Google Shape;730;p35"/>
          <p:cNvSpPr txBox="1"/>
          <p:nvPr/>
        </p:nvSpPr>
        <p:spPr>
          <a:xfrm>
            <a:off x="5520295" y="3175974"/>
            <a:ext cx="1346144" cy="48318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</a:pPr>
            <a:r>
              <a:rPr lang="ru-RU" sz="32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ХХ%</a:t>
            </a:r>
            <a:endParaRPr/>
          </a:p>
        </p:txBody>
      </p:sp>
      <p:sp>
        <p:nvSpPr>
          <p:cNvPr id="731" name="Google Shape;731;p35"/>
          <p:cNvSpPr txBox="1"/>
          <p:nvPr/>
        </p:nvSpPr>
        <p:spPr>
          <a:xfrm>
            <a:off x="7967707" y="5401904"/>
            <a:ext cx="1346144" cy="48318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lay"/>
              <a:buNone/>
            </a:pPr>
            <a:r>
              <a:rPr lang="ru-RU" sz="28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>ХХ%</a:t>
            </a:r>
            <a:endParaRPr sz="3200">
              <a:solidFill>
                <a:schemeClr val="lt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732" name="Google Shape;732;p35"/>
          <p:cNvSpPr txBox="1"/>
          <p:nvPr/>
        </p:nvSpPr>
        <p:spPr>
          <a:xfrm>
            <a:off x="439193" y="4720558"/>
            <a:ext cx="2850777" cy="4831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"/>
              <a:buNone/>
            </a:pPr>
            <a:r>
              <a:rPr b="1" lang="ru-RU" sz="54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>ХХ</a:t>
            </a:r>
            <a:endParaRPr/>
          </a:p>
        </p:txBody>
      </p:sp>
      <p:sp>
        <p:nvSpPr>
          <p:cNvPr id="733" name="Google Shape;733;p35"/>
          <p:cNvSpPr/>
          <p:nvPr/>
        </p:nvSpPr>
        <p:spPr>
          <a:xfrm>
            <a:off x="429253" y="3930752"/>
            <a:ext cx="1849252" cy="507508"/>
          </a:xfrm>
          <a:prstGeom prst="roundRect">
            <a:avLst>
              <a:gd fmla="val 50000" name="adj"/>
            </a:avLst>
          </a:prstGeom>
          <a:solidFill>
            <a:srgbClr val="6DBCFF"/>
          </a:solidFill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Заголовок</a:t>
            </a:r>
            <a:endParaRPr/>
          </a:p>
        </p:txBody>
      </p:sp>
      <p:sp>
        <p:nvSpPr>
          <p:cNvPr id="734" name="Google Shape;734;p35"/>
          <p:cNvSpPr txBox="1"/>
          <p:nvPr/>
        </p:nvSpPr>
        <p:spPr>
          <a:xfrm>
            <a:off x="439193" y="2517730"/>
            <a:ext cx="2850777" cy="4831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"/>
              <a:buNone/>
            </a:pPr>
            <a:r>
              <a:rPr b="1" lang="ru-RU" sz="54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>ХХ</a:t>
            </a:r>
            <a:endParaRPr/>
          </a:p>
        </p:txBody>
      </p:sp>
      <p:sp>
        <p:nvSpPr>
          <p:cNvPr id="735" name="Google Shape;735;p35"/>
          <p:cNvSpPr/>
          <p:nvPr/>
        </p:nvSpPr>
        <p:spPr>
          <a:xfrm>
            <a:off x="429253" y="1727924"/>
            <a:ext cx="1849252" cy="507508"/>
          </a:xfrm>
          <a:prstGeom prst="roundRect">
            <a:avLst>
              <a:gd fmla="val 50000" name="adj"/>
            </a:avLst>
          </a:prstGeom>
          <a:gradFill>
            <a:gsLst>
              <a:gs pos="0">
                <a:srgbClr val="0077FF"/>
              </a:gs>
              <a:gs pos="100000">
                <a:srgbClr val="003B7F"/>
              </a:gs>
            </a:gsLst>
            <a:path path="circle">
              <a:fillToRect b="0%" l="100%" r="0%" t="100%"/>
            </a:path>
            <a:tileRect b="-100%" l="0%" r="-100%" t="0%"/>
          </a:gradFill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>Заголовок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0" name="Shape 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1" name="Google Shape;741;p36"/>
          <p:cNvSpPr txBox="1"/>
          <p:nvPr>
            <p:ph type="title"/>
          </p:nvPr>
        </p:nvSpPr>
        <p:spPr>
          <a:xfrm>
            <a:off x="429253" y="424691"/>
            <a:ext cx="11354760" cy="7672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</a:pPr>
            <a:r>
              <a:rPr lang="ru-RU"/>
              <a:t>Графики</a:t>
            </a:r>
            <a:endParaRPr/>
          </a:p>
        </p:txBody>
      </p:sp>
      <p:pic>
        <p:nvPicPr>
          <p:cNvPr id="742" name="Google Shape;742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863148"/>
            <a:ext cx="5474855" cy="5131703"/>
          </a:xfrm>
          <a:prstGeom prst="rect">
            <a:avLst/>
          </a:prstGeom>
          <a:noFill/>
          <a:ln>
            <a:noFill/>
          </a:ln>
        </p:spPr>
      </p:pic>
      <p:pic>
        <p:nvPicPr>
          <p:cNvPr id="743" name="Google Shape;743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98672" y="863148"/>
            <a:ext cx="5474855" cy="513170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8" name="Shape 7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9" name="Google Shape;749;p37"/>
          <p:cNvSpPr txBox="1"/>
          <p:nvPr>
            <p:ph type="title"/>
          </p:nvPr>
        </p:nvSpPr>
        <p:spPr>
          <a:xfrm>
            <a:off x="429253" y="424691"/>
            <a:ext cx="11354760" cy="7672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</a:pPr>
            <a:r>
              <a:rPr lang="ru-RU"/>
              <a:t>Графики</a:t>
            </a:r>
            <a:endParaRPr/>
          </a:p>
        </p:txBody>
      </p:sp>
      <p:pic>
        <p:nvPicPr>
          <p:cNvPr id="750" name="Google Shape;750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431024"/>
            <a:ext cx="12192000" cy="45679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5" name="Shape 7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6" name="Google Shape;756;p38"/>
          <p:cNvSpPr txBox="1"/>
          <p:nvPr/>
        </p:nvSpPr>
        <p:spPr>
          <a:xfrm>
            <a:off x="6559297" y="976912"/>
            <a:ext cx="4403675" cy="941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B4250"/>
              </a:buClr>
              <a:buSzPts val="1600"/>
              <a:buFont typeface="Play"/>
              <a:buNone/>
            </a:pPr>
            <a:r>
              <a:rPr lang="ru-RU" sz="1600">
                <a:solidFill>
                  <a:srgbClr val="EB4250"/>
                </a:solidFill>
                <a:latin typeface="Play"/>
                <a:ea typeface="Play"/>
                <a:cs typeface="Play"/>
                <a:sym typeface="Play"/>
              </a:rPr>
              <a:t>Заголовок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CAD0D5"/>
              </a:buClr>
              <a:buSzPts val="1400"/>
              <a:buFont typeface="Play"/>
              <a:buNone/>
            </a:pPr>
            <a:r>
              <a:rPr lang="ru-RU" sz="1400">
                <a:solidFill>
                  <a:srgbClr val="CAD0D5"/>
                </a:solidFill>
                <a:latin typeface="Play"/>
                <a:ea typeface="Play"/>
                <a:cs typeface="Play"/>
                <a:sym typeface="Play"/>
              </a:rPr>
              <a:t>Описание</a:t>
            </a:r>
            <a:endParaRPr/>
          </a:p>
        </p:txBody>
      </p:sp>
      <p:sp>
        <p:nvSpPr>
          <p:cNvPr id="757" name="Google Shape;757;p38"/>
          <p:cNvSpPr/>
          <p:nvPr/>
        </p:nvSpPr>
        <p:spPr>
          <a:xfrm>
            <a:off x="5759521" y="976749"/>
            <a:ext cx="626730" cy="626730"/>
          </a:xfrm>
          <a:prstGeom prst="roundRect">
            <a:avLst>
              <a:gd fmla="val 27662" name="adj"/>
            </a:avLst>
          </a:prstGeom>
          <a:solidFill>
            <a:srgbClr val="000000">
              <a:alpha val="60000"/>
            </a:srgbClr>
          </a:solidFill>
          <a:ln cap="flat" cmpd="sng" w="9525">
            <a:solidFill>
              <a:srgbClr val="EE5959">
                <a:alpha val="50196"/>
              </a:srgbClr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8" name="Google Shape;758;p38"/>
          <p:cNvSpPr txBox="1"/>
          <p:nvPr/>
        </p:nvSpPr>
        <p:spPr>
          <a:xfrm>
            <a:off x="6559297" y="2327473"/>
            <a:ext cx="4403675" cy="941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B4250"/>
              </a:buClr>
              <a:buSzPts val="1600"/>
              <a:buFont typeface="Play"/>
              <a:buNone/>
            </a:pPr>
            <a:r>
              <a:rPr lang="ru-RU" sz="1600">
                <a:solidFill>
                  <a:srgbClr val="EB4250"/>
                </a:solidFill>
                <a:latin typeface="Play"/>
                <a:ea typeface="Play"/>
                <a:cs typeface="Play"/>
                <a:sym typeface="Play"/>
              </a:rPr>
              <a:t>Заголовок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CAD0D5"/>
              </a:buClr>
              <a:buSzPts val="1400"/>
              <a:buFont typeface="Play"/>
              <a:buNone/>
            </a:pPr>
            <a:r>
              <a:rPr lang="ru-RU" sz="1400">
                <a:solidFill>
                  <a:srgbClr val="CAD0D5"/>
                </a:solidFill>
                <a:latin typeface="Play"/>
                <a:ea typeface="Play"/>
                <a:cs typeface="Play"/>
                <a:sym typeface="Play"/>
              </a:rPr>
              <a:t>Описание</a:t>
            </a:r>
            <a:endParaRPr/>
          </a:p>
        </p:txBody>
      </p:sp>
      <p:sp>
        <p:nvSpPr>
          <p:cNvPr id="759" name="Google Shape;759;p38"/>
          <p:cNvSpPr/>
          <p:nvPr/>
        </p:nvSpPr>
        <p:spPr>
          <a:xfrm>
            <a:off x="5759521" y="2327310"/>
            <a:ext cx="626730" cy="626730"/>
          </a:xfrm>
          <a:prstGeom prst="roundRect">
            <a:avLst>
              <a:gd fmla="val 27662" name="adj"/>
            </a:avLst>
          </a:prstGeom>
          <a:solidFill>
            <a:srgbClr val="000000">
              <a:alpha val="60000"/>
            </a:srgbClr>
          </a:solidFill>
          <a:ln cap="flat" cmpd="sng" w="9525">
            <a:solidFill>
              <a:srgbClr val="EE5959">
                <a:alpha val="50196"/>
              </a:srgbClr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0" name="Google Shape;760;p38"/>
          <p:cNvSpPr txBox="1"/>
          <p:nvPr/>
        </p:nvSpPr>
        <p:spPr>
          <a:xfrm>
            <a:off x="6559297" y="3702406"/>
            <a:ext cx="4403675" cy="941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B4250"/>
              </a:buClr>
              <a:buSzPts val="1600"/>
              <a:buFont typeface="Play"/>
              <a:buNone/>
            </a:pPr>
            <a:r>
              <a:rPr lang="ru-RU" sz="1600">
                <a:solidFill>
                  <a:srgbClr val="EB4250"/>
                </a:solidFill>
                <a:latin typeface="Play"/>
                <a:ea typeface="Play"/>
                <a:cs typeface="Play"/>
                <a:sym typeface="Play"/>
              </a:rPr>
              <a:t>Заголовок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CAD0D5"/>
              </a:buClr>
              <a:buSzPts val="1400"/>
              <a:buFont typeface="Play"/>
              <a:buNone/>
            </a:pPr>
            <a:r>
              <a:rPr lang="ru-RU" sz="1400">
                <a:solidFill>
                  <a:srgbClr val="CAD0D5"/>
                </a:solidFill>
                <a:latin typeface="Play"/>
                <a:ea typeface="Play"/>
                <a:cs typeface="Play"/>
                <a:sym typeface="Play"/>
              </a:rPr>
              <a:t>Описание</a:t>
            </a:r>
            <a:endParaRPr/>
          </a:p>
        </p:txBody>
      </p:sp>
      <p:sp>
        <p:nvSpPr>
          <p:cNvPr id="761" name="Google Shape;761;p38"/>
          <p:cNvSpPr/>
          <p:nvPr/>
        </p:nvSpPr>
        <p:spPr>
          <a:xfrm>
            <a:off x="5759521" y="3702243"/>
            <a:ext cx="626730" cy="626730"/>
          </a:xfrm>
          <a:prstGeom prst="roundRect">
            <a:avLst>
              <a:gd fmla="val 27662" name="adj"/>
            </a:avLst>
          </a:prstGeom>
          <a:solidFill>
            <a:srgbClr val="000000">
              <a:alpha val="60000"/>
            </a:srgbClr>
          </a:solidFill>
          <a:ln cap="flat" cmpd="sng" w="9525">
            <a:solidFill>
              <a:srgbClr val="EE5959">
                <a:alpha val="50196"/>
              </a:srgbClr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2" name="Google Shape;762;p38"/>
          <p:cNvSpPr txBox="1"/>
          <p:nvPr/>
        </p:nvSpPr>
        <p:spPr>
          <a:xfrm>
            <a:off x="6559297" y="5117750"/>
            <a:ext cx="4403675" cy="941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B4250"/>
              </a:buClr>
              <a:buSzPts val="1600"/>
              <a:buFont typeface="Play"/>
              <a:buNone/>
            </a:pPr>
            <a:r>
              <a:rPr lang="ru-RU" sz="1600">
                <a:solidFill>
                  <a:srgbClr val="EB4250"/>
                </a:solidFill>
                <a:latin typeface="Play"/>
                <a:ea typeface="Play"/>
                <a:cs typeface="Play"/>
                <a:sym typeface="Play"/>
              </a:rPr>
              <a:t>Заголовок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CAD0D5"/>
              </a:buClr>
              <a:buSzPts val="1400"/>
              <a:buFont typeface="Play"/>
              <a:buNone/>
            </a:pPr>
            <a:r>
              <a:rPr lang="ru-RU" sz="1400">
                <a:solidFill>
                  <a:srgbClr val="CAD0D5"/>
                </a:solidFill>
                <a:latin typeface="Play"/>
                <a:ea typeface="Play"/>
                <a:cs typeface="Play"/>
                <a:sym typeface="Play"/>
              </a:rPr>
              <a:t>Описание</a:t>
            </a:r>
            <a:endParaRPr/>
          </a:p>
        </p:txBody>
      </p:sp>
      <p:sp>
        <p:nvSpPr>
          <p:cNvPr id="763" name="Google Shape;763;p38"/>
          <p:cNvSpPr/>
          <p:nvPr/>
        </p:nvSpPr>
        <p:spPr>
          <a:xfrm>
            <a:off x="5759521" y="5117587"/>
            <a:ext cx="626730" cy="626730"/>
          </a:xfrm>
          <a:prstGeom prst="roundRect">
            <a:avLst>
              <a:gd fmla="val 27662" name="adj"/>
            </a:avLst>
          </a:prstGeom>
          <a:solidFill>
            <a:srgbClr val="000000">
              <a:alpha val="60000"/>
            </a:srgbClr>
          </a:solidFill>
          <a:ln cap="flat" cmpd="sng" w="9525">
            <a:solidFill>
              <a:srgbClr val="EE5959">
                <a:alpha val="50196"/>
              </a:srgbClr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64" name="Google Shape;764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39536" y="1156764"/>
            <a:ext cx="2667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65" name="Google Shape;765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39536" y="2506062"/>
            <a:ext cx="2667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66" name="Google Shape;766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39536" y="3877662"/>
            <a:ext cx="2667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67" name="Google Shape;767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39536" y="5293867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768" name="Google Shape;768;p38"/>
          <p:cNvSpPr txBox="1"/>
          <p:nvPr>
            <p:ph type="title"/>
          </p:nvPr>
        </p:nvSpPr>
        <p:spPr>
          <a:xfrm>
            <a:off x="429253" y="2327310"/>
            <a:ext cx="4499229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</a:pPr>
            <a:r>
              <a:rPr lang="ru-RU"/>
              <a:t>Проблемы /</a:t>
            </a:r>
            <a:br>
              <a:rPr lang="ru-RU"/>
            </a:br>
            <a:r>
              <a:rPr lang="ru-RU"/>
              <a:t>Вызовы</a:t>
            </a:r>
            <a:endParaRPr/>
          </a:p>
        </p:txBody>
      </p:sp>
      <p:sp>
        <p:nvSpPr>
          <p:cNvPr id="769" name="Google Shape;769;p38"/>
          <p:cNvSpPr/>
          <p:nvPr/>
        </p:nvSpPr>
        <p:spPr>
          <a:xfrm>
            <a:off x="431328" y="3528845"/>
            <a:ext cx="44971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>Текст описания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4" name="Shape 7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5" name="Google Shape;775;p39"/>
          <p:cNvSpPr txBox="1"/>
          <p:nvPr>
            <p:ph type="title"/>
          </p:nvPr>
        </p:nvSpPr>
        <p:spPr>
          <a:xfrm>
            <a:off x="429253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</a:pPr>
            <a:r>
              <a:rPr lang="ru-RU"/>
              <a:t>Проблемы / Вызовы</a:t>
            </a:r>
            <a:endParaRPr/>
          </a:p>
        </p:txBody>
      </p:sp>
      <p:sp>
        <p:nvSpPr>
          <p:cNvPr id="776" name="Google Shape;776;p39"/>
          <p:cNvSpPr/>
          <p:nvPr/>
        </p:nvSpPr>
        <p:spPr>
          <a:xfrm>
            <a:off x="427866" y="2200719"/>
            <a:ext cx="3623880" cy="1228281"/>
          </a:xfrm>
          <a:prstGeom prst="roundRect">
            <a:avLst>
              <a:gd fmla="val 11661" name="adj"/>
            </a:avLst>
          </a:prstGeom>
          <a:solidFill>
            <a:srgbClr val="000000">
              <a:alpha val="60000"/>
            </a:srgbClr>
          </a:solidFill>
          <a:ln cap="flat" cmpd="sng" w="9525">
            <a:solidFill>
              <a:srgbClr val="EE5959">
                <a:alpha val="5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827975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>Заголовок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ru-RU" sz="14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>Описание</a:t>
            </a:r>
            <a:endParaRPr/>
          </a:p>
        </p:txBody>
      </p:sp>
      <p:sp>
        <p:nvSpPr>
          <p:cNvPr id="777" name="Google Shape;777;p39"/>
          <p:cNvSpPr/>
          <p:nvPr/>
        </p:nvSpPr>
        <p:spPr>
          <a:xfrm>
            <a:off x="4277482" y="2200719"/>
            <a:ext cx="3623880" cy="1228281"/>
          </a:xfrm>
          <a:prstGeom prst="roundRect">
            <a:avLst>
              <a:gd fmla="val 11661" name="adj"/>
            </a:avLst>
          </a:prstGeom>
          <a:solidFill>
            <a:srgbClr val="000000">
              <a:alpha val="60000"/>
            </a:srgbClr>
          </a:solidFill>
          <a:ln cap="flat" cmpd="sng" w="9525">
            <a:solidFill>
              <a:srgbClr val="EE5959">
                <a:alpha val="5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827975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>Заголовок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ru-RU" sz="14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>Описание</a:t>
            </a:r>
            <a:endParaRPr/>
          </a:p>
        </p:txBody>
      </p:sp>
      <p:sp>
        <p:nvSpPr>
          <p:cNvPr id="778" name="Google Shape;778;p39"/>
          <p:cNvSpPr/>
          <p:nvPr/>
        </p:nvSpPr>
        <p:spPr>
          <a:xfrm>
            <a:off x="8127098" y="2200719"/>
            <a:ext cx="3623880" cy="1228281"/>
          </a:xfrm>
          <a:prstGeom prst="roundRect">
            <a:avLst>
              <a:gd fmla="val 11661" name="adj"/>
            </a:avLst>
          </a:prstGeom>
          <a:solidFill>
            <a:srgbClr val="000000">
              <a:alpha val="60000"/>
            </a:srgbClr>
          </a:solidFill>
          <a:ln cap="flat" cmpd="sng" w="9525">
            <a:solidFill>
              <a:srgbClr val="EE5959">
                <a:alpha val="5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827975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>Заголовок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ru-RU" sz="14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>Описание</a:t>
            </a:r>
            <a:endParaRPr/>
          </a:p>
        </p:txBody>
      </p:sp>
      <p:sp>
        <p:nvSpPr>
          <p:cNvPr id="779" name="Google Shape;779;p39"/>
          <p:cNvSpPr/>
          <p:nvPr/>
        </p:nvSpPr>
        <p:spPr>
          <a:xfrm>
            <a:off x="427866" y="3582043"/>
            <a:ext cx="3623880" cy="1228281"/>
          </a:xfrm>
          <a:prstGeom prst="roundRect">
            <a:avLst>
              <a:gd fmla="val 11661" name="adj"/>
            </a:avLst>
          </a:prstGeom>
          <a:solidFill>
            <a:srgbClr val="000000">
              <a:alpha val="60000"/>
            </a:srgbClr>
          </a:solidFill>
          <a:ln cap="flat" cmpd="sng" w="9525">
            <a:solidFill>
              <a:srgbClr val="EE5959">
                <a:alpha val="5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827975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>Заголовок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ru-RU" sz="14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>Описание</a:t>
            </a:r>
            <a:endParaRPr/>
          </a:p>
        </p:txBody>
      </p:sp>
      <p:sp>
        <p:nvSpPr>
          <p:cNvPr id="780" name="Google Shape;780;p39"/>
          <p:cNvSpPr/>
          <p:nvPr/>
        </p:nvSpPr>
        <p:spPr>
          <a:xfrm>
            <a:off x="4277482" y="3582043"/>
            <a:ext cx="3623880" cy="1228281"/>
          </a:xfrm>
          <a:prstGeom prst="roundRect">
            <a:avLst>
              <a:gd fmla="val 11661" name="adj"/>
            </a:avLst>
          </a:prstGeom>
          <a:solidFill>
            <a:srgbClr val="000000">
              <a:alpha val="60000"/>
            </a:srgbClr>
          </a:solidFill>
          <a:ln cap="flat" cmpd="sng" w="9525">
            <a:solidFill>
              <a:srgbClr val="EE5959">
                <a:alpha val="5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827975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>Заголовок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ru-RU" sz="14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>Описание</a:t>
            </a:r>
            <a:endParaRPr/>
          </a:p>
        </p:txBody>
      </p:sp>
      <p:sp>
        <p:nvSpPr>
          <p:cNvPr id="781" name="Google Shape;781;p39"/>
          <p:cNvSpPr/>
          <p:nvPr/>
        </p:nvSpPr>
        <p:spPr>
          <a:xfrm>
            <a:off x="8127098" y="3582043"/>
            <a:ext cx="3623880" cy="1228281"/>
          </a:xfrm>
          <a:prstGeom prst="roundRect">
            <a:avLst>
              <a:gd fmla="val 11661" name="adj"/>
            </a:avLst>
          </a:prstGeom>
          <a:solidFill>
            <a:srgbClr val="000000">
              <a:alpha val="60000"/>
            </a:srgbClr>
          </a:solidFill>
          <a:ln cap="flat" cmpd="sng" w="9525">
            <a:solidFill>
              <a:srgbClr val="EE5959">
                <a:alpha val="5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827975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>Заголовок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ru-RU" sz="14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>Описание</a:t>
            </a:r>
            <a:endParaRPr/>
          </a:p>
        </p:txBody>
      </p:sp>
      <p:sp>
        <p:nvSpPr>
          <p:cNvPr id="782" name="Google Shape;782;p39"/>
          <p:cNvSpPr/>
          <p:nvPr/>
        </p:nvSpPr>
        <p:spPr>
          <a:xfrm>
            <a:off x="653604" y="2560937"/>
            <a:ext cx="507907" cy="507844"/>
          </a:xfrm>
          <a:prstGeom prst="roundRect">
            <a:avLst>
              <a:gd fmla="val 28204" name="adj"/>
            </a:avLst>
          </a:prstGeom>
          <a:solidFill>
            <a:srgbClr val="EE5959">
              <a:alpha val="20000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783" name="Google Shape;783;p39"/>
          <p:cNvSpPr/>
          <p:nvPr/>
        </p:nvSpPr>
        <p:spPr>
          <a:xfrm>
            <a:off x="4503220" y="2560937"/>
            <a:ext cx="507907" cy="507844"/>
          </a:xfrm>
          <a:prstGeom prst="roundRect">
            <a:avLst>
              <a:gd fmla="val 28204" name="adj"/>
            </a:avLst>
          </a:prstGeom>
          <a:solidFill>
            <a:srgbClr val="EE5959">
              <a:alpha val="20000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784" name="Google Shape;784;p39"/>
          <p:cNvSpPr/>
          <p:nvPr/>
        </p:nvSpPr>
        <p:spPr>
          <a:xfrm>
            <a:off x="8352836" y="2560937"/>
            <a:ext cx="507907" cy="507844"/>
          </a:xfrm>
          <a:prstGeom prst="roundRect">
            <a:avLst>
              <a:gd fmla="val 28204" name="adj"/>
            </a:avLst>
          </a:prstGeom>
          <a:solidFill>
            <a:srgbClr val="EE5959">
              <a:alpha val="20000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785" name="Google Shape;785;p39"/>
          <p:cNvSpPr/>
          <p:nvPr/>
        </p:nvSpPr>
        <p:spPr>
          <a:xfrm>
            <a:off x="653604" y="3942261"/>
            <a:ext cx="507907" cy="507844"/>
          </a:xfrm>
          <a:prstGeom prst="roundRect">
            <a:avLst>
              <a:gd fmla="val 28204" name="adj"/>
            </a:avLst>
          </a:prstGeom>
          <a:solidFill>
            <a:srgbClr val="EE5959">
              <a:alpha val="20000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786" name="Google Shape;786;p39"/>
          <p:cNvSpPr/>
          <p:nvPr/>
        </p:nvSpPr>
        <p:spPr>
          <a:xfrm>
            <a:off x="4503220" y="3942261"/>
            <a:ext cx="507907" cy="507844"/>
          </a:xfrm>
          <a:prstGeom prst="roundRect">
            <a:avLst>
              <a:gd fmla="val 28204" name="adj"/>
            </a:avLst>
          </a:prstGeom>
          <a:solidFill>
            <a:srgbClr val="EE5959">
              <a:alpha val="20000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787" name="Google Shape;787;p39"/>
          <p:cNvSpPr/>
          <p:nvPr/>
        </p:nvSpPr>
        <p:spPr>
          <a:xfrm>
            <a:off x="8352836" y="3942261"/>
            <a:ext cx="507907" cy="507844"/>
          </a:xfrm>
          <a:prstGeom prst="roundRect">
            <a:avLst>
              <a:gd fmla="val 28204" name="adj"/>
            </a:avLst>
          </a:prstGeom>
          <a:solidFill>
            <a:srgbClr val="EE5959">
              <a:alpha val="20000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pic>
        <p:nvPicPr>
          <p:cNvPr id="788" name="Google Shape;788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9557" y="2706859"/>
            <a:ext cx="216000" cy="21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89" name="Google Shape;789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9557" y="4091522"/>
            <a:ext cx="216000" cy="21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0" name="Google Shape;790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53100" y="4091522"/>
            <a:ext cx="216000" cy="21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1" name="Google Shape;791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53100" y="2706859"/>
            <a:ext cx="216000" cy="21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2" name="Google Shape;792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98789" y="2706859"/>
            <a:ext cx="216000" cy="21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3" name="Google Shape;793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98789" y="4091521"/>
            <a:ext cx="216000" cy="21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8" name="Shape 7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9" name="Google Shape;799;p40"/>
          <p:cNvPicPr preferRelativeResize="0"/>
          <p:nvPr/>
        </p:nvPicPr>
        <p:blipFill rotWithShape="1">
          <a:blip r:embed="rId3">
            <a:alphaModFix/>
          </a:blip>
          <a:srcRect b="12714" l="0" r="50023" t="66636"/>
          <a:stretch/>
        </p:blipFill>
        <p:spPr>
          <a:xfrm>
            <a:off x="794" y="5443140"/>
            <a:ext cx="6093175" cy="1414860"/>
          </a:xfrm>
          <a:prstGeom prst="rect">
            <a:avLst/>
          </a:prstGeom>
          <a:noFill/>
          <a:ln>
            <a:noFill/>
          </a:ln>
        </p:spPr>
      </p:pic>
      <p:sp>
        <p:nvSpPr>
          <p:cNvPr id="800" name="Google Shape;800;p40"/>
          <p:cNvSpPr/>
          <p:nvPr/>
        </p:nvSpPr>
        <p:spPr>
          <a:xfrm>
            <a:off x="1" y="5894615"/>
            <a:ext cx="4487332" cy="963385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1" name="Google Shape;801;p40"/>
          <p:cNvSpPr/>
          <p:nvPr/>
        </p:nvSpPr>
        <p:spPr>
          <a:xfrm>
            <a:off x="4487333" y="5248804"/>
            <a:ext cx="1608667" cy="111091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2" name="Google Shape;802;p40"/>
          <p:cNvSpPr txBox="1"/>
          <p:nvPr>
            <p:ph type="title"/>
          </p:nvPr>
        </p:nvSpPr>
        <p:spPr>
          <a:xfrm>
            <a:off x="429254" y="1609196"/>
            <a:ext cx="4803146" cy="187689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600"/>
              <a:buFont typeface="Play"/>
              <a:buNone/>
            </a:pPr>
            <a:r>
              <a:rPr b="1" lang="ru-RU" sz="6600"/>
              <a:t>Call to action</a:t>
            </a:r>
            <a:endParaRPr b="1" sz="6600"/>
          </a:p>
        </p:txBody>
      </p:sp>
      <p:sp>
        <p:nvSpPr>
          <p:cNvPr id="803" name="Google Shape;803;p40"/>
          <p:cNvSpPr/>
          <p:nvPr/>
        </p:nvSpPr>
        <p:spPr>
          <a:xfrm>
            <a:off x="7772400" y="1498563"/>
            <a:ext cx="3485318" cy="3485318"/>
          </a:xfrm>
          <a:prstGeom prst="roundRect">
            <a:avLst>
              <a:gd fmla="val 8631" name="adj"/>
            </a:avLst>
          </a:prstGeom>
          <a:solidFill>
            <a:schemeClr val="lt1"/>
          </a:solidFill>
          <a:ln cap="flat" cmpd="sng" w="12700">
            <a:solidFill>
              <a:srgbClr val="00326B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24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QR-code</a:t>
            </a:r>
            <a:endParaRPr/>
          </a:p>
        </p:txBody>
      </p:sp>
      <p:sp>
        <p:nvSpPr>
          <p:cNvPr id="804" name="Google Shape;804;p40"/>
          <p:cNvSpPr/>
          <p:nvPr/>
        </p:nvSpPr>
        <p:spPr>
          <a:xfrm>
            <a:off x="429254" y="3937561"/>
            <a:ext cx="2645228" cy="751114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0077FF"/>
              </a:gs>
              <a:gs pos="100000">
                <a:srgbClr val="00AEE8"/>
              </a:gs>
            </a:gsLst>
            <a:lin ang="189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Ссылка</a:t>
            </a:r>
            <a:endParaRPr sz="1600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pic>
        <p:nvPicPr>
          <p:cNvPr id="805" name="Google Shape;805;p4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98723" y="6160516"/>
            <a:ext cx="1857481" cy="292671"/>
          </a:xfrm>
          <a:prstGeom prst="rect">
            <a:avLst/>
          </a:prstGeom>
          <a:noFill/>
          <a:ln>
            <a:noFill/>
          </a:ln>
        </p:spPr>
      </p:pic>
      <p:pic>
        <p:nvPicPr>
          <p:cNvPr id="806" name="Google Shape;806;p4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 rot="-664179">
            <a:off x="6268133" y="2670334"/>
            <a:ext cx="4113929" cy="393870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1" name="Shape 8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2" name="Google Shape;812;p41"/>
          <p:cNvSpPr txBox="1"/>
          <p:nvPr>
            <p:ph type="title"/>
          </p:nvPr>
        </p:nvSpPr>
        <p:spPr>
          <a:xfrm>
            <a:off x="429253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</a:pPr>
            <a:r>
              <a:rPr lang="ru-RU"/>
              <a:t>Заголовок</a:t>
            </a:r>
            <a:endParaRPr/>
          </a:p>
        </p:txBody>
      </p:sp>
      <p:sp>
        <p:nvSpPr>
          <p:cNvPr id="813" name="Google Shape;813;p41"/>
          <p:cNvSpPr/>
          <p:nvPr/>
        </p:nvSpPr>
        <p:spPr>
          <a:xfrm>
            <a:off x="1036774" y="1354821"/>
            <a:ext cx="1941953" cy="4748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>Текст</a:t>
            </a:r>
            <a:endParaRPr sz="1600">
              <a:solidFill>
                <a:schemeClr val="lt1"/>
              </a:solidFill>
              <a:latin typeface="Play"/>
              <a:ea typeface="Play"/>
              <a:cs typeface="Play"/>
              <a:sym typeface="Play"/>
            </a:endParaRPr>
          </a:p>
        </p:txBody>
      </p:sp>
      <p:grpSp>
        <p:nvGrpSpPr>
          <p:cNvPr id="814" name="Google Shape;814;p41"/>
          <p:cNvGrpSpPr/>
          <p:nvPr/>
        </p:nvGrpSpPr>
        <p:grpSpPr>
          <a:xfrm>
            <a:off x="427865" y="1354820"/>
            <a:ext cx="476638" cy="474884"/>
            <a:chOff x="427865" y="2634106"/>
            <a:chExt cx="476638" cy="474884"/>
          </a:xfrm>
        </p:grpSpPr>
        <p:sp>
          <p:nvSpPr>
            <p:cNvPr id="815" name="Google Shape;815;p41"/>
            <p:cNvSpPr/>
            <p:nvPr/>
          </p:nvSpPr>
          <p:spPr>
            <a:xfrm>
              <a:off x="427865" y="2634106"/>
              <a:ext cx="476638" cy="474884"/>
            </a:xfrm>
            <a:prstGeom prst="roundRect">
              <a:avLst>
                <a:gd fmla="val 30745" name="adj"/>
              </a:avLst>
            </a:prstGeom>
            <a:gradFill>
              <a:gsLst>
                <a:gs pos="0">
                  <a:srgbClr val="00AEE8"/>
                </a:gs>
                <a:gs pos="100000">
                  <a:srgbClr val="0077FF"/>
                </a:gs>
              </a:gsLst>
              <a:lin ang="8100000" scaled="0"/>
            </a:gradFill>
            <a:ln>
              <a:noFill/>
            </a:ln>
          </p:spPr>
          <p:txBody>
            <a:bodyPr anchorCtr="0" anchor="ctr" bIns="45700" lIns="36000" spcFirstLastPara="1" rIns="36000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t/>
              </a:r>
              <a:endParaRPr sz="1400" u="none" cap="none" strike="noStrike">
                <a:solidFill>
                  <a:srgbClr val="00D3E3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pic>
          <p:nvPicPr>
            <p:cNvPr id="816" name="Google Shape;816;p4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558184" y="2763548"/>
              <a:ext cx="216000" cy="216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817" name="Google Shape;817;p41"/>
          <p:cNvSpPr/>
          <p:nvPr/>
        </p:nvSpPr>
        <p:spPr>
          <a:xfrm>
            <a:off x="1036774" y="2067341"/>
            <a:ext cx="1941953" cy="4748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>Текст</a:t>
            </a:r>
            <a:endParaRPr sz="1600">
              <a:solidFill>
                <a:schemeClr val="lt1"/>
              </a:solidFill>
              <a:latin typeface="Play"/>
              <a:ea typeface="Play"/>
              <a:cs typeface="Play"/>
              <a:sym typeface="Play"/>
            </a:endParaRPr>
          </a:p>
        </p:txBody>
      </p:sp>
      <p:grpSp>
        <p:nvGrpSpPr>
          <p:cNvPr id="818" name="Google Shape;818;p41"/>
          <p:cNvGrpSpPr/>
          <p:nvPr/>
        </p:nvGrpSpPr>
        <p:grpSpPr>
          <a:xfrm>
            <a:off x="427865" y="2067340"/>
            <a:ext cx="476638" cy="474884"/>
            <a:chOff x="427865" y="2634106"/>
            <a:chExt cx="476638" cy="474884"/>
          </a:xfrm>
        </p:grpSpPr>
        <p:sp>
          <p:nvSpPr>
            <p:cNvPr id="819" name="Google Shape;819;p41"/>
            <p:cNvSpPr/>
            <p:nvPr/>
          </p:nvSpPr>
          <p:spPr>
            <a:xfrm>
              <a:off x="427865" y="2634106"/>
              <a:ext cx="476638" cy="474884"/>
            </a:xfrm>
            <a:prstGeom prst="roundRect">
              <a:avLst>
                <a:gd fmla="val 30745" name="adj"/>
              </a:avLst>
            </a:prstGeom>
            <a:gradFill>
              <a:gsLst>
                <a:gs pos="0">
                  <a:srgbClr val="00AEE8"/>
                </a:gs>
                <a:gs pos="100000">
                  <a:srgbClr val="0077FF"/>
                </a:gs>
              </a:gsLst>
              <a:lin ang="8100000" scaled="0"/>
            </a:gradFill>
            <a:ln>
              <a:noFill/>
            </a:ln>
          </p:spPr>
          <p:txBody>
            <a:bodyPr anchorCtr="0" anchor="ctr" bIns="45700" lIns="36000" spcFirstLastPara="1" rIns="36000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t/>
              </a:r>
              <a:endParaRPr sz="1400" u="none" cap="none" strike="noStrike">
                <a:solidFill>
                  <a:srgbClr val="00D3E3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pic>
          <p:nvPicPr>
            <p:cNvPr id="820" name="Google Shape;820;p4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558184" y="2763548"/>
              <a:ext cx="216000" cy="216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821" name="Google Shape;821;p41"/>
          <p:cNvSpPr/>
          <p:nvPr/>
        </p:nvSpPr>
        <p:spPr>
          <a:xfrm>
            <a:off x="1036774" y="2791736"/>
            <a:ext cx="1941953" cy="4748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>Текст</a:t>
            </a:r>
            <a:endParaRPr sz="1600">
              <a:solidFill>
                <a:schemeClr val="lt1"/>
              </a:solidFill>
              <a:latin typeface="Play"/>
              <a:ea typeface="Play"/>
              <a:cs typeface="Play"/>
              <a:sym typeface="Play"/>
            </a:endParaRPr>
          </a:p>
        </p:txBody>
      </p:sp>
      <p:grpSp>
        <p:nvGrpSpPr>
          <p:cNvPr id="822" name="Google Shape;822;p41"/>
          <p:cNvGrpSpPr/>
          <p:nvPr/>
        </p:nvGrpSpPr>
        <p:grpSpPr>
          <a:xfrm>
            <a:off x="427865" y="2791735"/>
            <a:ext cx="476638" cy="474884"/>
            <a:chOff x="427865" y="2634106"/>
            <a:chExt cx="476638" cy="474884"/>
          </a:xfrm>
        </p:grpSpPr>
        <p:sp>
          <p:nvSpPr>
            <p:cNvPr id="823" name="Google Shape;823;p41"/>
            <p:cNvSpPr/>
            <p:nvPr/>
          </p:nvSpPr>
          <p:spPr>
            <a:xfrm>
              <a:off x="427865" y="2634106"/>
              <a:ext cx="476638" cy="474884"/>
            </a:xfrm>
            <a:prstGeom prst="roundRect">
              <a:avLst>
                <a:gd fmla="val 30745" name="adj"/>
              </a:avLst>
            </a:prstGeom>
            <a:gradFill>
              <a:gsLst>
                <a:gs pos="0">
                  <a:srgbClr val="00AEE8"/>
                </a:gs>
                <a:gs pos="100000">
                  <a:srgbClr val="0077FF"/>
                </a:gs>
              </a:gsLst>
              <a:lin ang="8100000" scaled="0"/>
            </a:gradFill>
            <a:ln>
              <a:noFill/>
            </a:ln>
          </p:spPr>
          <p:txBody>
            <a:bodyPr anchorCtr="0" anchor="ctr" bIns="45700" lIns="36000" spcFirstLastPara="1" rIns="36000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t/>
              </a:r>
              <a:endParaRPr sz="1400" u="none" cap="none" strike="noStrike">
                <a:solidFill>
                  <a:srgbClr val="00D3E3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pic>
          <p:nvPicPr>
            <p:cNvPr id="824" name="Google Shape;824;p4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558184" y="2763548"/>
              <a:ext cx="216000" cy="216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825" name="Google Shape;825;p41"/>
          <p:cNvSpPr/>
          <p:nvPr/>
        </p:nvSpPr>
        <p:spPr>
          <a:xfrm>
            <a:off x="1036774" y="3516130"/>
            <a:ext cx="1941953" cy="4748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>Текст</a:t>
            </a:r>
            <a:endParaRPr sz="1600">
              <a:solidFill>
                <a:schemeClr val="lt1"/>
              </a:solidFill>
              <a:latin typeface="Play"/>
              <a:ea typeface="Play"/>
              <a:cs typeface="Play"/>
              <a:sym typeface="Play"/>
            </a:endParaRPr>
          </a:p>
        </p:txBody>
      </p:sp>
      <p:grpSp>
        <p:nvGrpSpPr>
          <p:cNvPr id="826" name="Google Shape;826;p41"/>
          <p:cNvGrpSpPr/>
          <p:nvPr/>
        </p:nvGrpSpPr>
        <p:grpSpPr>
          <a:xfrm>
            <a:off x="427865" y="3516129"/>
            <a:ext cx="476638" cy="474884"/>
            <a:chOff x="427865" y="2634106"/>
            <a:chExt cx="476638" cy="474884"/>
          </a:xfrm>
        </p:grpSpPr>
        <p:sp>
          <p:nvSpPr>
            <p:cNvPr id="827" name="Google Shape;827;p41"/>
            <p:cNvSpPr/>
            <p:nvPr/>
          </p:nvSpPr>
          <p:spPr>
            <a:xfrm>
              <a:off x="427865" y="2634106"/>
              <a:ext cx="476638" cy="474884"/>
            </a:xfrm>
            <a:prstGeom prst="roundRect">
              <a:avLst>
                <a:gd fmla="val 30745" name="adj"/>
              </a:avLst>
            </a:prstGeom>
            <a:gradFill>
              <a:gsLst>
                <a:gs pos="0">
                  <a:srgbClr val="00AEE8"/>
                </a:gs>
                <a:gs pos="100000">
                  <a:srgbClr val="0077FF"/>
                </a:gs>
              </a:gsLst>
              <a:lin ang="8100000" scaled="0"/>
            </a:gradFill>
            <a:ln>
              <a:noFill/>
            </a:ln>
          </p:spPr>
          <p:txBody>
            <a:bodyPr anchorCtr="0" anchor="ctr" bIns="45700" lIns="36000" spcFirstLastPara="1" rIns="36000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t/>
              </a:r>
              <a:endParaRPr sz="1400" u="none" cap="none" strike="noStrike">
                <a:solidFill>
                  <a:srgbClr val="00D3E3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pic>
          <p:nvPicPr>
            <p:cNvPr id="828" name="Google Shape;828;p4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558184" y="2763548"/>
              <a:ext cx="216000" cy="216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829" name="Google Shape;829;p41"/>
          <p:cNvSpPr/>
          <p:nvPr/>
        </p:nvSpPr>
        <p:spPr>
          <a:xfrm>
            <a:off x="1036774" y="4240525"/>
            <a:ext cx="1941953" cy="4748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>Текст</a:t>
            </a:r>
            <a:endParaRPr sz="1600">
              <a:solidFill>
                <a:schemeClr val="lt1"/>
              </a:solidFill>
              <a:latin typeface="Play"/>
              <a:ea typeface="Play"/>
              <a:cs typeface="Play"/>
              <a:sym typeface="Play"/>
            </a:endParaRPr>
          </a:p>
        </p:txBody>
      </p:sp>
      <p:grpSp>
        <p:nvGrpSpPr>
          <p:cNvPr id="830" name="Google Shape;830;p41"/>
          <p:cNvGrpSpPr/>
          <p:nvPr/>
        </p:nvGrpSpPr>
        <p:grpSpPr>
          <a:xfrm>
            <a:off x="427865" y="4240524"/>
            <a:ext cx="476638" cy="474884"/>
            <a:chOff x="427865" y="2634106"/>
            <a:chExt cx="476638" cy="474884"/>
          </a:xfrm>
        </p:grpSpPr>
        <p:sp>
          <p:nvSpPr>
            <p:cNvPr id="831" name="Google Shape;831;p41"/>
            <p:cNvSpPr/>
            <p:nvPr/>
          </p:nvSpPr>
          <p:spPr>
            <a:xfrm>
              <a:off x="427865" y="2634106"/>
              <a:ext cx="476638" cy="474884"/>
            </a:xfrm>
            <a:prstGeom prst="roundRect">
              <a:avLst>
                <a:gd fmla="val 30745" name="adj"/>
              </a:avLst>
            </a:prstGeom>
            <a:gradFill>
              <a:gsLst>
                <a:gs pos="0">
                  <a:srgbClr val="00AEE8"/>
                </a:gs>
                <a:gs pos="100000">
                  <a:srgbClr val="0077FF"/>
                </a:gs>
              </a:gsLst>
              <a:lin ang="8100000" scaled="0"/>
            </a:gradFill>
            <a:ln>
              <a:noFill/>
            </a:ln>
          </p:spPr>
          <p:txBody>
            <a:bodyPr anchorCtr="0" anchor="ctr" bIns="45700" lIns="36000" spcFirstLastPara="1" rIns="36000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t/>
              </a:r>
              <a:endParaRPr sz="1400" u="none" cap="none" strike="noStrike">
                <a:solidFill>
                  <a:srgbClr val="00D3E3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pic>
          <p:nvPicPr>
            <p:cNvPr id="832" name="Google Shape;832;p4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558184" y="2763548"/>
              <a:ext cx="216000" cy="21600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833" name="Google Shape;833;p4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503328">
            <a:off x="5362697" y="324571"/>
            <a:ext cx="6858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8" name="Shape 8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" name="Google Shape;839;p42"/>
          <p:cNvSpPr txBox="1"/>
          <p:nvPr>
            <p:ph type="title"/>
          </p:nvPr>
        </p:nvSpPr>
        <p:spPr>
          <a:xfrm>
            <a:off x="429253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</a:pPr>
            <a:r>
              <a:rPr lang="ru-RU"/>
              <a:t>Таймлайн</a:t>
            </a:r>
            <a:endParaRPr/>
          </a:p>
        </p:txBody>
      </p:sp>
      <p:sp>
        <p:nvSpPr>
          <p:cNvPr id="840" name="Google Shape;840;p42"/>
          <p:cNvSpPr txBox="1"/>
          <p:nvPr/>
        </p:nvSpPr>
        <p:spPr>
          <a:xfrm>
            <a:off x="429253" y="3650071"/>
            <a:ext cx="2645228" cy="5931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lay"/>
              <a:buNone/>
            </a:pPr>
            <a:r>
              <a:rPr b="0" i="0" lang="ru-RU" sz="20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>Описание</a:t>
            </a:r>
            <a:endParaRPr b="0" i="0" sz="2000">
              <a:solidFill>
                <a:schemeClr val="lt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841" name="Google Shape;841;p42"/>
          <p:cNvSpPr txBox="1"/>
          <p:nvPr/>
        </p:nvSpPr>
        <p:spPr>
          <a:xfrm>
            <a:off x="3319410" y="3650071"/>
            <a:ext cx="2645228" cy="5931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lay"/>
              <a:buNone/>
            </a:pPr>
            <a:r>
              <a:rPr b="0" i="0" lang="ru-RU" sz="20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>Описание</a:t>
            </a:r>
            <a:endParaRPr b="0" i="0" sz="2000">
              <a:solidFill>
                <a:schemeClr val="lt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842" name="Google Shape;842;p42"/>
          <p:cNvSpPr txBox="1"/>
          <p:nvPr/>
        </p:nvSpPr>
        <p:spPr>
          <a:xfrm>
            <a:off x="6209568" y="3650071"/>
            <a:ext cx="2645228" cy="5931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lay"/>
              <a:buNone/>
            </a:pPr>
            <a:r>
              <a:rPr b="0" i="0" lang="ru-RU" sz="20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>Описание</a:t>
            </a:r>
            <a:endParaRPr b="0" i="0" sz="2000">
              <a:solidFill>
                <a:schemeClr val="lt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843" name="Google Shape;843;p42"/>
          <p:cNvSpPr txBox="1"/>
          <p:nvPr/>
        </p:nvSpPr>
        <p:spPr>
          <a:xfrm>
            <a:off x="9099725" y="3650071"/>
            <a:ext cx="2645228" cy="5931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lay"/>
              <a:buNone/>
            </a:pPr>
            <a:r>
              <a:rPr b="0" i="0" lang="ru-RU" sz="20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>Описание</a:t>
            </a:r>
            <a:endParaRPr b="0" i="0" sz="2000">
              <a:solidFill>
                <a:schemeClr val="lt1"/>
              </a:solidFill>
              <a:latin typeface="Play"/>
              <a:ea typeface="Play"/>
              <a:cs typeface="Play"/>
              <a:sym typeface="Play"/>
            </a:endParaRPr>
          </a:p>
        </p:txBody>
      </p:sp>
      <p:cxnSp>
        <p:nvCxnSpPr>
          <p:cNvPr id="844" name="Google Shape;844;p42"/>
          <p:cNvCxnSpPr/>
          <p:nvPr/>
        </p:nvCxnSpPr>
        <p:spPr>
          <a:xfrm>
            <a:off x="0" y="3401671"/>
            <a:ext cx="121920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845" name="Google Shape;845;p42"/>
          <p:cNvSpPr/>
          <p:nvPr/>
        </p:nvSpPr>
        <p:spPr>
          <a:xfrm>
            <a:off x="1678105" y="3339632"/>
            <a:ext cx="147523" cy="147523"/>
          </a:xfrm>
          <a:prstGeom prst="ellipse">
            <a:avLst/>
          </a:prstGeom>
          <a:solidFill>
            <a:srgbClr val="0077FF"/>
          </a:solidFill>
          <a:ln cap="flat" cmpd="sng" w="2857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6" name="Google Shape;846;p42"/>
          <p:cNvSpPr/>
          <p:nvPr/>
        </p:nvSpPr>
        <p:spPr>
          <a:xfrm>
            <a:off x="4566961" y="3339632"/>
            <a:ext cx="147523" cy="147523"/>
          </a:xfrm>
          <a:prstGeom prst="ellipse">
            <a:avLst/>
          </a:prstGeom>
          <a:solidFill>
            <a:srgbClr val="0077FF"/>
          </a:solidFill>
          <a:ln cap="flat" cmpd="sng" w="2857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7" name="Google Shape;847;p42"/>
          <p:cNvSpPr/>
          <p:nvPr/>
        </p:nvSpPr>
        <p:spPr>
          <a:xfrm>
            <a:off x="7463910" y="3339632"/>
            <a:ext cx="147523" cy="147523"/>
          </a:xfrm>
          <a:prstGeom prst="ellipse">
            <a:avLst/>
          </a:prstGeom>
          <a:solidFill>
            <a:srgbClr val="0077FF"/>
          </a:solidFill>
          <a:ln cap="flat" cmpd="sng" w="2857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8" name="Google Shape;848;p42"/>
          <p:cNvSpPr/>
          <p:nvPr/>
        </p:nvSpPr>
        <p:spPr>
          <a:xfrm>
            <a:off x="10368951" y="3339632"/>
            <a:ext cx="147523" cy="147523"/>
          </a:xfrm>
          <a:prstGeom prst="ellipse">
            <a:avLst/>
          </a:prstGeom>
          <a:solidFill>
            <a:srgbClr val="0077FF"/>
          </a:solidFill>
          <a:ln cap="flat" cmpd="sng" w="2857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9" name="Google Shape;849;p42"/>
          <p:cNvSpPr/>
          <p:nvPr/>
        </p:nvSpPr>
        <p:spPr>
          <a:xfrm>
            <a:off x="935850" y="2600695"/>
            <a:ext cx="1779556" cy="549619"/>
          </a:xfrm>
          <a:prstGeom prst="roundRect">
            <a:avLst>
              <a:gd fmla="val 50000" name="adj"/>
            </a:avLst>
          </a:prstGeom>
          <a:gradFill>
            <a:gsLst>
              <a:gs pos="0">
                <a:srgbClr val="0077FF"/>
              </a:gs>
              <a:gs pos="100000">
                <a:srgbClr val="00AEE8"/>
              </a:gs>
            </a:gsLst>
            <a:lin ang="18900000" scaled="0"/>
          </a:gra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Дата</a:t>
            </a:r>
            <a:endParaRPr sz="1800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850" name="Google Shape;850;p42"/>
          <p:cNvSpPr/>
          <p:nvPr/>
        </p:nvSpPr>
        <p:spPr>
          <a:xfrm>
            <a:off x="3750944" y="2600695"/>
            <a:ext cx="1779556" cy="549619"/>
          </a:xfrm>
          <a:prstGeom prst="roundRect">
            <a:avLst>
              <a:gd fmla="val 50000" name="adj"/>
            </a:avLst>
          </a:prstGeom>
          <a:gradFill>
            <a:gsLst>
              <a:gs pos="0">
                <a:srgbClr val="0077FF"/>
              </a:gs>
              <a:gs pos="100000">
                <a:srgbClr val="00AEE8"/>
              </a:gs>
            </a:gsLst>
            <a:lin ang="18900000" scaled="0"/>
          </a:gra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Дата</a:t>
            </a:r>
            <a:endParaRPr sz="1800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851" name="Google Shape;851;p42"/>
          <p:cNvSpPr/>
          <p:nvPr/>
        </p:nvSpPr>
        <p:spPr>
          <a:xfrm>
            <a:off x="6642404" y="2600695"/>
            <a:ext cx="1779556" cy="549619"/>
          </a:xfrm>
          <a:prstGeom prst="roundRect">
            <a:avLst>
              <a:gd fmla="val 50000" name="adj"/>
            </a:avLst>
          </a:prstGeom>
          <a:gradFill>
            <a:gsLst>
              <a:gs pos="0">
                <a:srgbClr val="0077FF"/>
              </a:gs>
              <a:gs pos="100000">
                <a:srgbClr val="00AEE8"/>
              </a:gs>
            </a:gsLst>
            <a:lin ang="18900000" scaled="0"/>
          </a:gra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Дата</a:t>
            </a:r>
            <a:endParaRPr sz="1800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852" name="Google Shape;852;p42"/>
          <p:cNvSpPr/>
          <p:nvPr/>
        </p:nvSpPr>
        <p:spPr>
          <a:xfrm>
            <a:off x="9476594" y="2600695"/>
            <a:ext cx="1779556" cy="549619"/>
          </a:xfrm>
          <a:prstGeom prst="roundRect">
            <a:avLst>
              <a:gd fmla="val 50000" name="adj"/>
            </a:avLst>
          </a:prstGeom>
          <a:gradFill>
            <a:gsLst>
              <a:gs pos="0">
                <a:srgbClr val="0077FF"/>
              </a:gs>
              <a:gs pos="100000">
                <a:srgbClr val="00AEE8"/>
              </a:gs>
            </a:gsLst>
            <a:lin ang="18900000" scaled="0"/>
          </a:gra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Дата</a:t>
            </a:r>
            <a:endParaRPr sz="1800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7" name="Shape 8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8" name="Google Shape;858;p43"/>
          <p:cNvSpPr txBox="1"/>
          <p:nvPr>
            <p:ph type="title"/>
          </p:nvPr>
        </p:nvSpPr>
        <p:spPr>
          <a:xfrm>
            <a:off x="429253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</a:pPr>
            <a:r>
              <a:rPr lang="ru-RU"/>
              <a:t>Таймлайн</a:t>
            </a:r>
            <a:endParaRPr/>
          </a:p>
        </p:txBody>
      </p:sp>
      <p:sp>
        <p:nvSpPr>
          <p:cNvPr id="859" name="Google Shape;859;p43"/>
          <p:cNvSpPr txBox="1"/>
          <p:nvPr/>
        </p:nvSpPr>
        <p:spPr>
          <a:xfrm>
            <a:off x="429253" y="3899453"/>
            <a:ext cx="2645228" cy="5931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lay"/>
              <a:buNone/>
            </a:pPr>
            <a:r>
              <a:rPr b="0" i="0" lang="ru-RU" sz="20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>Описание</a:t>
            </a:r>
            <a:endParaRPr b="0" i="0" sz="2000">
              <a:solidFill>
                <a:schemeClr val="lt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860" name="Google Shape;860;p43"/>
          <p:cNvSpPr txBox="1"/>
          <p:nvPr/>
        </p:nvSpPr>
        <p:spPr>
          <a:xfrm>
            <a:off x="3319410" y="3899453"/>
            <a:ext cx="2645228" cy="5931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lay"/>
              <a:buNone/>
            </a:pPr>
            <a:r>
              <a:rPr b="0" i="0" lang="ru-RU" sz="20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>Описание</a:t>
            </a:r>
            <a:endParaRPr b="0" i="0" sz="2000">
              <a:solidFill>
                <a:schemeClr val="lt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861" name="Google Shape;861;p43"/>
          <p:cNvSpPr txBox="1"/>
          <p:nvPr/>
        </p:nvSpPr>
        <p:spPr>
          <a:xfrm>
            <a:off x="6209568" y="3899453"/>
            <a:ext cx="2645228" cy="5931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lay"/>
              <a:buNone/>
            </a:pPr>
            <a:r>
              <a:rPr b="0" i="0" lang="ru-RU" sz="20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>Описание</a:t>
            </a:r>
            <a:endParaRPr b="0" i="0" sz="2000">
              <a:solidFill>
                <a:schemeClr val="lt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862" name="Google Shape;862;p43"/>
          <p:cNvSpPr txBox="1"/>
          <p:nvPr/>
        </p:nvSpPr>
        <p:spPr>
          <a:xfrm>
            <a:off x="9099725" y="3899453"/>
            <a:ext cx="2645228" cy="5931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lay"/>
              <a:buNone/>
            </a:pPr>
            <a:r>
              <a:rPr b="0" i="0" lang="ru-RU" sz="20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>Описание</a:t>
            </a:r>
            <a:endParaRPr b="0" i="0" sz="2000">
              <a:solidFill>
                <a:schemeClr val="lt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863" name="Google Shape;863;p43"/>
          <p:cNvSpPr txBox="1"/>
          <p:nvPr/>
        </p:nvSpPr>
        <p:spPr>
          <a:xfrm>
            <a:off x="429254" y="2794729"/>
            <a:ext cx="1767681" cy="8964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7FF"/>
              </a:buClr>
              <a:buSzPts val="6600"/>
              <a:buFont typeface="Play"/>
              <a:buNone/>
            </a:pPr>
            <a:r>
              <a:rPr b="1" i="0" lang="ru-RU" sz="6600">
                <a:solidFill>
                  <a:srgbClr val="0077FF"/>
                </a:solidFill>
                <a:latin typeface="Play"/>
                <a:ea typeface="Play"/>
                <a:cs typeface="Play"/>
                <a:sym typeface="Play"/>
              </a:rPr>
              <a:t>01</a:t>
            </a:r>
            <a:endParaRPr b="1" i="0" sz="6600">
              <a:solidFill>
                <a:srgbClr val="0077FF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864" name="Google Shape;864;p43"/>
          <p:cNvSpPr txBox="1"/>
          <p:nvPr/>
        </p:nvSpPr>
        <p:spPr>
          <a:xfrm>
            <a:off x="3314958" y="2794729"/>
            <a:ext cx="1767681" cy="8964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7FF"/>
              </a:buClr>
              <a:buSzPts val="6600"/>
              <a:buFont typeface="Play"/>
              <a:buNone/>
            </a:pPr>
            <a:r>
              <a:rPr b="1" i="0" lang="ru-RU" sz="6600">
                <a:solidFill>
                  <a:srgbClr val="0077FF"/>
                </a:solidFill>
                <a:latin typeface="Play"/>
                <a:ea typeface="Play"/>
                <a:cs typeface="Play"/>
                <a:sym typeface="Play"/>
              </a:rPr>
              <a:t>02</a:t>
            </a:r>
            <a:endParaRPr b="1" i="0" sz="6600">
              <a:solidFill>
                <a:srgbClr val="0077FF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865" name="Google Shape;865;p43"/>
          <p:cNvSpPr txBox="1"/>
          <p:nvPr/>
        </p:nvSpPr>
        <p:spPr>
          <a:xfrm>
            <a:off x="6200662" y="2794729"/>
            <a:ext cx="1767681" cy="8964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7FF"/>
              </a:buClr>
              <a:buSzPts val="6600"/>
              <a:buFont typeface="Play"/>
              <a:buNone/>
            </a:pPr>
            <a:r>
              <a:rPr b="1" i="0" lang="ru-RU" sz="6600">
                <a:solidFill>
                  <a:srgbClr val="0077FF"/>
                </a:solidFill>
                <a:latin typeface="Play"/>
                <a:ea typeface="Play"/>
                <a:cs typeface="Play"/>
                <a:sym typeface="Play"/>
              </a:rPr>
              <a:t>03</a:t>
            </a:r>
            <a:endParaRPr b="1" i="0" sz="6600">
              <a:solidFill>
                <a:srgbClr val="0077FF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866" name="Google Shape;866;p43"/>
          <p:cNvSpPr txBox="1"/>
          <p:nvPr/>
        </p:nvSpPr>
        <p:spPr>
          <a:xfrm>
            <a:off x="9098242" y="2794729"/>
            <a:ext cx="1767681" cy="8964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7FF"/>
              </a:buClr>
              <a:buSzPts val="6600"/>
              <a:buFont typeface="Play"/>
              <a:buNone/>
            </a:pPr>
            <a:r>
              <a:rPr b="1" i="0" lang="ru-RU" sz="6600">
                <a:solidFill>
                  <a:srgbClr val="0077FF"/>
                </a:solidFill>
                <a:latin typeface="Play"/>
                <a:ea typeface="Play"/>
                <a:cs typeface="Play"/>
                <a:sym typeface="Play"/>
              </a:rPr>
              <a:t>04</a:t>
            </a:r>
            <a:endParaRPr b="1" i="0" sz="6600">
              <a:solidFill>
                <a:srgbClr val="0077FF"/>
              </a:solidFill>
              <a:latin typeface="Play"/>
              <a:ea typeface="Play"/>
              <a:cs typeface="Play"/>
              <a:sym typeface="Play"/>
            </a:endParaRPr>
          </a:p>
        </p:txBody>
      </p:sp>
      <p:cxnSp>
        <p:nvCxnSpPr>
          <p:cNvPr id="867" name="Google Shape;867;p43"/>
          <p:cNvCxnSpPr>
            <a:stCxn id="863" idx="3"/>
          </p:cNvCxnSpPr>
          <p:nvPr/>
        </p:nvCxnSpPr>
        <p:spPr>
          <a:xfrm>
            <a:off x="2196935" y="3242978"/>
            <a:ext cx="877500" cy="0"/>
          </a:xfrm>
          <a:prstGeom prst="straightConnector1">
            <a:avLst/>
          </a:prstGeom>
          <a:noFill/>
          <a:ln cap="flat" cmpd="sng" w="28575">
            <a:solidFill>
              <a:srgbClr val="0077FF"/>
            </a:solidFill>
            <a:prstDash val="solid"/>
            <a:miter lim="8000"/>
            <a:headEnd len="sm" w="sm" type="none"/>
            <a:tailEnd len="med" w="med" type="stealth"/>
          </a:ln>
        </p:spPr>
      </p:cxnSp>
      <p:cxnSp>
        <p:nvCxnSpPr>
          <p:cNvPr id="868" name="Google Shape;868;p43"/>
          <p:cNvCxnSpPr/>
          <p:nvPr/>
        </p:nvCxnSpPr>
        <p:spPr>
          <a:xfrm>
            <a:off x="5082639" y="3242978"/>
            <a:ext cx="877546" cy="0"/>
          </a:xfrm>
          <a:prstGeom prst="straightConnector1">
            <a:avLst/>
          </a:prstGeom>
          <a:noFill/>
          <a:ln cap="flat" cmpd="sng" w="28575">
            <a:solidFill>
              <a:srgbClr val="0077FF"/>
            </a:solidFill>
            <a:prstDash val="solid"/>
            <a:miter lim="8000"/>
            <a:headEnd len="sm" w="sm" type="none"/>
            <a:tailEnd len="med" w="med" type="stealth"/>
          </a:ln>
        </p:spPr>
      </p:cxnSp>
      <p:cxnSp>
        <p:nvCxnSpPr>
          <p:cNvPr id="869" name="Google Shape;869;p43"/>
          <p:cNvCxnSpPr/>
          <p:nvPr/>
        </p:nvCxnSpPr>
        <p:spPr>
          <a:xfrm>
            <a:off x="7992094" y="3242978"/>
            <a:ext cx="877546" cy="0"/>
          </a:xfrm>
          <a:prstGeom prst="straightConnector1">
            <a:avLst/>
          </a:prstGeom>
          <a:noFill/>
          <a:ln cap="flat" cmpd="sng" w="28575">
            <a:solidFill>
              <a:srgbClr val="0077FF"/>
            </a:solidFill>
            <a:prstDash val="solid"/>
            <a:miter lim="8000"/>
            <a:headEnd len="sm" w="sm" type="none"/>
            <a:tailEnd len="med" w="med" type="stealth"/>
          </a:ln>
        </p:spPr>
      </p:cxn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3" name="Shape 8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4" name="Google Shape;874;p44"/>
          <p:cNvSpPr txBox="1"/>
          <p:nvPr>
            <p:ph type="title"/>
          </p:nvPr>
        </p:nvSpPr>
        <p:spPr>
          <a:xfrm>
            <a:off x="429253" y="2291422"/>
            <a:ext cx="7827335" cy="187689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400"/>
              <a:buFont typeface="Play"/>
              <a:buNone/>
            </a:pPr>
            <a:r>
              <a:rPr b="1" lang="ru-RU" sz="14400"/>
              <a:t>Q&amp;A</a:t>
            </a:r>
            <a:endParaRPr b="1" sz="1440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9" name="Shape 8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" name="Google Shape;880;p45"/>
          <p:cNvSpPr txBox="1"/>
          <p:nvPr>
            <p:ph type="title"/>
          </p:nvPr>
        </p:nvSpPr>
        <p:spPr>
          <a:xfrm>
            <a:off x="429253" y="2291422"/>
            <a:ext cx="7827335" cy="187689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"/>
              <a:buNone/>
            </a:pPr>
            <a:r>
              <a:rPr lang="ru-RU"/>
              <a:t>Спасибо </a:t>
            </a:r>
            <a:br>
              <a:rPr lang="ru-RU"/>
            </a:br>
            <a:r>
              <a:rPr lang="ru-RU"/>
              <a:t>за внимание</a:t>
            </a:r>
            <a:endParaRPr/>
          </a:p>
        </p:txBody>
      </p:sp>
      <p:sp>
        <p:nvSpPr>
          <p:cNvPr id="881" name="Google Shape;881;p45"/>
          <p:cNvSpPr/>
          <p:nvPr/>
        </p:nvSpPr>
        <p:spPr>
          <a:xfrm>
            <a:off x="429254" y="4567907"/>
            <a:ext cx="834282" cy="834282"/>
          </a:xfrm>
          <a:prstGeom prst="ellipse">
            <a:avLst/>
          </a:prstGeom>
          <a:solidFill>
            <a:srgbClr val="5A67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2" name="Google Shape;882;p45"/>
          <p:cNvSpPr txBox="1"/>
          <p:nvPr/>
        </p:nvSpPr>
        <p:spPr>
          <a:xfrm>
            <a:off x="1510259" y="4567906"/>
            <a:ext cx="2213844" cy="83428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FB8C2"/>
              </a:buClr>
              <a:buSzPts val="1600"/>
              <a:buFont typeface="Play"/>
              <a:buNone/>
            </a:pPr>
            <a:r>
              <a:rPr b="0" i="0" lang="ru-RU" sz="1600">
                <a:solidFill>
                  <a:srgbClr val="AFB8C2"/>
                </a:solidFill>
                <a:latin typeface="Play"/>
                <a:ea typeface="Play"/>
                <a:cs typeface="Play"/>
                <a:sym typeface="Play"/>
              </a:rPr>
              <a:t>Имя Спикера,</a:t>
            </a:r>
            <a:br>
              <a:rPr b="0" i="0" lang="ru-RU" sz="1600">
                <a:solidFill>
                  <a:srgbClr val="AFB8C2"/>
                </a:solidFill>
                <a:latin typeface="Play"/>
                <a:ea typeface="Play"/>
                <a:cs typeface="Play"/>
                <a:sym typeface="Play"/>
              </a:rPr>
            </a:br>
            <a:r>
              <a:rPr b="0" i="0" lang="ru-RU" sz="1600">
                <a:solidFill>
                  <a:srgbClr val="AFB8C2"/>
                </a:solidFill>
                <a:latin typeface="Play"/>
                <a:ea typeface="Play"/>
                <a:cs typeface="Play"/>
                <a:sym typeface="Play"/>
              </a:rPr>
              <a:t>должность</a:t>
            </a:r>
            <a:endParaRPr b="0" i="0" sz="1600">
              <a:solidFill>
                <a:srgbClr val="AFB8C2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883" name="Google Shape;883;p45"/>
          <p:cNvSpPr/>
          <p:nvPr/>
        </p:nvSpPr>
        <p:spPr>
          <a:xfrm>
            <a:off x="3499026" y="4567907"/>
            <a:ext cx="834282" cy="834282"/>
          </a:xfrm>
          <a:prstGeom prst="ellipse">
            <a:avLst/>
          </a:prstGeom>
          <a:solidFill>
            <a:srgbClr val="5A67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4" name="Google Shape;884;p45"/>
          <p:cNvSpPr txBox="1"/>
          <p:nvPr/>
        </p:nvSpPr>
        <p:spPr>
          <a:xfrm>
            <a:off x="4580031" y="4567906"/>
            <a:ext cx="2213844" cy="83428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FB8C2"/>
              </a:buClr>
              <a:buSzPts val="1600"/>
              <a:buFont typeface="Play"/>
              <a:buNone/>
            </a:pPr>
            <a:r>
              <a:rPr b="0" i="0" lang="ru-RU" sz="1600">
                <a:solidFill>
                  <a:srgbClr val="AFB8C2"/>
                </a:solidFill>
                <a:latin typeface="Play"/>
                <a:ea typeface="Play"/>
                <a:cs typeface="Play"/>
                <a:sym typeface="Play"/>
              </a:rPr>
              <a:t>Имя Спикера,</a:t>
            </a:r>
            <a:br>
              <a:rPr b="0" i="0" lang="ru-RU" sz="1600">
                <a:solidFill>
                  <a:srgbClr val="AFB8C2"/>
                </a:solidFill>
                <a:latin typeface="Play"/>
                <a:ea typeface="Play"/>
                <a:cs typeface="Play"/>
                <a:sym typeface="Play"/>
              </a:rPr>
            </a:br>
            <a:r>
              <a:rPr b="0" i="0" lang="ru-RU" sz="1600">
                <a:solidFill>
                  <a:srgbClr val="AFB8C2"/>
                </a:solidFill>
                <a:latin typeface="Play"/>
                <a:ea typeface="Play"/>
                <a:cs typeface="Play"/>
                <a:sym typeface="Play"/>
              </a:rPr>
              <a:t>должность</a:t>
            </a:r>
            <a:endParaRPr b="0" i="0" sz="1600">
              <a:solidFill>
                <a:srgbClr val="AFB8C2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885" name="Google Shape;885;p45"/>
          <p:cNvSpPr/>
          <p:nvPr/>
        </p:nvSpPr>
        <p:spPr>
          <a:xfrm>
            <a:off x="9282341" y="633414"/>
            <a:ext cx="2501672" cy="2501672"/>
          </a:xfrm>
          <a:prstGeom prst="roundRect">
            <a:avLst>
              <a:gd fmla="val 132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24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QR-code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Контентные">
  <a:themeElements>
    <a:clrScheme name="VK Tech 2024">
      <a:dk1>
        <a:srgbClr val="000000"/>
      </a:dk1>
      <a:lt1>
        <a:srgbClr val="FFFFFF"/>
      </a:lt1>
      <a:dk2>
        <a:srgbClr val="0077FF"/>
      </a:dk2>
      <a:lt2>
        <a:srgbClr val="FFFFFF"/>
      </a:lt2>
      <a:accent1>
        <a:srgbClr val="0077FF"/>
      </a:accent1>
      <a:accent2>
        <a:srgbClr val="00E9FF"/>
      </a:accent2>
      <a:accent3>
        <a:srgbClr val="AAFBFF"/>
      </a:accent3>
      <a:accent4>
        <a:srgbClr val="EDF3FC"/>
      </a:accent4>
      <a:accent5>
        <a:srgbClr val="7C8A9A"/>
      </a:accent5>
      <a:accent6>
        <a:srgbClr val="202020"/>
      </a:accent6>
      <a:hlink>
        <a:srgbClr val="0077FF"/>
      </a:hlink>
      <a:folHlink>
        <a:srgbClr val="00E9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