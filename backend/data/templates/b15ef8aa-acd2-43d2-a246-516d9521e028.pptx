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3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Изображение 2" descr="Рисунок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9620" cy="6858635"/>
          </a:xfrm>
          <a:prstGeom prst="rect">
            <a:avLst/>
          </a:prstGeom>
        </p:spPr>
      </p:pic>
      <p:pic>
        <p:nvPicPr>
          <p:cNvPr id="36" name="Изображение 35" descr="Рисунок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7620" y="-635"/>
            <a:ext cx="12199620" cy="6858635"/>
          </a:xfrm>
          <a:prstGeom prst="rect">
            <a:avLst/>
          </a:prstGeom>
        </p:spPr>
      </p:pic>
      <p:sp>
        <p:nvSpPr>
          <p:cNvPr id="38" name="Текстовое поле 37"/>
          <p:cNvSpPr txBox="1"/>
          <p:nvPr/>
        </p:nvSpPr>
        <p:spPr>
          <a:xfrm>
            <a:off x="10884535" y="-1270"/>
            <a:ext cx="1307465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8800">
                <a:ln>
                  <a:solidFill>
                    <a:schemeClr val="bg2">
                      <a:lumMod val="25000"/>
                    </a:schemeClr>
                  </a:solidFill>
                </a:ln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#3</a:t>
            </a:r>
            <a:endParaRPr lang="en-US" altLang="en-US" sz="8800">
              <a:ln>
                <a:solidFill>
                  <a:schemeClr val="bg2">
                    <a:lumMod val="25000"/>
                  </a:schemeClr>
                </a:solidFill>
              </a:ln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</a:endParaRPr>
          </a:p>
        </p:txBody>
      </p:sp>
      <p:sp>
        <p:nvSpPr>
          <p:cNvPr id="39" name="Прямоугольник 38"/>
          <p:cNvSpPr/>
          <p:nvPr/>
        </p:nvSpPr>
        <p:spPr>
          <a:xfrm>
            <a:off x="2553970" y="5532120"/>
            <a:ext cx="7083425" cy="1322070"/>
          </a:xfrm>
          <a:prstGeom prst="rect">
            <a:avLst/>
          </a:prstGeom>
          <a:noFill/>
          <a:ln cmpd="tri">
            <a:noFill/>
          </a:ln>
        </p:spPr>
        <p:txBody>
          <a:bodyPr wrap="square" rtlCol="0" anchor="t">
            <a:spAutoFit/>
          </a:bodyPr>
          <a:p>
            <a:pPr algn="ctr"/>
            <a:r>
              <a:rPr lang="ru-RU" altLang="en-US" sz="8000" b="1">
                <a:ln w="57150" cmpd="sng">
                  <a:solidFill>
                    <a:schemeClr val="bg2">
                      <a:lumMod val="25000"/>
                    </a:schemeClr>
                  </a:solidFill>
                  <a:prstDash val="solid"/>
                </a:ln>
                <a:gradFill>
                  <a:gsLst>
                    <a:gs pos="0">
                      <a:srgbClr val="7B32B2"/>
                    </a:gs>
                    <a:gs pos="100000">
                      <a:srgbClr val="7030A0"/>
                    </a:gs>
                    <a:gs pos="50000">
                      <a:srgbClr val="0B0411"/>
                    </a:gs>
                  </a:gsLst>
                  <a:lin scaled="0"/>
                </a:gradFill>
                <a:effectLst/>
                <a:uFillTx/>
                <a:latin typeface="Simplified Arabic" panose="02020603050405020304" charset="0"/>
                <a:ea typeface="Kozuka Mincho Pro R" panose="02020400000000000000" charset="-128"/>
                <a:cs typeface="Simplified Arabic" panose="02020603050405020304" charset="0"/>
              </a:rPr>
              <a:t>ЛЕТСПЛЕЙ</a:t>
            </a:r>
            <a:endParaRPr lang="ru-RU" altLang="en-US" sz="8000" b="1">
              <a:ln w="57150" cmpd="sng">
                <a:solidFill>
                  <a:schemeClr val="bg2">
                    <a:lumMod val="25000"/>
                  </a:schemeClr>
                </a:solidFill>
                <a:prstDash val="solid"/>
              </a:ln>
              <a:gradFill>
                <a:gsLst>
                  <a:gs pos="0">
                    <a:srgbClr val="7B32B2"/>
                  </a:gs>
                  <a:gs pos="100000">
                    <a:srgbClr val="7030A0"/>
                  </a:gs>
                  <a:gs pos="50000">
                    <a:srgbClr val="0B0411"/>
                  </a:gs>
                </a:gsLst>
                <a:lin scaled="0"/>
              </a:gradFill>
              <a:effectLst/>
              <a:uFillTx/>
              <a:latin typeface="Simplified Arabic" panose="02020603050405020304" charset="0"/>
              <a:ea typeface="Kozuka Mincho Pro R" panose="02020400000000000000" charset="-128"/>
              <a:cs typeface="Simplified Arabic" panose="02020603050405020304" charset="0"/>
            </a:endParaRPr>
          </a:p>
        </p:txBody>
      </p:sp>
      <p:sp>
        <p:nvSpPr>
          <p:cNvPr id="40" name="Текстовое поле 39"/>
          <p:cNvSpPr txBox="1"/>
          <p:nvPr/>
        </p:nvSpPr>
        <p:spPr>
          <a:xfrm>
            <a:off x="2553970" y="3054350"/>
            <a:ext cx="22879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/>
              <a:t>-ТЫ ЧО НЕ ЗНАЕШЬ?!</a:t>
            </a:r>
            <a:endParaRPr lang="ru-RU" altLang="en-US"/>
          </a:p>
        </p:txBody>
      </p:sp>
      <p:sp>
        <p:nvSpPr>
          <p:cNvPr id="41" name="Текстовое поле 40"/>
          <p:cNvSpPr txBox="1"/>
          <p:nvPr/>
        </p:nvSpPr>
        <p:spPr>
          <a:xfrm>
            <a:off x="2563495" y="3541395"/>
            <a:ext cx="22783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/>
              <a:t>-Это же </a:t>
            </a:r>
            <a:r>
              <a:rPr lang="en-US" altLang="en-US"/>
              <a:t>GanTrack</a:t>
            </a:r>
            <a:r>
              <a:rPr lang="ru-RU" altLang="en-US"/>
              <a:t>!</a:t>
            </a:r>
            <a:endParaRPr lang="ru-RU" altLang="en-US"/>
          </a:p>
        </p:txBody>
      </p:sp>
      <p:sp>
        <p:nvSpPr>
          <p:cNvPr id="43" name="Текстовое поле 42"/>
          <p:cNvSpPr txBox="1"/>
          <p:nvPr/>
        </p:nvSpPr>
        <p:spPr>
          <a:xfrm>
            <a:off x="4685665" y="2686050"/>
            <a:ext cx="13779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/>
              <a:t>-А кто он???</a:t>
            </a:r>
            <a:endParaRPr lang="ru-RU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</Words>
  <Application>WPS Presentation</Application>
  <PresentationFormat>宽屏</PresentationFormat>
  <Paragraphs>10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Simplified Arabic</vt:lpstr>
      <vt:lpstr>Kozuka Mincho Pro R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R</cp:lastModifiedBy>
  <cp:revision>4</cp:revision>
  <dcterms:created xsi:type="dcterms:W3CDTF">2021-04-29T04:25:04Z</dcterms:created>
  <dcterms:modified xsi:type="dcterms:W3CDTF">2021-04-29T04:27:54Z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1049-11.2.0.10114</vt:lpwstr>
  </property>
</Properties>
</file>