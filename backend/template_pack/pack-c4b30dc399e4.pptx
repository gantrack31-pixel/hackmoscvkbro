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8" r:id="rId4"/>
    <p:sldId id="272" r:id="rId5"/>
    <p:sldId id="277" r:id="rId6"/>
    <p:sldId id="275" r:id="rId7"/>
    <p:sldId id="276" r:id="rId8"/>
    <p:sldId id="267" r:id="rId9"/>
    <p:sldId id="258" r:id="rId10"/>
    <p:sldId id="26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9060"/>
    <a:srgbClr val="ECC0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64" d="100"/>
          <a:sy n="64" d="100"/>
        </p:scale>
        <p:origin x="9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DF-46E7-AE3A-6CCE3AF9E4DE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bg2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DF-46E7-AE3A-6CCE3AF9E4DE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DF-46E7-AE3A-6CCE3AF9E4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397440208"/>
        <c:axId val="397441192"/>
      </c:barChart>
      <c:catAx>
        <c:axId val="3974402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97441192"/>
        <c:crosses val="autoZero"/>
        <c:auto val="1"/>
        <c:lblAlgn val="ctr"/>
        <c:lblOffset val="100"/>
        <c:noMultiLvlLbl val="0"/>
      </c:catAx>
      <c:valAx>
        <c:axId val="3974411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397440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bg1"/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E82DC6-8E8C-49CD-B86E-9A304BE12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14000"/>
            <a:ext cx="6030000" cy="2387600"/>
          </a:xfrm>
        </p:spPr>
        <p:txBody>
          <a:bodyPr anchor="b">
            <a:normAutofit/>
          </a:bodyPr>
          <a:lstStyle>
            <a:lvl1pPr algn="ctr">
              <a:defRPr sz="72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665121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bg>
      <p:bgPr>
        <a:solidFill>
          <a:srgbClr val="C49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9D9A47-EF54-4721-BEE1-D7B23699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FE5E181-4AAB-460D-9F03-25DE2907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0365A32-71D1-49D7-9E74-1FA492157A8C}" type="datetimeFigureOut">
              <a:rPr lang="ru-RU" smtClean="0"/>
              <a:pPr/>
              <a:t>14.09.2020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363243-D07E-40F2-89C6-0CBDCC8E4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7EF32D-4D92-4B06-AE92-C91DEA605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4DCB4F-874B-4DB3-90ED-8370EBB30ED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F6F5D1EB-7AD4-46C3-BA57-95446E073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4264F77-6CB6-4CCD-B91C-F8F7A7FA26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920359">
            <a:off x="10804592" y="5567690"/>
            <a:ext cx="1108206" cy="110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514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льзовательский макет">
    <p:bg>
      <p:bgPr>
        <a:solidFill>
          <a:srgbClr val="C49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9D9A47-EF54-4721-BEE1-D7B23699C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FE5E181-4AAB-460D-9F03-25DE2907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0365A32-71D1-49D7-9E74-1FA492157A8C}" type="datetimeFigureOut">
              <a:rPr lang="ru-RU" smtClean="0"/>
              <a:pPr/>
              <a:t>14.09.2020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363243-D07E-40F2-89C6-0CBDCC8E4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7EF32D-4D92-4B06-AE92-C91DEA605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B4DCB4F-874B-4DB3-90ED-8370EBB30ED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089C33F-2F6E-487F-8008-B520B2B58F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920359">
            <a:off x="10804592" y="5567690"/>
            <a:ext cx="1108206" cy="110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10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9F06B0F-577D-4331-87CF-A0A833AA949D}"/>
              </a:ext>
            </a:extLst>
          </p:cNvPr>
          <p:cNvSpPr/>
          <p:nvPr userDrawn="1"/>
        </p:nvSpPr>
        <p:spPr>
          <a:xfrm>
            <a:off x="9606000" y="0"/>
            <a:ext cx="2806567" cy="68600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DDFDD1-73D5-463D-B7B9-B39F7B2F6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935" y="375112"/>
            <a:ext cx="6706065" cy="668887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98A2C93-7DAF-47FE-936C-C92361EFF2D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9414" y="1314450"/>
            <a:ext cx="6706065" cy="211455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D7A1320A-1390-44C8-9D96-457E4E8D51F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99958" y="365125"/>
            <a:ext cx="3961042" cy="6127750"/>
          </a:xfrm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2966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EEF441D-A1A1-48BA-B9DE-0AAA8224B7D0}"/>
              </a:ext>
            </a:extLst>
          </p:cNvPr>
          <p:cNvSpPr/>
          <p:nvPr userDrawn="1"/>
        </p:nvSpPr>
        <p:spPr>
          <a:xfrm>
            <a:off x="0" y="0"/>
            <a:ext cx="5918850" cy="6858000"/>
          </a:xfrm>
          <a:prstGeom prst="rect">
            <a:avLst/>
          </a:prstGeom>
          <a:solidFill>
            <a:srgbClr val="C49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bg1"/>
              </a:solidFill>
            </a:endParaRPr>
          </a:p>
        </p:txBody>
      </p:sp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5701238B-17B1-4DAB-9C27-FC7BE9B87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102" y="1359000"/>
            <a:ext cx="5280898" cy="1325563"/>
          </a:xfrm>
        </p:spPr>
        <p:txBody>
          <a:bodyPr>
            <a:noAutofit/>
          </a:bodyPr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3DE9FB9-DAE3-47AB-A980-0F966C73888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920359">
            <a:off x="10804592" y="5567690"/>
            <a:ext cx="1108206" cy="110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7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Заголовок и объек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1">
            <a:extLst>
              <a:ext uri="{FF2B5EF4-FFF2-40B4-BE49-F238E27FC236}">
                <a16:creationId xmlns:a16="http://schemas.microsoft.com/office/drawing/2014/main" id="{212017C5-14B7-48BC-B8BE-D5D4F4B45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450" y="234000"/>
            <a:ext cx="11341100" cy="1035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Рисунок 2">
            <a:extLst>
              <a:ext uri="{FF2B5EF4-FFF2-40B4-BE49-F238E27FC236}">
                <a16:creationId xmlns:a16="http://schemas.microsoft.com/office/drawing/2014/main" id="{36831F7D-B09F-4F32-A572-FF1722AB40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5450" y="2303463"/>
            <a:ext cx="4005550" cy="16208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Рисунок 2">
            <a:extLst>
              <a:ext uri="{FF2B5EF4-FFF2-40B4-BE49-F238E27FC236}">
                <a16:creationId xmlns:a16="http://schemas.microsoft.com/office/drawing/2014/main" id="{491E53D3-0B88-498D-A9DC-A437A9E4F8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95341" y="2303463"/>
            <a:ext cx="4005550" cy="16208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Рисунок 2">
            <a:extLst>
              <a:ext uri="{FF2B5EF4-FFF2-40B4-BE49-F238E27FC236}">
                <a16:creationId xmlns:a16="http://schemas.microsoft.com/office/drawing/2014/main" id="{CA28B859-26E1-497E-B38C-EB350280E06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61675" y="2303463"/>
            <a:ext cx="3004875" cy="16208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Рисунок 2">
            <a:extLst>
              <a:ext uri="{FF2B5EF4-FFF2-40B4-BE49-F238E27FC236}">
                <a16:creationId xmlns:a16="http://schemas.microsoft.com/office/drawing/2014/main" id="{83794A95-742B-476B-A491-D78B55E6ACE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25450" y="4058163"/>
            <a:ext cx="3004875" cy="16208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Рисунок 2">
            <a:extLst>
              <a:ext uri="{FF2B5EF4-FFF2-40B4-BE49-F238E27FC236}">
                <a16:creationId xmlns:a16="http://schemas.microsoft.com/office/drawing/2014/main" id="{0A08D924-CC38-4A36-8978-268388CC3B4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606109" y="4058163"/>
            <a:ext cx="4005550" cy="16208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2" name="Рисунок 2">
            <a:extLst>
              <a:ext uri="{FF2B5EF4-FFF2-40B4-BE49-F238E27FC236}">
                <a16:creationId xmlns:a16="http://schemas.microsoft.com/office/drawing/2014/main" id="{88B833B7-5777-405E-B3BD-11A5DD0A9C4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776000" y="4058163"/>
            <a:ext cx="4005550" cy="16208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3" name="Текст 4">
            <a:extLst>
              <a:ext uri="{FF2B5EF4-FFF2-40B4-BE49-F238E27FC236}">
                <a16:creationId xmlns:a16="http://schemas.microsoft.com/office/drawing/2014/main" id="{2B4081C9-FF26-4F20-A23C-5DFDD3FDC0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39739" y="1493838"/>
            <a:ext cx="11341100" cy="62706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7271960-DED9-4B56-870E-BE3AC4E3945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920359">
            <a:off x="10804592" y="5567690"/>
            <a:ext cx="1108206" cy="110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72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4756F5F-238C-4EA5-953D-83BC7A40E2A5}"/>
              </a:ext>
            </a:extLst>
          </p:cNvPr>
          <p:cNvSpPr/>
          <p:nvPr userDrawn="1"/>
        </p:nvSpPr>
        <p:spPr>
          <a:xfrm>
            <a:off x="0" y="1674000"/>
            <a:ext cx="12192000" cy="1350000"/>
          </a:xfrm>
          <a:prstGeom prst="rect">
            <a:avLst/>
          </a:prstGeom>
          <a:solidFill>
            <a:srgbClr val="C49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A24F890-6633-4AD3-9C24-3D0B92AF4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3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2BC0BA3-1E1F-4BDD-8E19-DB8F68551C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3294063"/>
            <a:ext cx="10515600" cy="2970212"/>
          </a:xfrm>
        </p:spPr>
        <p:txBody>
          <a:bodyPr/>
          <a:lstStyle>
            <a:lvl1pPr marL="0" indent="0">
              <a:buNone/>
              <a:defRPr>
                <a:solidFill>
                  <a:schemeClr val="accent3">
                    <a:lumMod val="50000"/>
                  </a:schemeClr>
                </a:solidFill>
              </a:defRPr>
            </a:lvl1pPr>
            <a:lvl2pPr marL="457200" indent="0">
              <a:buNone/>
              <a:defRPr>
                <a:solidFill>
                  <a:schemeClr val="accent3">
                    <a:lumMod val="50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accent3">
                    <a:lumMod val="50000"/>
                  </a:schemeClr>
                </a:solidFill>
              </a:defRPr>
            </a:lvl3pPr>
            <a:lvl4pPr marL="1371600" indent="0">
              <a:buNone/>
              <a:defRPr>
                <a:solidFill>
                  <a:schemeClr val="accent3">
                    <a:lumMod val="50000"/>
                  </a:schemeClr>
                </a:solidFill>
              </a:defRPr>
            </a:lvl4pPr>
            <a:lvl5pPr marL="1828800" indent="0">
              <a:buNone/>
              <a:defRPr>
                <a:solidFill>
                  <a:schemeClr val="accent3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4560B685-5836-4067-85B7-2D3D4F5E09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989138"/>
            <a:ext cx="10515600" cy="809625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4901811-ADCB-481B-A75B-D8BF13EA04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9920359">
            <a:off x="10804592" y="5567690"/>
            <a:ext cx="1108206" cy="1108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121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gradFill>
          <a:gsLst>
            <a:gs pos="0">
              <a:schemeClr val="accent3"/>
            </a:gs>
            <a:gs pos="50000">
              <a:schemeClr val="accent3"/>
            </a:gs>
            <a:gs pos="92000">
              <a:schemeClr val="accent3"/>
            </a:gs>
            <a:gs pos="100000">
              <a:schemeClr val="accent3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2E904-B510-4715-91D6-030AEB69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5B77C1-A409-4219-B6AC-05C0F2CDE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DC1E44-7971-4A52-9770-38283FCB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E0365A32-71D1-49D7-9E74-1FA492157A8C}" type="datetimeFigureOut">
              <a:rPr lang="ru-RU" smtClean="0"/>
              <a:pPr/>
              <a:t>14.09.2020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6FE1E3-D599-44F4-9796-3F0F4D1E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F2ABB5-479B-4119-9E61-9AAF999FE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B4DCB4F-874B-4DB3-90ED-8370EBB30ED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044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gradFill>
          <a:gsLst>
            <a:gs pos="0">
              <a:schemeClr val="accent3">
                <a:lumMod val="20000"/>
                <a:lumOff val="80000"/>
              </a:schemeClr>
            </a:gs>
            <a:gs pos="100000">
              <a:schemeClr val="accent3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92E904-B510-4715-91D6-030AEB697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5B77C1-A409-4219-B6AC-05C0F2CDE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  <a:lvl2pPr>
              <a:defRPr>
                <a:solidFill>
                  <a:schemeClr val="accent2">
                    <a:lumMod val="50000"/>
                  </a:schemeClr>
                </a:solidFill>
              </a:defRPr>
            </a:lvl2pPr>
            <a:lvl3pPr>
              <a:defRPr>
                <a:solidFill>
                  <a:schemeClr val="accent2">
                    <a:lumMod val="50000"/>
                  </a:schemeClr>
                </a:solidFill>
              </a:defRPr>
            </a:lvl3pPr>
            <a:lvl4pPr>
              <a:defRPr>
                <a:solidFill>
                  <a:schemeClr val="accent2">
                    <a:lumMod val="50000"/>
                  </a:schemeClr>
                </a:solidFill>
              </a:defRPr>
            </a:lvl4pPr>
            <a:lvl5pPr>
              <a:defRPr>
                <a:solidFill>
                  <a:schemeClr val="accent2">
                    <a:lumMod val="50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DC1E44-7971-4A52-9770-38283FCB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E0365A32-71D1-49D7-9E74-1FA492157A8C}" type="datetimeFigureOut">
              <a:rPr lang="ru-RU" smtClean="0"/>
              <a:pPr/>
              <a:t>14.09.2020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6FE1E3-D599-44F4-9796-3F0F4D1E5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6F2ABB5-479B-4119-9E61-9AAF999FE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BB4DCB4F-874B-4DB3-90ED-8370EBB30ED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4399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2BC39A-2788-40CF-8917-AE4359C5B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A82573-92F7-45C0-8E4E-6C3EAE85C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0B64F9-1AA4-4DF6-9706-F5C859BEA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5A32-71D1-49D7-9E74-1FA492157A8C}" type="datetimeFigureOut">
              <a:rPr lang="ru-RU" smtClean="0"/>
              <a:t>14.09.2020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191168-CCEA-46D7-B6CA-4C1E97535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5521CD-F60E-4EB3-9849-F781C1241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CB4F-874B-4DB3-90ED-8370EBB30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950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F0E9F-3355-4A1A-9B72-F51B71F59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3C2A73E-4961-469D-A81E-AA6C0C36D7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AEEBE5-BBF2-4CE2-BD84-2AC75198A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66FE461-AC92-4A6A-8274-82810A368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5A32-71D1-49D7-9E74-1FA492157A8C}" type="datetimeFigureOut">
              <a:rPr lang="ru-RU" smtClean="0"/>
              <a:t>14.09.2020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C86812-9528-4984-AC08-E3252936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17DE651-0507-4949-A444-4D11088B6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CB4F-874B-4DB3-90ED-8370EBB30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139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C5F582-A016-4093-A0C0-DAC6DBD9A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EEB0F57-45F1-4D8C-A867-0B17A3FD7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7D646D-7F81-43BC-A889-26DF8F223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B18551D-B626-41C1-8649-C3E85AC021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5ACB03A-3E86-4B2D-987E-97A62B1A33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2593A15-31CB-40BA-8346-2B795D413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5A32-71D1-49D7-9E74-1FA492157A8C}" type="datetimeFigureOut">
              <a:rPr lang="ru-RU" smtClean="0"/>
              <a:t>14.09.2020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743D219-77B4-4C1A-9866-B58355A88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074A9D1-0B10-4CD3-9F64-80A8CA329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CB4F-874B-4DB3-90ED-8370EBB30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59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5C5EAB-3033-4FA2-B89D-DA58BDA64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E16B043-34A0-42CD-86FA-F476F6FE4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5A32-71D1-49D7-9E74-1FA492157A8C}" type="datetimeFigureOut">
              <a:rPr lang="ru-RU" smtClean="0"/>
              <a:t>14.09.2020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3EE0815-5061-4861-8CF9-82521A3ED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2FFE0B0-7D1E-47B4-84D6-044E5DF7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CB4F-874B-4DB3-90ED-8370EBB30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581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D6E37AF-4186-4FEA-A453-910C0095E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5A32-71D1-49D7-9E74-1FA492157A8C}" type="datetimeFigureOut">
              <a:rPr lang="ru-RU" smtClean="0"/>
              <a:t>14.09.2020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683E6A9-74E1-4427-97F9-0882109C2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D21F94-6538-4C6F-981C-741A57A29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CB4F-874B-4DB3-90ED-8370EBB30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566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F610C0-8F8E-49B6-B457-478092CD8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536070-950C-406B-B7D4-26AD4094C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9D35FCF-C3F5-4DA3-8BAD-736AF8E8A8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2D56A8C-62E2-44E1-99C7-07E1D55E4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5A32-71D1-49D7-9E74-1FA492157A8C}" type="datetimeFigureOut">
              <a:rPr lang="ru-RU" smtClean="0"/>
              <a:t>14.09.2020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5606666-1DD2-4079-BEE2-D91FFD43C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C35A821-B8BD-408B-B2AC-88748D7D2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CB4F-874B-4DB3-90ED-8370EBB30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7501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0B314-F01D-4444-B67C-7EA00B6BB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8B90388-B0B7-4D72-9463-F060E5168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6E7F14-1B18-4126-A6C1-ACE77793F5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5C51F5-AA77-4BD6-AD18-0AE50AFD6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5A32-71D1-49D7-9E74-1FA492157A8C}" type="datetimeFigureOut">
              <a:rPr lang="ru-RU" smtClean="0"/>
              <a:t>14.09.2020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C7B884-2EB0-4518-96FE-8B2B88921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75755C-1340-49B8-AD63-22696D1E8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CB4F-874B-4DB3-90ED-8370EBB30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74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F77E6-CDBD-45F3-9AD2-4944E7DC1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72E7BD2-0561-4083-B889-2EC92F6429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2BFBE6-7505-4E46-B957-DA4522C8C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5A32-71D1-49D7-9E74-1FA492157A8C}" type="datetimeFigureOut">
              <a:rPr lang="ru-RU" smtClean="0"/>
              <a:t>14.09.2020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9D042A-9234-46E0-96E3-660337C66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1A7DAE9-0EF4-49DD-B6AE-B028DC91B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CB4F-874B-4DB3-90ED-8370EBB30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74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8C40E42-5017-4E12-8BB5-3FAFEA0248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7069A2-7146-4D7B-8C80-C725AEA31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6D1B53-4E55-4DEC-B20B-883AC642F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365A32-71D1-49D7-9E74-1FA492157A8C}" type="datetimeFigureOut">
              <a:rPr lang="ru-RU" smtClean="0"/>
              <a:t>14.09.2020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8EF15CA-157D-469E-8D3F-135099D87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C8A9593-577B-4864-ACFE-C7434732A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CB4F-874B-4DB3-90ED-8370EBB30E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2058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Заголовок и объект">
    <p:bg>
      <p:bgPr>
        <a:gradFill>
          <a:gsLst>
            <a:gs pos="0">
              <a:schemeClr val="accent3">
                <a:lumMod val="20000"/>
                <a:lumOff val="80000"/>
              </a:schemeClr>
            </a:gs>
            <a:gs pos="100000">
              <a:schemeClr val="accent3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B8B651-88CD-4313-A032-8AA6EA289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53B466-5933-44BA-8DE0-F20EE7C95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6EB7A-6E80-41B5-857D-EA4F8AC56B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876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hyperlink" Target="https://presentation-creation.ru/" TargetMode="Externa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07D2A2-1816-416F-9B51-DFCC412C9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933552-25CF-468C-BB80-2C4DD1564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7E3E1E-52C3-4F7D-BECC-72D45334CB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65A32-71D1-49D7-9E74-1FA492157A8C}" type="datetimeFigureOut">
              <a:rPr lang="ru-RU" smtClean="0"/>
              <a:t>14.09.2020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512D53-1172-4216-BEC8-FBA0910A4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167F12-6C57-4DA8-A823-93FA25BCC2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DCB4F-874B-4DB3-90ED-8370EBB30EDD}" type="slidenum">
              <a:rPr lang="ru-RU" smtClean="0"/>
              <a:t>‹#›</a:t>
            </a:fld>
            <a:endParaRPr lang="ru-RU"/>
          </a:p>
        </p:txBody>
      </p:sp>
      <p:pic>
        <p:nvPicPr>
          <p:cNvPr id="8" name="Рисунок 7">
            <a:hlinkClick r:id="rId21"/>
            <a:extLst>
              <a:ext uri="{FF2B5EF4-FFF2-40B4-BE49-F238E27FC236}">
                <a16:creationId xmlns:a16="http://schemas.microsoft.com/office/drawing/2014/main" id="{0BDD4B38-EFB3-4E25-BD62-1DF3B8A4A4C9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194000" y="367393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087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6" r:id="rId3"/>
    <p:sldLayoutId id="2147483665" r:id="rId4"/>
    <p:sldLayoutId id="2147483660" r:id="rId5"/>
    <p:sldLayoutId id="2147483667" r:id="rId6"/>
    <p:sldLayoutId id="2147483664" r:id="rId7"/>
    <p:sldLayoutId id="2147483650" r:id="rId8"/>
    <p:sldLayoutId id="2147483662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  <p:sldLayoutId id="2147483661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13" Type="http://schemas.openxmlformats.org/officeDocument/2006/relationships/image" Target="../media/image16.png"/><Relationship Id="rId18" Type="http://schemas.openxmlformats.org/officeDocument/2006/relationships/image" Target="../media/image2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12" Type="http://schemas.openxmlformats.org/officeDocument/2006/relationships/image" Target="../media/image15.svg"/><Relationship Id="rId17" Type="http://schemas.openxmlformats.org/officeDocument/2006/relationships/image" Target="../media/image20.png"/><Relationship Id="rId2" Type="http://schemas.openxmlformats.org/officeDocument/2006/relationships/image" Target="../media/image5.png"/><Relationship Id="rId16" Type="http://schemas.openxmlformats.org/officeDocument/2006/relationships/image" Target="../media/image19.svg"/><Relationship Id="rId20" Type="http://schemas.openxmlformats.org/officeDocument/2006/relationships/image" Target="../media/image23.sv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5" Type="http://schemas.openxmlformats.org/officeDocument/2006/relationships/image" Target="../media/image18.png"/><Relationship Id="rId10" Type="http://schemas.openxmlformats.org/officeDocument/2006/relationships/image" Target="../media/image13.svg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svg"/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11" Type="http://schemas.openxmlformats.org/officeDocument/2006/relationships/image" Target="../media/image33.svg"/><Relationship Id="rId5" Type="http://schemas.openxmlformats.org/officeDocument/2006/relationships/image" Target="../media/image27.sv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5.svg"/><Relationship Id="rId7" Type="http://schemas.openxmlformats.org/officeDocument/2006/relationships/image" Target="../media/image37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9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7" Type="http://schemas.openxmlformats.org/officeDocument/2006/relationships/image" Target="../media/image43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svg"/><Relationship Id="rId7" Type="http://schemas.openxmlformats.org/officeDocument/2006/relationships/image" Target="../media/image50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10" Type="http://schemas.openxmlformats.org/officeDocument/2006/relationships/image" Target="../media/image41.png"/><Relationship Id="rId4" Type="http://schemas.openxmlformats.org/officeDocument/2006/relationships/image" Target="../media/image47.png"/><Relationship Id="rId9" Type="http://schemas.openxmlformats.org/officeDocument/2006/relationships/image" Target="../media/image5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authors/freepik" TargetMode="External"/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laticon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3054A0-8CF1-4D93-B58C-F1C1587599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Приют для животных</a:t>
            </a:r>
          </a:p>
        </p:txBody>
      </p:sp>
    </p:spTree>
    <p:extLst>
      <p:ext uri="{BB962C8B-B14F-4D97-AF65-F5344CB8AC3E}">
        <p14:creationId xmlns:p14="http://schemas.microsoft.com/office/powerpoint/2010/main" val="341865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C99BA612-8707-4134-AB9E-BE1ECCBF4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 слайда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2A03970-BC21-47E7-8642-5746D0FB4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8299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Группа 54">
            <a:extLst>
              <a:ext uri="{FF2B5EF4-FFF2-40B4-BE49-F238E27FC236}">
                <a16:creationId xmlns:a16="http://schemas.microsoft.com/office/drawing/2014/main" id="{6A139D80-1C37-478D-9B01-1EFDD5B6F417}"/>
              </a:ext>
            </a:extLst>
          </p:cNvPr>
          <p:cNvGrpSpPr/>
          <p:nvPr/>
        </p:nvGrpSpPr>
        <p:grpSpPr>
          <a:xfrm>
            <a:off x="290834" y="2166532"/>
            <a:ext cx="2510480" cy="2507069"/>
            <a:chOff x="290834" y="2166532"/>
            <a:chExt cx="2510480" cy="2507069"/>
          </a:xfrm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11" name="Рисунок 10">
              <a:extLst>
                <a:ext uri="{FF2B5EF4-FFF2-40B4-BE49-F238E27FC236}">
                  <a16:creationId xmlns:a16="http://schemas.microsoft.com/office/drawing/2014/main" id="{18DAD123-003F-491F-B5AF-F8123C93A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90834" y="3275272"/>
              <a:ext cx="2508213" cy="1398329"/>
            </a:xfrm>
            <a:prstGeom prst="rect">
              <a:avLst/>
            </a:prstGeom>
          </p:spPr>
        </p:pic>
        <p:pic>
          <p:nvPicPr>
            <p:cNvPr id="15" name="Рисунок 14">
              <a:extLst>
                <a:ext uri="{FF2B5EF4-FFF2-40B4-BE49-F238E27FC236}">
                  <a16:creationId xmlns:a16="http://schemas.microsoft.com/office/drawing/2014/main" id="{C7C05742-99FF-4180-91DB-8949C8DC61D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93101" y="2166532"/>
              <a:ext cx="2508213" cy="1404599"/>
            </a:xfrm>
            <a:prstGeom prst="rect">
              <a:avLst/>
            </a:prstGeom>
            <a:effectLst/>
          </p:spPr>
        </p:pic>
      </p:grpSp>
      <p:grpSp>
        <p:nvGrpSpPr>
          <p:cNvPr id="54" name="Группа 53">
            <a:extLst>
              <a:ext uri="{FF2B5EF4-FFF2-40B4-BE49-F238E27FC236}">
                <a16:creationId xmlns:a16="http://schemas.microsoft.com/office/drawing/2014/main" id="{E101285F-5C19-48DB-BAFB-479D596B9B95}"/>
              </a:ext>
            </a:extLst>
          </p:cNvPr>
          <p:cNvGrpSpPr/>
          <p:nvPr/>
        </p:nvGrpSpPr>
        <p:grpSpPr>
          <a:xfrm>
            <a:off x="3305345" y="2166532"/>
            <a:ext cx="2514198" cy="2494983"/>
            <a:chOff x="3305345" y="2166532"/>
            <a:chExt cx="2514198" cy="2494983"/>
          </a:xfrm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18" name="Рисунок 17">
              <a:extLst>
                <a:ext uri="{FF2B5EF4-FFF2-40B4-BE49-F238E27FC236}">
                  <a16:creationId xmlns:a16="http://schemas.microsoft.com/office/drawing/2014/main" id="{6A4BFC59-5126-46E7-B855-ED7EDE039F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305345" y="3263185"/>
              <a:ext cx="2508213" cy="1398330"/>
            </a:xfrm>
            <a:prstGeom prst="rect">
              <a:avLst/>
            </a:prstGeom>
          </p:spPr>
        </p:pic>
        <p:pic>
          <p:nvPicPr>
            <p:cNvPr id="19" name="Рисунок 18">
              <a:extLst>
                <a:ext uri="{FF2B5EF4-FFF2-40B4-BE49-F238E27FC236}">
                  <a16:creationId xmlns:a16="http://schemas.microsoft.com/office/drawing/2014/main" id="{2861489F-1779-46BF-9364-814C7033B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311330" y="2166532"/>
              <a:ext cx="2508213" cy="1404599"/>
            </a:xfrm>
            <a:prstGeom prst="rect">
              <a:avLst/>
            </a:prstGeom>
            <a:effectLst/>
          </p:spPr>
        </p:pic>
      </p:grpSp>
      <p:grpSp>
        <p:nvGrpSpPr>
          <p:cNvPr id="56" name="Группа 55">
            <a:extLst>
              <a:ext uri="{FF2B5EF4-FFF2-40B4-BE49-F238E27FC236}">
                <a16:creationId xmlns:a16="http://schemas.microsoft.com/office/drawing/2014/main" id="{CD859C09-79D0-4516-A0BF-368C889EE284}"/>
              </a:ext>
            </a:extLst>
          </p:cNvPr>
          <p:cNvGrpSpPr/>
          <p:nvPr/>
        </p:nvGrpSpPr>
        <p:grpSpPr>
          <a:xfrm>
            <a:off x="6438764" y="2166532"/>
            <a:ext cx="2508213" cy="2505114"/>
            <a:chOff x="6438764" y="2166532"/>
            <a:chExt cx="2508213" cy="2505114"/>
          </a:xfrm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21" name="Рисунок 20">
              <a:extLst>
                <a:ext uri="{FF2B5EF4-FFF2-40B4-BE49-F238E27FC236}">
                  <a16:creationId xmlns:a16="http://schemas.microsoft.com/office/drawing/2014/main" id="{A309C589-80D0-47C7-B7CB-393C1CB4B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438764" y="3273316"/>
              <a:ext cx="2508213" cy="1398330"/>
            </a:xfrm>
            <a:prstGeom prst="rect">
              <a:avLst/>
            </a:prstGeom>
          </p:spPr>
        </p:pic>
        <p:pic>
          <p:nvPicPr>
            <p:cNvPr id="22" name="Рисунок 21">
              <a:extLst>
                <a:ext uri="{FF2B5EF4-FFF2-40B4-BE49-F238E27FC236}">
                  <a16:creationId xmlns:a16="http://schemas.microsoft.com/office/drawing/2014/main" id="{F875D088-6EB4-4772-8E62-8CA61E389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38764" y="2166532"/>
              <a:ext cx="2508213" cy="1404599"/>
            </a:xfrm>
            <a:prstGeom prst="rect">
              <a:avLst/>
            </a:prstGeom>
            <a:effectLst/>
          </p:spPr>
        </p:pic>
      </p:grpSp>
      <p:grpSp>
        <p:nvGrpSpPr>
          <p:cNvPr id="57" name="Группа 56">
            <a:extLst>
              <a:ext uri="{FF2B5EF4-FFF2-40B4-BE49-F238E27FC236}">
                <a16:creationId xmlns:a16="http://schemas.microsoft.com/office/drawing/2014/main" id="{331A6CF5-E34D-48AF-9609-41263C57CDE7}"/>
              </a:ext>
            </a:extLst>
          </p:cNvPr>
          <p:cNvGrpSpPr/>
          <p:nvPr/>
        </p:nvGrpSpPr>
        <p:grpSpPr>
          <a:xfrm>
            <a:off x="9372589" y="2166532"/>
            <a:ext cx="2509621" cy="2505114"/>
            <a:chOff x="9372589" y="2166532"/>
            <a:chExt cx="2509621" cy="2505114"/>
          </a:xfrm>
          <a:effectLst>
            <a:outerShdw blurRad="127000" dist="38100" dir="5400000" algn="t" rotWithShape="0">
              <a:prstClr val="black">
                <a:alpha val="40000"/>
              </a:prstClr>
            </a:outerShdw>
          </a:effectLst>
        </p:grpSpPr>
        <p:pic>
          <p:nvPicPr>
            <p:cNvPr id="24" name="Рисунок 23">
              <a:extLst>
                <a:ext uri="{FF2B5EF4-FFF2-40B4-BE49-F238E27FC236}">
                  <a16:creationId xmlns:a16="http://schemas.microsoft.com/office/drawing/2014/main" id="{6D2B65C6-84AC-4E9A-8EED-4B715B0CBC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72589" y="3273316"/>
              <a:ext cx="2508213" cy="1398330"/>
            </a:xfrm>
            <a:prstGeom prst="rect">
              <a:avLst/>
            </a:prstGeom>
          </p:spPr>
        </p:pic>
        <p:pic>
          <p:nvPicPr>
            <p:cNvPr id="25" name="Рисунок 24">
              <a:extLst>
                <a:ext uri="{FF2B5EF4-FFF2-40B4-BE49-F238E27FC236}">
                  <a16:creationId xmlns:a16="http://schemas.microsoft.com/office/drawing/2014/main" id="{17B5D76A-F12E-453D-9E72-29F306611F6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373997" y="2166532"/>
              <a:ext cx="2508213" cy="1404599"/>
            </a:xfrm>
            <a:prstGeom prst="rect">
              <a:avLst/>
            </a:prstGeom>
            <a:effectLst/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C3CD6472-C761-487E-8E45-E9445190BC8E}"/>
              </a:ext>
            </a:extLst>
          </p:cNvPr>
          <p:cNvSpPr txBox="1"/>
          <p:nvPr/>
        </p:nvSpPr>
        <p:spPr>
          <a:xfrm>
            <a:off x="567920" y="3515248"/>
            <a:ext cx="1935000" cy="95410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Lorem ipsum dolor sit </a:t>
            </a:r>
            <a:r>
              <a:rPr lang="en-US" sz="1400" dirty="0" err="1">
                <a:solidFill>
                  <a:schemeClr val="bg1"/>
                </a:solidFill>
              </a:rPr>
              <a:t>amet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consectetuer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adipiscing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elit</a:t>
            </a:r>
            <a:r>
              <a:rPr lang="en-US" sz="1400" dirty="0">
                <a:solidFill>
                  <a:schemeClr val="bg1"/>
                </a:solidFill>
              </a:rPr>
              <a:t>, sed diam </a:t>
            </a:r>
            <a:r>
              <a:rPr lang="en-US" sz="1400" dirty="0" err="1">
                <a:solidFill>
                  <a:schemeClr val="bg1"/>
                </a:solidFill>
              </a:rPr>
              <a:t>nonummy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nibh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CBE0E8-5B95-490C-A473-4B715D0E3782}"/>
              </a:ext>
            </a:extLst>
          </p:cNvPr>
          <p:cNvSpPr txBox="1"/>
          <p:nvPr/>
        </p:nvSpPr>
        <p:spPr>
          <a:xfrm>
            <a:off x="3597936" y="3515247"/>
            <a:ext cx="1935000" cy="95410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Lorem ipsum dolor sit </a:t>
            </a:r>
            <a:r>
              <a:rPr lang="en-US" sz="1400" dirty="0" err="1">
                <a:solidFill>
                  <a:schemeClr val="bg1"/>
                </a:solidFill>
              </a:rPr>
              <a:t>amet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consectetuer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adipiscing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elit</a:t>
            </a:r>
            <a:r>
              <a:rPr lang="en-US" sz="1400" dirty="0">
                <a:solidFill>
                  <a:schemeClr val="bg1"/>
                </a:solidFill>
              </a:rPr>
              <a:t>, sed diam </a:t>
            </a:r>
            <a:r>
              <a:rPr lang="en-US" sz="1400" dirty="0" err="1">
                <a:solidFill>
                  <a:schemeClr val="bg1"/>
                </a:solidFill>
              </a:rPr>
              <a:t>nonummy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nibh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BEFF5D9-8E87-4B7D-90C7-C1D899FB8A82}"/>
              </a:ext>
            </a:extLst>
          </p:cNvPr>
          <p:cNvSpPr txBox="1"/>
          <p:nvPr/>
        </p:nvSpPr>
        <p:spPr>
          <a:xfrm>
            <a:off x="6725370" y="3515246"/>
            <a:ext cx="1935000" cy="95410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Lorem ipsum dolor sit </a:t>
            </a:r>
            <a:r>
              <a:rPr lang="en-US" sz="1400" dirty="0" err="1">
                <a:solidFill>
                  <a:schemeClr val="bg1"/>
                </a:solidFill>
              </a:rPr>
              <a:t>amet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consectetuer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adipiscing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elit</a:t>
            </a:r>
            <a:r>
              <a:rPr lang="en-US" sz="1400" dirty="0">
                <a:solidFill>
                  <a:schemeClr val="bg1"/>
                </a:solidFill>
              </a:rPr>
              <a:t>, sed diam </a:t>
            </a:r>
            <a:r>
              <a:rPr lang="en-US" sz="1400" dirty="0" err="1">
                <a:solidFill>
                  <a:schemeClr val="bg1"/>
                </a:solidFill>
              </a:rPr>
              <a:t>nonummy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nibh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17439B-BF05-40CB-A914-299C551AA92E}"/>
              </a:ext>
            </a:extLst>
          </p:cNvPr>
          <p:cNvSpPr txBox="1"/>
          <p:nvPr/>
        </p:nvSpPr>
        <p:spPr>
          <a:xfrm>
            <a:off x="9660603" y="3491453"/>
            <a:ext cx="1935000" cy="954107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Lorem ipsum dolor sit </a:t>
            </a:r>
            <a:r>
              <a:rPr lang="en-US" sz="1400" dirty="0" err="1">
                <a:solidFill>
                  <a:schemeClr val="bg1"/>
                </a:solidFill>
              </a:rPr>
              <a:t>amet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consectetuer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adipiscing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elit</a:t>
            </a:r>
            <a:r>
              <a:rPr lang="en-US" sz="1400" dirty="0">
                <a:solidFill>
                  <a:schemeClr val="bg1"/>
                </a:solidFill>
              </a:rPr>
              <a:t>, sed diam </a:t>
            </a:r>
            <a:r>
              <a:rPr lang="en-US" sz="1400" dirty="0" err="1">
                <a:solidFill>
                  <a:schemeClr val="bg1"/>
                </a:solidFill>
              </a:rPr>
              <a:t>nonummy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nibh</a:t>
            </a:r>
            <a:r>
              <a:rPr lang="en-US" sz="1400" dirty="0">
                <a:solidFill>
                  <a:schemeClr val="bg1"/>
                </a:solidFill>
              </a:rPr>
              <a:t>.</a:t>
            </a:r>
            <a:endParaRPr lang="ru-RU" sz="1400" dirty="0">
              <a:solidFill>
                <a:schemeClr val="bg1"/>
              </a:solidFill>
            </a:endParaRPr>
          </a:p>
        </p:txBody>
      </p:sp>
      <p:sp>
        <p:nvSpPr>
          <p:cNvPr id="33" name="Заголовок 32">
            <a:extLst>
              <a:ext uri="{FF2B5EF4-FFF2-40B4-BE49-F238E27FC236}">
                <a16:creationId xmlns:a16="http://schemas.microsoft.com/office/drawing/2014/main" id="{0ED8098E-DA69-4EAA-9D98-EB7B9E0F9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 слайда</a:t>
            </a:r>
          </a:p>
        </p:txBody>
      </p:sp>
      <p:sp>
        <p:nvSpPr>
          <p:cNvPr id="35" name="Арка 34">
            <a:extLst>
              <a:ext uri="{FF2B5EF4-FFF2-40B4-BE49-F238E27FC236}">
                <a16:creationId xmlns:a16="http://schemas.microsoft.com/office/drawing/2014/main" id="{B78E94E6-E4B4-4FAF-9B10-BD461C279F13}"/>
              </a:ext>
            </a:extLst>
          </p:cNvPr>
          <p:cNvSpPr/>
          <p:nvPr/>
        </p:nvSpPr>
        <p:spPr>
          <a:xfrm rot="6367628">
            <a:off x="3100283" y="1909886"/>
            <a:ext cx="3018229" cy="3018229"/>
          </a:xfrm>
          <a:prstGeom prst="blockArc">
            <a:avLst>
              <a:gd name="adj1" fmla="val 9964833"/>
              <a:gd name="adj2" fmla="val 2939378"/>
              <a:gd name="adj3" fmla="val 2151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6" name="Арка 35">
            <a:extLst>
              <a:ext uri="{FF2B5EF4-FFF2-40B4-BE49-F238E27FC236}">
                <a16:creationId xmlns:a16="http://schemas.microsoft.com/office/drawing/2014/main" id="{FF541568-1DB4-4059-9E31-FC226BD1B835}"/>
              </a:ext>
            </a:extLst>
          </p:cNvPr>
          <p:cNvSpPr/>
          <p:nvPr/>
        </p:nvSpPr>
        <p:spPr>
          <a:xfrm rot="16639518">
            <a:off x="26305" y="1919886"/>
            <a:ext cx="3018229" cy="3018229"/>
          </a:xfrm>
          <a:prstGeom prst="blockArc">
            <a:avLst>
              <a:gd name="adj1" fmla="val 9964833"/>
              <a:gd name="adj2" fmla="val 2939378"/>
              <a:gd name="adj3" fmla="val 2151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7" name="Арка 36">
            <a:extLst>
              <a:ext uri="{FF2B5EF4-FFF2-40B4-BE49-F238E27FC236}">
                <a16:creationId xmlns:a16="http://schemas.microsoft.com/office/drawing/2014/main" id="{6CD49B5D-17E5-459A-B65D-40EA624A2AF7}"/>
              </a:ext>
            </a:extLst>
          </p:cNvPr>
          <p:cNvSpPr/>
          <p:nvPr/>
        </p:nvSpPr>
        <p:spPr>
          <a:xfrm rot="17095771">
            <a:off x="6195544" y="1909885"/>
            <a:ext cx="3018229" cy="3018229"/>
          </a:xfrm>
          <a:prstGeom prst="blockArc">
            <a:avLst>
              <a:gd name="adj1" fmla="val 9964833"/>
              <a:gd name="adj2" fmla="val 2939378"/>
              <a:gd name="adj3" fmla="val 2151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8" name="Арка 37">
            <a:extLst>
              <a:ext uri="{FF2B5EF4-FFF2-40B4-BE49-F238E27FC236}">
                <a16:creationId xmlns:a16="http://schemas.microsoft.com/office/drawing/2014/main" id="{961AD73B-441F-4F8D-9554-8719D8170E9F}"/>
              </a:ext>
            </a:extLst>
          </p:cNvPr>
          <p:cNvSpPr/>
          <p:nvPr/>
        </p:nvSpPr>
        <p:spPr>
          <a:xfrm rot="5809858">
            <a:off x="9118988" y="1909884"/>
            <a:ext cx="3018229" cy="3018229"/>
          </a:xfrm>
          <a:prstGeom prst="blockArc">
            <a:avLst>
              <a:gd name="adj1" fmla="val 9964833"/>
              <a:gd name="adj2" fmla="val 2939378"/>
              <a:gd name="adj3" fmla="val 2151"/>
            </a:avLst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D8440BF-28E4-41FF-8039-77F2BE1ECA9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1109638" y="2374611"/>
            <a:ext cx="851562" cy="85156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6142638-EE5C-4912-BEA7-EF9C7A3386D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4140064" y="2374611"/>
            <a:ext cx="851562" cy="85156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DB79B8F-DE0A-4E21-83D0-AFFB3D92150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7278877" y="2374611"/>
            <a:ext cx="851562" cy="85156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BC7166-D48B-427E-A89A-18B769F336C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10236395" y="2407172"/>
            <a:ext cx="780599" cy="78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070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F010A17-3A09-4AB9-B4E5-410AB596D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4116552-2DBE-4792-838C-A7ED80F127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8" name="Текст 6">
            <a:extLst>
              <a:ext uri="{FF2B5EF4-FFF2-40B4-BE49-F238E27FC236}">
                <a16:creationId xmlns:a16="http://schemas.microsoft.com/office/drawing/2014/main" id="{06C6E418-2C00-4ED7-B577-C6DBEB634C72}"/>
              </a:ext>
            </a:extLst>
          </p:cNvPr>
          <p:cNvSpPr txBox="1">
            <a:spLocks/>
          </p:cNvSpPr>
          <p:nvPr/>
        </p:nvSpPr>
        <p:spPr>
          <a:xfrm>
            <a:off x="1367847" y="3474000"/>
            <a:ext cx="4275000" cy="720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Lorem ipsum dolor sit </a:t>
            </a:r>
            <a:r>
              <a:rPr lang="en-US" sz="1600" dirty="0" err="1"/>
              <a:t>amet</a:t>
            </a:r>
            <a:r>
              <a:rPr lang="en-US" sz="1600" dirty="0"/>
              <a:t>, </a:t>
            </a:r>
            <a:r>
              <a:rPr lang="en-US" sz="1600" dirty="0" err="1"/>
              <a:t>consectetur</a:t>
            </a:r>
            <a:r>
              <a:rPr lang="en-US" sz="1600" dirty="0"/>
              <a:t> </a:t>
            </a:r>
            <a:r>
              <a:rPr lang="en-US" sz="1600" dirty="0" err="1"/>
              <a:t>adipiscing</a:t>
            </a:r>
            <a:r>
              <a:rPr lang="en-US" sz="1600" dirty="0"/>
              <a:t> </a:t>
            </a:r>
            <a:r>
              <a:rPr lang="en-US" sz="1600" dirty="0" err="1"/>
              <a:t>elit</a:t>
            </a:r>
            <a:r>
              <a:rPr lang="en-US" sz="1600" dirty="0"/>
              <a:t>, sed do </a:t>
            </a:r>
            <a:r>
              <a:rPr lang="en-US" sz="1600" dirty="0" err="1"/>
              <a:t>eiusmod</a:t>
            </a:r>
            <a:r>
              <a:rPr lang="en-US" sz="1600" dirty="0"/>
              <a:t> </a:t>
            </a:r>
            <a:r>
              <a:rPr lang="en-US" sz="1600" dirty="0" err="1"/>
              <a:t>tempor</a:t>
            </a:r>
            <a:r>
              <a:rPr lang="en-US" sz="1600" dirty="0"/>
              <a:t> </a:t>
            </a:r>
            <a:r>
              <a:rPr lang="en-US" sz="1600" dirty="0" err="1"/>
              <a:t>incididunt</a:t>
            </a:r>
            <a:r>
              <a:rPr lang="en-US" sz="1600" dirty="0"/>
              <a:t> </a:t>
            </a:r>
            <a:r>
              <a:rPr lang="en-US" sz="1600" dirty="0" err="1"/>
              <a:t>ut</a:t>
            </a:r>
            <a:r>
              <a:rPr lang="en-US" sz="1600" dirty="0"/>
              <a:t> </a:t>
            </a:r>
            <a:r>
              <a:rPr lang="en-US" sz="1600" dirty="0" err="1"/>
              <a:t>labore</a:t>
            </a:r>
            <a:r>
              <a:rPr lang="en-US" sz="1600" dirty="0"/>
              <a:t> et dolore magna </a:t>
            </a:r>
            <a:r>
              <a:rPr lang="en-US" sz="1600" dirty="0" err="1"/>
              <a:t>aliqua</a:t>
            </a:r>
            <a:r>
              <a:rPr lang="en-US" sz="1600" dirty="0"/>
              <a:t>. </a:t>
            </a:r>
            <a:endParaRPr lang="ru-RU" sz="16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C4F4A46-DBBA-4BBF-832C-6E1EB688AC3D}"/>
              </a:ext>
            </a:extLst>
          </p:cNvPr>
          <p:cNvSpPr/>
          <p:nvPr/>
        </p:nvSpPr>
        <p:spPr>
          <a:xfrm>
            <a:off x="1367847" y="3093271"/>
            <a:ext cx="316746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Lorem ipsum dolor</a:t>
            </a:r>
            <a:endParaRPr lang="ru-RU" sz="2000" b="1" dirty="0"/>
          </a:p>
        </p:txBody>
      </p:sp>
      <p:sp>
        <p:nvSpPr>
          <p:cNvPr id="10" name="Текст 6">
            <a:extLst>
              <a:ext uri="{FF2B5EF4-FFF2-40B4-BE49-F238E27FC236}">
                <a16:creationId xmlns:a16="http://schemas.microsoft.com/office/drawing/2014/main" id="{178FF9F4-435A-4035-B409-5D9D06C25716}"/>
              </a:ext>
            </a:extLst>
          </p:cNvPr>
          <p:cNvSpPr txBox="1">
            <a:spLocks/>
          </p:cNvSpPr>
          <p:nvPr/>
        </p:nvSpPr>
        <p:spPr>
          <a:xfrm>
            <a:off x="1358388" y="4773812"/>
            <a:ext cx="4275000" cy="720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Lorem ipsum dolor sit </a:t>
            </a:r>
            <a:r>
              <a:rPr lang="en-US" sz="1600" dirty="0" err="1"/>
              <a:t>amet</a:t>
            </a:r>
            <a:r>
              <a:rPr lang="en-US" sz="1600" dirty="0"/>
              <a:t>, </a:t>
            </a:r>
            <a:r>
              <a:rPr lang="en-US" sz="1600" dirty="0" err="1"/>
              <a:t>consectetur</a:t>
            </a:r>
            <a:r>
              <a:rPr lang="en-US" sz="1600" dirty="0"/>
              <a:t> </a:t>
            </a:r>
            <a:r>
              <a:rPr lang="en-US" sz="1600" dirty="0" err="1"/>
              <a:t>adipiscing</a:t>
            </a:r>
            <a:r>
              <a:rPr lang="en-US" sz="1600" dirty="0"/>
              <a:t> </a:t>
            </a:r>
            <a:r>
              <a:rPr lang="en-US" sz="1600" dirty="0" err="1"/>
              <a:t>elit</a:t>
            </a:r>
            <a:r>
              <a:rPr lang="en-US" sz="1600" dirty="0"/>
              <a:t>, sed do </a:t>
            </a:r>
            <a:r>
              <a:rPr lang="en-US" sz="1600" dirty="0" err="1"/>
              <a:t>eiusmod</a:t>
            </a:r>
            <a:r>
              <a:rPr lang="en-US" sz="1600" dirty="0"/>
              <a:t> </a:t>
            </a:r>
            <a:r>
              <a:rPr lang="en-US" sz="1600" dirty="0" err="1"/>
              <a:t>tempor</a:t>
            </a:r>
            <a:r>
              <a:rPr lang="en-US" sz="1600" dirty="0"/>
              <a:t> </a:t>
            </a:r>
            <a:r>
              <a:rPr lang="en-US" sz="1600" dirty="0" err="1"/>
              <a:t>incididunt</a:t>
            </a:r>
            <a:r>
              <a:rPr lang="en-US" sz="1600" dirty="0"/>
              <a:t> </a:t>
            </a:r>
            <a:r>
              <a:rPr lang="en-US" sz="1600" dirty="0" err="1"/>
              <a:t>ut</a:t>
            </a:r>
            <a:r>
              <a:rPr lang="en-US" sz="1600" dirty="0"/>
              <a:t> </a:t>
            </a:r>
            <a:r>
              <a:rPr lang="en-US" sz="1600" dirty="0" err="1"/>
              <a:t>labore</a:t>
            </a:r>
            <a:r>
              <a:rPr lang="en-US" sz="1600" dirty="0"/>
              <a:t> et dolore magna </a:t>
            </a:r>
            <a:r>
              <a:rPr lang="en-US" sz="1600" dirty="0" err="1"/>
              <a:t>aliqua</a:t>
            </a:r>
            <a:r>
              <a:rPr lang="en-US" sz="1600" dirty="0"/>
              <a:t>. </a:t>
            </a:r>
            <a:endParaRPr lang="ru-RU" sz="16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AAF810E-70B4-4C56-9025-A8CF92EB7536}"/>
              </a:ext>
            </a:extLst>
          </p:cNvPr>
          <p:cNvSpPr/>
          <p:nvPr/>
        </p:nvSpPr>
        <p:spPr>
          <a:xfrm>
            <a:off x="1358388" y="4393083"/>
            <a:ext cx="2892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Lorem ipsum dolor</a:t>
            </a:r>
            <a:endParaRPr lang="ru-RU" sz="2000" b="1" dirty="0"/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221F34FF-F646-4E6B-84ED-18B79967521C}"/>
              </a:ext>
            </a:extLst>
          </p:cNvPr>
          <p:cNvSpPr txBox="1">
            <a:spLocks/>
          </p:cNvSpPr>
          <p:nvPr/>
        </p:nvSpPr>
        <p:spPr>
          <a:xfrm>
            <a:off x="1361541" y="6034200"/>
            <a:ext cx="4275000" cy="720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Lorem ipsum dolor sit </a:t>
            </a:r>
            <a:r>
              <a:rPr lang="en-US" sz="1600" dirty="0" err="1"/>
              <a:t>amet</a:t>
            </a:r>
            <a:r>
              <a:rPr lang="en-US" sz="1600" dirty="0"/>
              <a:t>, </a:t>
            </a:r>
            <a:r>
              <a:rPr lang="en-US" sz="1600" dirty="0" err="1"/>
              <a:t>consectetur</a:t>
            </a:r>
            <a:r>
              <a:rPr lang="en-US" sz="1600" dirty="0"/>
              <a:t> </a:t>
            </a:r>
            <a:r>
              <a:rPr lang="en-US" sz="1600" dirty="0" err="1"/>
              <a:t>adipiscing</a:t>
            </a:r>
            <a:r>
              <a:rPr lang="en-US" sz="1600" dirty="0"/>
              <a:t> </a:t>
            </a:r>
            <a:r>
              <a:rPr lang="en-US" sz="1600" dirty="0" err="1"/>
              <a:t>elit</a:t>
            </a:r>
            <a:r>
              <a:rPr lang="en-US" sz="1600" dirty="0"/>
              <a:t>, sed do </a:t>
            </a:r>
            <a:r>
              <a:rPr lang="en-US" sz="1600" dirty="0" err="1"/>
              <a:t>eiusmod</a:t>
            </a:r>
            <a:r>
              <a:rPr lang="en-US" sz="1600" dirty="0"/>
              <a:t> </a:t>
            </a:r>
            <a:r>
              <a:rPr lang="en-US" sz="1600" dirty="0" err="1"/>
              <a:t>tempor</a:t>
            </a:r>
            <a:r>
              <a:rPr lang="en-US" sz="1600" dirty="0"/>
              <a:t> </a:t>
            </a:r>
            <a:r>
              <a:rPr lang="en-US" sz="1600" dirty="0" err="1"/>
              <a:t>incididunt</a:t>
            </a:r>
            <a:r>
              <a:rPr lang="en-US" sz="1600" dirty="0"/>
              <a:t> </a:t>
            </a:r>
            <a:r>
              <a:rPr lang="en-US" sz="1600" dirty="0" err="1"/>
              <a:t>ut</a:t>
            </a:r>
            <a:r>
              <a:rPr lang="en-US" sz="1600" dirty="0"/>
              <a:t> </a:t>
            </a:r>
            <a:r>
              <a:rPr lang="en-US" sz="1600" dirty="0" err="1"/>
              <a:t>labore</a:t>
            </a:r>
            <a:r>
              <a:rPr lang="en-US" sz="1600" dirty="0"/>
              <a:t> et dolore magna </a:t>
            </a:r>
            <a:r>
              <a:rPr lang="en-US" sz="1600" dirty="0" err="1"/>
              <a:t>aliqua</a:t>
            </a:r>
            <a:r>
              <a:rPr lang="en-US" sz="1600" dirty="0"/>
              <a:t>. </a:t>
            </a:r>
            <a:endParaRPr lang="ru-RU" sz="160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485A5C6-5B83-41A8-A2D4-4C86CE96579A}"/>
              </a:ext>
            </a:extLst>
          </p:cNvPr>
          <p:cNvSpPr/>
          <p:nvPr/>
        </p:nvSpPr>
        <p:spPr>
          <a:xfrm>
            <a:off x="1361541" y="5653471"/>
            <a:ext cx="30244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Lorem ipsum dolor</a:t>
            </a:r>
            <a:endParaRPr lang="ru-RU" sz="2000" b="1" dirty="0"/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1A2ED3AA-F426-44FD-99B1-6427B4C0CFFD}"/>
              </a:ext>
            </a:extLst>
          </p:cNvPr>
          <p:cNvSpPr txBox="1">
            <a:spLocks/>
          </p:cNvSpPr>
          <p:nvPr/>
        </p:nvSpPr>
        <p:spPr>
          <a:xfrm>
            <a:off x="7323561" y="3474000"/>
            <a:ext cx="4275000" cy="720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Lorem ipsum dolor sit </a:t>
            </a:r>
            <a:r>
              <a:rPr lang="en-US" sz="1600" dirty="0" err="1"/>
              <a:t>amet</a:t>
            </a:r>
            <a:r>
              <a:rPr lang="en-US" sz="1600" dirty="0"/>
              <a:t>, </a:t>
            </a:r>
            <a:r>
              <a:rPr lang="en-US" sz="1600" dirty="0" err="1"/>
              <a:t>consectetur</a:t>
            </a:r>
            <a:r>
              <a:rPr lang="en-US" sz="1600" dirty="0"/>
              <a:t> </a:t>
            </a:r>
            <a:r>
              <a:rPr lang="en-US" sz="1600" dirty="0" err="1"/>
              <a:t>adipiscing</a:t>
            </a:r>
            <a:r>
              <a:rPr lang="en-US" sz="1600" dirty="0"/>
              <a:t> </a:t>
            </a:r>
            <a:r>
              <a:rPr lang="en-US" sz="1600" dirty="0" err="1"/>
              <a:t>elit</a:t>
            </a:r>
            <a:r>
              <a:rPr lang="en-US" sz="1600" dirty="0"/>
              <a:t>, sed do </a:t>
            </a:r>
            <a:r>
              <a:rPr lang="en-US" sz="1600" dirty="0" err="1"/>
              <a:t>eiusmod</a:t>
            </a:r>
            <a:r>
              <a:rPr lang="en-US" sz="1600" dirty="0"/>
              <a:t> </a:t>
            </a:r>
            <a:r>
              <a:rPr lang="en-US" sz="1600" dirty="0" err="1"/>
              <a:t>tempor</a:t>
            </a:r>
            <a:r>
              <a:rPr lang="en-US" sz="1600" dirty="0"/>
              <a:t> </a:t>
            </a:r>
            <a:r>
              <a:rPr lang="en-US" sz="1600" dirty="0" err="1"/>
              <a:t>incididunt</a:t>
            </a:r>
            <a:r>
              <a:rPr lang="en-US" sz="1600" dirty="0"/>
              <a:t> </a:t>
            </a:r>
            <a:r>
              <a:rPr lang="en-US" sz="1600" dirty="0" err="1"/>
              <a:t>ut</a:t>
            </a:r>
            <a:r>
              <a:rPr lang="en-US" sz="1600" dirty="0"/>
              <a:t> </a:t>
            </a:r>
            <a:r>
              <a:rPr lang="en-US" sz="1600" dirty="0" err="1"/>
              <a:t>labore</a:t>
            </a:r>
            <a:r>
              <a:rPr lang="en-US" sz="1600" dirty="0"/>
              <a:t> et dolore magna </a:t>
            </a:r>
            <a:r>
              <a:rPr lang="en-US" sz="1600" dirty="0" err="1"/>
              <a:t>aliqua</a:t>
            </a:r>
            <a:r>
              <a:rPr lang="en-US" sz="1600" dirty="0"/>
              <a:t>. </a:t>
            </a:r>
            <a:endParaRPr lang="ru-RU" sz="16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3598E57-5D1E-40AD-A77C-9B4CF76A5D32}"/>
              </a:ext>
            </a:extLst>
          </p:cNvPr>
          <p:cNvSpPr/>
          <p:nvPr/>
        </p:nvSpPr>
        <p:spPr>
          <a:xfrm>
            <a:off x="7323561" y="3093271"/>
            <a:ext cx="28831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Lorem ipsum dolor</a:t>
            </a:r>
            <a:endParaRPr lang="ru-RU" sz="2000" b="1" dirty="0"/>
          </a:p>
        </p:txBody>
      </p:sp>
      <p:sp>
        <p:nvSpPr>
          <p:cNvPr id="16" name="Текст 6">
            <a:extLst>
              <a:ext uri="{FF2B5EF4-FFF2-40B4-BE49-F238E27FC236}">
                <a16:creationId xmlns:a16="http://schemas.microsoft.com/office/drawing/2014/main" id="{C6582CD9-2F42-411E-A617-28C6AAC4A7B5}"/>
              </a:ext>
            </a:extLst>
          </p:cNvPr>
          <p:cNvSpPr txBox="1">
            <a:spLocks/>
          </p:cNvSpPr>
          <p:nvPr/>
        </p:nvSpPr>
        <p:spPr>
          <a:xfrm>
            <a:off x="7314102" y="4773812"/>
            <a:ext cx="4275000" cy="720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Lorem ipsum dolor sit </a:t>
            </a:r>
            <a:r>
              <a:rPr lang="en-US" sz="1600" dirty="0" err="1"/>
              <a:t>amet</a:t>
            </a:r>
            <a:r>
              <a:rPr lang="en-US" sz="1600" dirty="0"/>
              <a:t>, </a:t>
            </a:r>
            <a:r>
              <a:rPr lang="en-US" sz="1600" dirty="0" err="1"/>
              <a:t>consectetur</a:t>
            </a:r>
            <a:r>
              <a:rPr lang="en-US" sz="1600" dirty="0"/>
              <a:t> </a:t>
            </a:r>
            <a:r>
              <a:rPr lang="en-US" sz="1600" dirty="0" err="1"/>
              <a:t>adipiscing</a:t>
            </a:r>
            <a:r>
              <a:rPr lang="en-US" sz="1600" dirty="0"/>
              <a:t> </a:t>
            </a:r>
            <a:r>
              <a:rPr lang="en-US" sz="1600" dirty="0" err="1"/>
              <a:t>elit</a:t>
            </a:r>
            <a:r>
              <a:rPr lang="en-US" sz="1600" dirty="0"/>
              <a:t>, sed do </a:t>
            </a:r>
            <a:r>
              <a:rPr lang="en-US" sz="1600" dirty="0" err="1"/>
              <a:t>eiusmod</a:t>
            </a:r>
            <a:r>
              <a:rPr lang="en-US" sz="1600" dirty="0"/>
              <a:t> </a:t>
            </a:r>
            <a:r>
              <a:rPr lang="en-US" sz="1600" dirty="0" err="1"/>
              <a:t>tempor</a:t>
            </a:r>
            <a:r>
              <a:rPr lang="en-US" sz="1600" dirty="0"/>
              <a:t> </a:t>
            </a:r>
            <a:r>
              <a:rPr lang="en-US" sz="1600" dirty="0" err="1"/>
              <a:t>incididunt</a:t>
            </a:r>
            <a:r>
              <a:rPr lang="en-US" sz="1600" dirty="0"/>
              <a:t> </a:t>
            </a:r>
            <a:r>
              <a:rPr lang="en-US" sz="1600" dirty="0" err="1"/>
              <a:t>ut</a:t>
            </a:r>
            <a:r>
              <a:rPr lang="en-US" sz="1600" dirty="0"/>
              <a:t> </a:t>
            </a:r>
            <a:r>
              <a:rPr lang="en-US" sz="1600" dirty="0" err="1"/>
              <a:t>labore</a:t>
            </a:r>
            <a:r>
              <a:rPr lang="en-US" sz="1600" dirty="0"/>
              <a:t> et dolore magna </a:t>
            </a:r>
            <a:r>
              <a:rPr lang="en-US" sz="1600" dirty="0" err="1"/>
              <a:t>aliqua</a:t>
            </a:r>
            <a:r>
              <a:rPr lang="en-US" sz="1600" dirty="0"/>
              <a:t>. </a:t>
            </a:r>
            <a:endParaRPr lang="ru-RU" sz="16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91CDDF4F-0556-4322-9521-F07FC99C824D}"/>
              </a:ext>
            </a:extLst>
          </p:cNvPr>
          <p:cNvSpPr/>
          <p:nvPr/>
        </p:nvSpPr>
        <p:spPr>
          <a:xfrm>
            <a:off x="7314102" y="4393083"/>
            <a:ext cx="28926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Lorem ipsum dolor</a:t>
            </a:r>
            <a:endParaRPr lang="ru-RU" sz="2000" b="1" dirty="0"/>
          </a:p>
        </p:txBody>
      </p:sp>
      <p:sp>
        <p:nvSpPr>
          <p:cNvPr id="18" name="Текст 6">
            <a:extLst>
              <a:ext uri="{FF2B5EF4-FFF2-40B4-BE49-F238E27FC236}">
                <a16:creationId xmlns:a16="http://schemas.microsoft.com/office/drawing/2014/main" id="{DBA46759-7665-45AC-B608-5987F704DC92}"/>
              </a:ext>
            </a:extLst>
          </p:cNvPr>
          <p:cNvSpPr txBox="1">
            <a:spLocks/>
          </p:cNvSpPr>
          <p:nvPr/>
        </p:nvSpPr>
        <p:spPr>
          <a:xfrm>
            <a:off x="7317255" y="6034200"/>
            <a:ext cx="4275000" cy="720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Lorem ipsum dolor sit </a:t>
            </a:r>
            <a:r>
              <a:rPr lang="en-US" sz="1600" dirty="0" err="1"/>
              <a:t>amet</a:t>
            </a:r>
            <a:r>
              <a:rPr lang="en-US" sz="1600" dirty="0"/>
              <a:t>, </a:t>
            </a:r>
            <a:r>
              <a:rPr lang="en-US" sz="1600" dirty="0" err="1"/>
              <a:t>consectetur</a:t>
            </a:r>
            <a:r>
              <a:rPr lang="en-US" sz="1600" dirty="0"/>
              <a:t> </a:t>
            </a:r>
            <a:r>
              <a:rPr lang="en-US" sz="1600" dirty="0" err="1"/>
              <a:t>adipiscing</a:t>
            </a:r>
            <a:r>
              <a:rPr lang="en-US" sz="1600" dirty="0"/>
              <a:t> </a:t>
            </a:r>
            <a:r>
              <a:rPr lang="en-US" sz="1600" dirty="0" err="1"/>
              <a:t>elit</a:t>
            </a:r>
            <a:r>
              <a:rPr lang="en-US" sz="1600" dirty="0"/>
              <a:t>, sed do </a:t>
            </a:r>
            <a:r>
              <a:rPr lang="en-US" sz="1600" dirty="0" err="1"/>
              <a:t>eiusmod</a:t>
            </a:r>
            <a:r>
              <a:rPr lang="en-US" sz="1600" dirty="0"/>
              <a:t> </a:t>
            </a:r>
            <a:r>
              <a:rPr lang="en-US" sz="1600" dirty="0" err="1"/>
              <a:t>tempor</a:t>
            </a:r>
            <a:r>
              <a:rPr lang="en-US" sz="1600" dirty="0"/>
              <a:t> </a:t>
            </a:r>
            <a:r>
              <a:rPr lang="en-US" sz="1600" dirty="0" err="1"/>
              <a:t>incididunt</a:t>
            </a:r>
            <a:r>
              <a:rPr lang="en-US" sz="1600" dirty="0"/>
              <a:t> </a:t>
            </a:r>
            <a:r>
              <a:rPr lang="en-US" sz="1600" dirty="0" err="1"/>
              <a:t>ut</a:t>
            </a:r>
            <a:r>
              <a:rPr lang="en-US" sz="1600" dirty="0"/>
              <a:t> </a:t>
            </a:r>
            <a:r>
              <a:rPr lang="en-US" sz="1600" dirty="0" err="1"/>
              <a:t>labore</a:t>
            </a:r>
            <a:r>
              <a:rPr lang="en-US" sz="1600" dirty="0"/>
              <a:t> et dolore magna </a:t>
            </a:r>
            <a:r>
              <a:rPr lang="en-US" sz="1600" dirty="0" err="1"/>
              <a:t>aliqua</a:t>
            </a:r>
            <a:r>
              <a:rPr lang="en-US" sz="1600" dirty="0"/>
              <a:t>. </a:t>
            </a:r>
            <a:endParaRPr lang="ru-RU" sz="160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1C90F922-8F73-4101-9586-CDB3C79DE050}"/>
              </a:ext>
            </a:extLst>
          </p:cNvPr>
          <p:cNvSpPr/>
          <p:nvPr/>
        </p:nvSpPr>
        <p:spPr>
          <a:xfrm>
            <a:off x="7317255" y="5653471"/>
            <a:ext cx="302445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Lorem ipsum dolor</a:t>
            </a:r>
            <a:endParaRPr lang="ru-RU" sz="2000" b="1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BCD9645-E48B-4486-8E73-1B5AF51212C5}"/>
              </a:ext>
            </a:extLst>
          </p:cNvPr>
          <p:cNvSpPr/>
          <p:nvPr/>
        </p:nvSpPr>
        <p:spPr>
          <a:xfrm>
            <a:off x="759195" y="3204691"/>
            <a:ext cx="599193" cy="5991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BE23768-170E-462E-A69E-5672F2C64D11}"/>
              </a:ext>
            </a:extLst>
          </p:cNvPr>
          <p:cNvSpPr/>
          <p:nvPr/>
        </p:nvSpPr>
        <p:spPr>
          <a:xfrm>
            <a:off x="759194" y="4464194"/>
            <a:ext cx="599193" cy="5991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8FB9952-1681-4077-9DD1-52798FEA2AB1}"/>
              </a:ext>
            </a:extLst>
          </p:cNvPr>
          <p:cNvSpPr/>
          <p:nvPr/>
        </p:nvSpPr>
        <p:spPr>
          <a:xfrm>
            <a:off x="759194" y="5763121"/>
            <a:ext cx="599193" cy="5991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7BEE9CC5-6C85-4A59-A1B9-83E144CE2BD2}"/>
              </a:ext>
            </a:extLst>
          </p:cNvPr>
          <p:cNvSpPr/>
          <p:nvPr/>
        </p:nvSpPr>
        <p:spPr>
          <a:xfrm>
            <a:off x="6724368" y="3204691"/>
            <a:ext cx="599193" cy="5991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C46759AC-E56A-4691-88A9-EC0D8B4A4F25}"/>
              </a:ext>
            </a:extLst>
          </p:cNvPr>
          <p:cNvSpPr/>
          <p:nvPr/>
        </p:nvSpPr>
        <p:spPr>
          <a:xfrm>
            <a:off x="6724367" y="4464194"/>
            <a:ext cx="599193" cy="5991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0C970E4-6A64-449F-A2EC-97CC28FB1F84}"/>
              </a:ext>
            </a:extLst>
          </p:cNvPr>
          <p:cNvSpPr/>
          <p:nvPr/>
        </p:nvSpPr>
        <p:spPr>
          <a:xfrm>
            <a:off x="6724367" y="5763121"/>
            <a:ext cx="599193" cy="59919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CF89B5D1-79BE-4D39-8181-33FACF501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88790" y="3219898"/>
            <a:ext cx="540000" cy="5400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EB22B4CA-2C0F-4CCF-8433-A613093F59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88790" y="4489803"/>
            <a:ext cx="540000" cy="54000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BE962DF-8DF7-4D18-9EDD-85FE1E2D48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88790" y="5792717"/>
            <a:ext cx="540000" cy="5400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DB2C113-2AFE-4B99-A9BB-D11932DA46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753963" y="5783581"/>
            <a:ext cx="540000" cy="540000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531315F4-9512-471B-935F-E642130653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6753963" y="4489803"/>
            <a:ext cx="540000" cy="5400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B805527E-8CF0-4644-A486-DEE45FBDFC3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753963" y="3234287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82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FD4C556-325E-4D5C-B8E5-C0364B47A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47BE1B23-BD3E-42E3-8978-725AAA75C1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7130798"/>
              </p:ext>
            </p:extLst>
          </p:nvPr>
        </p:nvGraphicFramePr>
        <p:xfrm>
          <a:off x="2181000" y="1439333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03474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B70994-D90E-45F7-9033-FA6E24A3C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 слайда</a:t>
            </a:r>
            <a:endParaRPr lang="ru-RU" dirty="0"/>
          </a:p>
        </p:txBody>
      </p:sp>
      <p:sp>
        <p:nvSpPr>
          <p:cNvPr id="4" name="Прямоугольный треугольник 3">
            <a:extLst>
              <a:ext uri="{FF2B5EF4-FFF2-40B4-BE49-F238E27FC236}">
                <a16:creationId xmlns:a16="http://schemas.microsoft.com/office/drawing/2014/main" id="{31EDF3FE-86B0-46E9-83D6-97DE595E7AAB}"/>
              </a:ext>
            </a:extLst>
          </p:cNvPr>
          <p:cNvSpPr/>
          <p:nvPr/>
        </p:nvSpPr>
        <p:spPr>
          <a:xfrm rot="16200000">
            <a:off x="688463" y="2079112"/>
            <a:ext cx="179794" cy="17957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верхние углы 4">
            <a:extLst>
              <a:ext uri="{FF2B5EF4-FFF2-40B4-BE49-F238E27FC236}">
                <a16:creationId xmlns:a16="http://schemas.microsoft.com/office/drawing/2014/main" id="{0B2BA595-0A45-47C6-AE67-09B07D77EE32}"/>
              </a:ext>
            </a:extLst>
          </p:cNvPr>
          <p:cNvSpPr/>
          <p:nvPr/>
        </p:nvSpPr>
        <p:spPr>
          <a:xfrm rot="5400000">
            <a:off x="-31425" y="2973375"/>
            <a:ext cx="3780000" cy="1991250"/>
          </a:xfrm>
          <a:prstGeom prst="round2SameRect">
            <a:avLst>
              <a:gd name="adj1" fmla="val 11028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" name="Прямоугольник: скругленные верхние углы 5">
            <a:extLst>
              <a:ext uri="{FF2B5EF4-FFF2-40B4-BE49-F238E27FC236}">
                <a16:creationId xmlns:a16="http://schemas.microsoft.com/office/drawing/2014/main" id="{F7F671EB-366E-4335-9AB9-93FE2D3D2980}"/>
              </a:ext>
            </a:extLst>
          </p:cNvPr>
          <p:cNvSpPr/>
          <p:nvPr/>
        </p:nvSpPr>
        <p:spPr>
          <a:xfrm rot="5400000">
            <a:off x="1346700" y="1600875"/>
            <a:ext cx="675000" cy="1991250"/>
          </a:xfrm>
          <a:prstGeom prst="round2Same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ый треугольник 6">
            <a:extLst>
              <a:ext uri="{FF2B5EF4-FFF2-40B4-BE49-F238E27FC236}">
                <a16:creationId xmlns:a16="http://schemas.microsoft.com/office/drawing/2014/main" id="{70F681F1-F8D7-4A70-AF31-3C2CAB5DDF9A}"/>
              </a:ext>
            </a:extLst>
          </p:cNvPr>
          <p:cNvSpPr/>
          <p:nvPr/>
        </p:nvSpPr>
        <p:spPr>
          <a:xfrm rot="10800000">
            <a:off x="688463" y="2934000"/>
            <a:ext cx="179794" cy="17957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41AAC0-3901-4A11-AF5D-E73F86163516}"/>
              </a:ext>
            </a:extLst>
          </p:cNvPr>
          <p:cNvSpPr txBox="1"/>
          <p:nvPr/>
        </p:nvSpPr>
        <p:spPr>
          <a:xfrm>
            <a:off x="1073424" y="3161661"/>
            <a:ext cx="1570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Lorem Ipsum</a:t>
            </a:r>
            <a:endParaRPr lang="ru-RU" sz="2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7CD797-9F69-4F88-8505-08950BC88B73}"/>
              </a:ext>
            </a:extLst>
          </p:cNvPr>
          <p:cNvSpPr txBox="1"/>
          <p:nvPr/>
        </p:nvSpPr>
        <p:spPr>
          <a:xfrm>
            <a:off x="1037325" y="3680336"/>
            <a:ext cx="16425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/>
              <a:t>Lorem Ipsum Dolor Lorem Ipsum</a:t>
            </a:r>
            <a:r>
              <a:rPr lang="ru-RU" sz="1400" dirty="0"/>
              <a:t> </a:t>
            </a:r>
            <a:r>
              <a:rPr lang="da-DK" sz="1400" dirty="0"/>
              <a:t>Dolor</a:t>
            </a:r>
            <a:endParaRPr lang="ru-RU" sz="1400" dirty="0"/>
          </a:p>
          <a:p>
            <a:r>
              <a:rPr lang="da-DK" sz="1400" dirty="0"/>
              <a:t>Lorem Ipsum</a:t>
            </a:r>
            <a:r>
              <a:rPr lang="ru-RU" sz="1400" dirty="0"/>
              <a:t> </a:t>
            </a:r>
            <a:r>
              <a:rPr lang="da-DK" sz="1400" dirty="0"/>
              <a:t>Dolor</a:t>
            </a:r>
            <a:endParaRPr lang="ru-RU" sz="1400" dirty="0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E058E9F0-D239-4039-B87B-F9C292AD3904}"/>
              </a:ext>
            </a:extLst>
          </p:cNvPr>
          <p:cNvCxnSpPr>
            <a:cxnSpLocks/>
          </p:cNvCxnSpPr>
          <p:nvPr/>
        </p:nvCxnSpPr>
        <p:spPr>
          <a:xfrm>
            <a:off x="1110450" y="4914000"/>
            <a:ext cx="1569375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Звезда: 5 точек 10">
            <a:extLst>
              <a:ext uri="{FF2B5EF4-FFF2-40B4-BE49-F238E27FC236}">
                <a16:creationId xmlns:a16="http://schemas.microsoft.com/office/drawing/2014/main" id="{653A61AF-25EC-4E34-98B4-B4D744596A79}"/>
              </a:ext>
            </a:extLst>
          </p:cNvPr>
          <p:cNvSpPr/>
          <p:nvPr/>
        </p:nvSpPr>
        <p:spPr>
          <a:xfrm>
            <a:off x="1138575" y="5441400"/>
            <a:ext cx="236250" cy="236250"/>
          </a:xfrm>
          <a:prstGeom prst="star5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Звезда: 5 точек 11">
            <a:extLst>
              <a:ext uri="{FF2B5EF4-FFF2-40B4-BE49-F238E27FC236}">
                <a16:creationId xmlns:a16="http://schemas.microsoft.com/office/drawing/2014/main" id="{1F7DBC8B-D228-4FAC-A782-BD59345D1EFC}"/>
              </a:ext>
            </a:extLst>
          </p:cNvPr>
          <p:cNvSpPr/>
          <p:nvPr/>
        </p:nvSpPr>
        <p:spPr>
          <a:xfrm>
            <a:off x="1429800" y="5441400"/>
            <a:ext cx="236250" cy="236250"/>
          </a:xfrm>
          <a:prstGeom prst="star5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Звезда: 5 точек 12">
            <a:extLst>
              <a:ext uri="{FF2B5EF4-FFF2-40B4-BE49-F238E27FC236}">
                <a16:creationId xmlns:a16="http://schemas.microsoft.com/office/drawing/2014/main" id="{6A8AAB2E-6E71-4E86-B9D7-7036F48AEF75}"/>
              </a:ext>
            </a:extLst>
          </p:cNvPr>
          <p:cNvSpPr/>
          <p:nvPr/>
        </p:nvSpPr>
        <p:spPr>
          <a:xfrm>
            <a:off x="1722300" y="5442750"/>
            <a:ext cx="236250" cy="236250"/>
          </a:xfrm>
          <a:prstGeom prst="star5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Звезда: 5 точек 13">
            <a:extLst>
              <a:ext uri="{FF2B5EF4-FFF2-40B4-BE49-F238E27FC236}">
                <a16:creationId xmlns:a16="http://schemas.microsoft.com/office/drawing/2014/main" id="{553809F1-E9FE-4B45-94EF-932ED4A66E3A}"/>
              </a:ext>
            </a:extLst>
          </p:cNvPr>
          <p:cNvSpPr/>
          <p:nvPr/>
        </p:nvSpPr>
        <p:spPr>
          <a:xfrm>
            <a:off x="2014800" y="5442750"/>
            <a:ext cx="236250" cy="236250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Звезда: 5 точек 14">
            <a:extLst>
              <a:ext uri="{FF2B5EF4-FFF2-40B4-BE49-F238E27FC236}">
                <a16:creationId xmlns:a16="http://schemas.microsoft.com/office/drawing/2014/main" id="{908D4FD1-2786-4AAF-A37E-AFDA9DB97442}"/>
              </a:ext>
            </a:extLst>
          </p:cNvPr>
          <p:cNvSpPr/>
          <p:nvPr/>
        </p:nvSpPr>
        <p:spPr>
          <a:xfrm>
            <a:off x="2307300" y="5442750"/>
            <a:ext cx="236250" cy="236250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C0F686-AB47-4B64-A26F-460F91F83455}"/>
              </a:ext>
            </a:extLst>
          </p:cNvPr>
          <p:cNvSpPr txBox="1"/>
          <p:nvPr/>
        </p:nvSpPr>
        <p:spPr>
          <a:xfrm>
            <a:off x="1037325" y="5023137"/>
            <a:ext cx="115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Lorem Ipsum</a:t>
            </a:r>
            <a:endParaRPr lang="ru-RU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6AE77E-706E-47C5-B0B9-85B2A02D1BCB}"/>
              </a:ext>
            </a:extLst>
          </p:cNvPr>
          <p:cNvSpPr txBox="1"/>
          <p:nvPr/>
        </p:nvSpPr>
        <p:spPr>
          <a:xfrm>
            <a:off x="778359" y="2339712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01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C15EA4C-8D40-4852-9557-083BBE654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35050" y="2374611"/>
            <a:ext cx="432000" cy="432000"/>
          </a:xfrm>
          <a:prstGeom prst="rect">
            <a:avLst/>
          </a:prstGeom>
        </p:spPr>
      </p:pic>
      <p:sp>
        <p:nvSpPr>
          <p:cNvPr id="19" name="Прямоугольный треугольник 18">
            <a:extLst>
              <a:ext uri="{FF2B5EF4-FFF2-40B4-BE49-F238E27FC236}">
                <a16:creationId xmlns:a16="http://schemas.microsoft.com/office/drawing/2014/main" id="{E448CAB4-DD95-4EBE-843C-AB1B470A4A0D}"/>
              </a:ext>
            </a:extLst>
          </p:cNvPr>
          <p:cNvSpPr/>
          <p:nvPr/>
        </p:nvSpPr>
        <p:spPr>
          <a:xfrm rot="16200000">
            <a:off x="3539063" y="2079112"/>
            <a:ext cx="179794" cy="1795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: скругленные верхние углы 19">
            <a:extLst>
              <a:ext uri="{FF2B5EF4-FFF2-40B4-BE49-F238E27FC236}">
                <a16:creationId xmlns:a16="http://schemas.microsoft.com/office/drawing/2014/main" id="{EB48B667-8154-44FF-B4E2-F9B8357CA457}"/>
              </a:ext>
            </a:extLst>
          </p:cNvPr>
          <p:cNvSpPr/>
          <p:nvPr/>
        </p:nvSpPr>
        <p:spPr>
          <a:xfrm rot="5400000">
            <a:off x="2819175" y="2973375"/>
            <a:ext cx="3780000" cy="1991250"/>
          </a:xfrm>
          <a:prstGeom prst="round2SameRect">
            <a:avLst>
              <a:gd name="adj1" fmla="val 11028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1" name="Прямоугольник: скругленные верхние углы 20">
            <a:extLst>
              <a:ext uri="{FF2B5EF4-FFF2-40B4-BE49-F238E27FC236}">
                <a16:creationId xmlns:a16="http://schemas.microsoft.com/office/drawing/2014/main" id="{08F4F047-696C-495B-B85D-23B084653CC3}"/>
              </a:ext>
            </a:extLst>
          </p:cNvPr>
          <p:cNvSpPr/>
          <p:nvPr/>
        </p:nvSpPr>
        <p:spPr>
          <a:xfrm rot="5400000">
            <a:off x="4197300" y="1600875"/>
            <a:ext cx="675000" cy="1991250"/>
          </a:xfrm>
          <a:prstGeom prst="round2Same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Прямоугольный треугольник 21">
            <a:extLst>
              <a:ext uri="{FF2B5EF4-FFF2-40B4-BE49-F238E27FC236}">
                <a16:creationId xmlns:a16="http://schemas.microsoft.com/office/drawing/2014/main" id="{78EB05CD-FD69-4C13-BB87-70A73A7FFCC2}"/>
              </a:ext>
            </a:extLst>
          </p:cNvPr>
          <p:cNvSpPr/>
          <p:nvPr/>
        </p:nvSpPr>
        <p:spPr>
          <a:xfrm rot="10800000">
            <a:off x="3539063" y="2934000"/>
            <a:ext cx="179794" cy="1795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910FBE-4AAE-4CB2-A0B7-BD48DD1FBC47}"/>
              </a:ext>
            </a:extLst>
          </p:cNvPr>
          <p:cNvSpPr txBox="1"/>
          <p:nvPr/>
        </p:nvSpPr>
        <p:spPr>
          <a:xfrm>
            <a:off x="3924024" y="3161661"/>
            <a:ext cx="1570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Lorem Ipsum</a:t>
            </a:r>
            <a:endParaRPr lang="ru-RU" sz="2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75595CB-61C7-4E3F-B159-B21C13980923}"/>
              </a:ext>
            </a:extLst>
          </p:cNvPr>
          <p:cNvSpPr txBox="1"/>
          <p:nvPr/>
        </p:nvSpPr>
        <p:spPr>
          <a:xfrm>
            <a:off x="3887925" y="3680336"/>
            <a:ext cx="16425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/>
              <a:t>Lorem Ipsum Dolor Lorem Ipsum</a:t>
            </a:r>
            <a:r>
              <a:rPr lang="ru-RU" sz="1400" dirty="0"/>
              <a:t> </a:t>
            </a:r>
            <a:r>
              <a:rPr lang="da-DK" sz="1400" dirty="0"/>
              <a:t>Dolor</a:t>
            </a:r>
            <a:endParaRPr lang="ru-RU" sz="1400" dirty="0"/>
          </a:p>
          <a:p>
            <a:r>
              <a:rPr lang="da-DK" sz="1400" dirty="0"/>
              <a:t>Lorem Ipsum</a:t>
            </a:r>
            <a:r>
              <a:rPr lang="ru-RU" sz="1400" dirty="0"/>
              <a:t> </a:t>
            </a:r>
            <a:r>
              <a:rPr lang="da-DK" sz="1400" dirty="0"/>
              <a:t>Dolor</a:t>
            </a:r>
            <a:endParaRPr lang="ru-RU" sz="1400" dirty="0"/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8A55159E-AFCA-435D-AEF8-2CABC29DE45B}"/>
              </a:ext>
            </a:extLst>
          </p:cNvPr>
          <p:cNvCxnSpPr>
            <a:cxnSpLocks/>
          </p:cNvCxnSpPr>
          <p:nvPr/>
        </p:nvCxnSpPr>
        <p:spPr>
          <a:xfrm>
            <a:off x="3961050" y="4914000"/>
            <a:ext cx="1569375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Звезда: 5 точек 25">
            <a:extLst>
              <a:ext uri="{FF2B5EF4-FFF2-40B4-BE49-F238E27FC236}">
                <a16:creationId xmlns:a16="http://schemas.microsoft.com/office/drawing/2014/main" id="{41F61F21-22D0-4072-A572-C4875F96966C}"/>
              </a:ext>
            </a:extLst>
          </p:cNvPr>
          <p:cNvSpPr/>
          <p:nvPr/>
        </p:nvSpPr>
        <p:spPr>
          <a:xfrm>
            <a:off x="3989175" y="5441400"/>
            <a:ext cx="236250" cy="236250"/>
          </a:xfrm>
          <a:prstGeom prst="star5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Звезда: 5 точек 26">
            <a:extLst>
              <a:ext uri="{FF2B5EF4-FFF2-40B4-BE49-F238E27FC236}">
                <a16:creationId xmlns:a16="http://schemas.microsoft.com/office/drawing/2014/main" id="{5BED1010-E52E-4F08-B76A-7AA2E34DBE27}"/>
              </a:ext>
            </a:extLst>
          </p:cNvPr>
          <p:cNvSpPr/>
          <p:nvPr/>
        </p:nvSpPr>
        <p:spPr>
          <a:xfrm>
            <a:off x="4280400" y="5441400"/>
            <a:ext cx="236250" cy="236250"/>
          </a:xfrm>
          <a:prstGeom prst="star5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Звезда: 5 точек 27">
            <a:extLst>
              <a:ext uri="{FF2B5EF4-FFF2-40B4-BE49-F238E27FC236}">
                <a16:creationId xmlns:a16="http://schemas.microsoft.com/office/drawing/2014/main" id="{161B8209-5093-4559-A00F-235257011A71}"/>
              </a:ext>
            </a:extLst>
          </p:cNvPr>
          <p:cNvSpPr/>
          <p:nvPr/>
        </p:nvSpPr>
        <p:spPr>
          <a:xfrm>
            <a:off x="4572900" y="5442750"/>
            <a:ext cx="236250" cy="236250"/>
          </a:xfrm>
          <a:prstGeom prst="star5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Звезда: 5 точек 28">
            <a:extLst>
              <a:ext uri="{FF2B5EF4-FFF2-40B4-BE49-F238E27FC236}">
                <a16:creationId xmlns:a16="http://schemas.microsoft.com/office/drawing/2014/main" id="{F009DE74-8732-4321-918D-4190973FC11F}"/>
              </a:ext>
            </a:extLst>
          </p:cNvPr>
          <p:cNvSpPr/>
          <p:nvPr/>
        </p:nvSpPr>
        <p:spPr>
          <a:xfrm>
            <a:off x="4865400" y="5442750"/>
            <a:ext cx="236250" cy="236250"/>
          </a:xfrm>
          <a:prstGeom prst="star5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Звезда: 5 точек 29">
            <a:extLst>
              <a:ext uri="{FF2B5EF4-FFF2-40B4-BE49-F238E27FC236}">
                <a16:creationId xmlns:a16="http://schemas.microsoft.com/office/drawing/2014/main" id="{353442E2-E9EF-4617-9886-089BFB4B7CE6}"/>
              </a:ext>
            </a:extLst>
          </p:cNvPr>
          <p:cNvSpPr/>
          <p:nvPr/>
        </p:nvSpPr>
        <p:spPr>
          <a:xfrm>
            <a:off x="5157900" y="5442750"/>
            <a:ext cx="236250" cy="236250"/>
          </a:xfrm>
          <a:prstGeom prst="star5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382546-C95E-4925-89E5-2F325D32A534}"/>
              </a:ext>
            </a:extLst>
          </p:cNvPr>
          <p:cNvSpPr txBox="1"/>
          <p:nvPr/>
        </p:nvSpPr>
        <p:spPr>
          <a:xfrm>
            <a:off x="3887925" y="5023137"/>
            <a:ext cx="115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Lorem Ipsum</a:t>
            </a:r>
            <a:endParaRPr lang="ru-RU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5DA114-8BDC-42DD-8BE1-2CBF96C6D821}"/>
              </a:ext>
            </a:extLst>
          </p:cNvPr>
          <p:cNvSpPr txBox="1"/>
          <p:nvPr/>
        </p:nvSpPr>
        <p:spPr>
          <a:xfrm>
            <a:off x="3691507" y="232432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Прямоугольный треугольник 32">
            <a:extLst>
              <a:ext uri="{FF2B5EF4-FFF2-40B4-BE49-F238E27FC236}">
                <a16:creationId xmlns:a16="http://schemas.microsoft.com/office/drawing/2014/main" id="{3966F74A-3F31-4FCF-956F-2D0B7114B1F2}"/>
              </a:ext>
            </a:extLst>
          </p:cNvPr>
          <p:cNvSpPr/>
          <p:nvPr/>
        </p:nvSpPr>
        <p:spPr>
          <a:xfrm rot="16200000">
            <a:off x="6389663" y="2079112"/>
            <a:ext cx="179794" cy="1795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Прямоугольник: скругленные верхние углы 33">
            <a:extLst>
              <a:ext uri="{FF2B5EF4-FFF2-40B4-BE49-F238E27FC236}">
                <a16:creationId xmlns:a16="http://schemas.microsoft.com/office/drawing/2014/main" id="{E829776C-965B-487E-86D8-06C9B69416CB}"/>
              </a:ext>
            </a:extLst>
          </p:cNvPr>
          <p:cNvSpPr/>
          <p:nvPr/>
        </p:nvSpPr>
        <p:spPr>
          <a:xfrm rot="5400000">
            <a:off x="5669775" y="2973375"/>
            <a:ext cx="3780000" cy="1991250"/>
          </a:xfrm>
          <a:prstGeom prst="round2SameRect">
            <a:avLst>
              <a:gd name="adj1" fmla="val 11028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5" name="Прямоугольник: скругленные верхние углы 34">
            <a:extLst>
              <a:ext uri="{FF2B5EF4-FFF2-40B4-BE49-F238E27FC236}">
                <a16:creationId xmlns:a16="http://schemas.microsoft.com/office/drawing/2014/main" id="{0B0C7FBA-578A-472D-8430-F0B1BC305A13}"/>
              </a:ext>
            </a:extLst>
          </p:cNvPr>
          <p:cNvSpPr/>
          <p:nvPr/>
        </p:nvSpPr>
        <p:spPr>
          <a:xfrm rot="5400000">
            <a:off x="7047900" y="1600875"/>
            <a:ext cx="675000" cy="1991250"/>
          </a:xfrm>
          <a:prstGeom prst="round2Same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Прямоугольный треугольник 35">
            <a:extLst>
              <a:ext uri="{FF2B5EF4-FFF2-40B4-BE49-F238E27FC236}">
                <a16:creationId xmlns:a16="http://schemas.microsoft.com/office/drawing/2014/main" id="{9B530CF0-B937-4FF8-AD54-91604566D4E8}"/>
              </a:ext>
            </a:extLst>
          </p:cNvPr>
          <p:cNvSpPr/>
          <p:nvPr/>
        </p:nvSpPr>
        <p:spPr>
          <a:xfrm rot="10800000">
            <a:off x="6389663" y="2934000"/>
            <a:ext cx="179794" cy="1795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AF36BC8-59B4-4AF3-8379-0D21B5724919}"/>
              </a:ext>
            </a:extLst>
          </p:cNvPr>
          <p:cNvSpPr txBox="1"/>
          <p:nvPr/>
        </p:nvSpPr>
        <p:spPr>
          <a:xfrm>
            <a:off x="6774624" y="3161661"/>
            <a:ext cx="1570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Lorem Ipsum</a:t>
            </a:r>
            <a:endParaRPr lang="ru-RU" sz="2000" b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7FCD8BD-BA97-4A88-9614-58B59E2C29B7}"/>
              </a:ext>
            </a:extLst>
          </p:cNvPr>
          <p:cNvSpPr txBox="1"/>
          <p:nvPr/>
        </p:nvSpPr>
        <p:spPr>
          <a:xfrm>
            <a:off x="6738525" y="3680336"/>
            <a:ext cx="16425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/>
              <a:t>Lorem Ipsum Dolor Lorem Ipsum</a:t>
            </a:r>
            <a:r>
              <a:rPr lang="ru-RU" sz="1400" dirty="0"/>
              <a:t> </a:t>
            </a:r>
            <a:r>
              <a:rPr lang="da-DK" sz="1400" dirty="0"/>
              <a:t>Dolor</a:t>
            </a:r>
            <a:endParaRPr lang="ru-RU" sz="1400" dirty="0"/>
          </a:p>
          <a:p>
            <a:r>
              <a:rPr lang="da-DK" sz="1400" dirty="0"/>
              <a:t>Lorem Ipsum</a:t>
            </a:r>
            <a:r>
              <a:rPr lang="ru-RU" sz="1400" dirty="0"/>
              <a:t> </a:t>
            </a:r>
            <a:r>
              <a:rPr lang="da-DK" sz="1400" dirty="0"/>
              <a:t>Dolor</a:t>
            </a:r>
            <a:endParaRPr lang="ru-RU" sz="1400" dirty="0"/>
          </a:p>
        </p:txBody>
      </p: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41171453-1BDA-40ED-922B-FF45D249CE0E}"/>
              </a:ext>
            </a:extLst>
          </p:cNvPr>
          <p:cNvCxnSpPr>
            <a:cxnSpLocks/>
          </p:cNvCxnSpPr>
          <p:nvPr/>
        </p:nvCxnSpPr>
        <p:spPr>
          <a:xfrm>
            <a:off x="6811650" y="4914000"/>
            <a:ext cx="1569375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Звезда: 5 точек 39">
            <a:extLst>
              <a:ext uri="{FF2B5EF4-FFF2-40B4-BE49-F238E27FC236}">
                <a16:creationId xmlns:a16="http://schemas.microsoft.com/office/drawing/2014/main" id="{170604C7-6B5B-4497-9D89-DA88AA510C6A}"/>
              </a:ext>
            </a:extLst>
          </p:cNvPr>
          <p:cNvSpPr/>
          <p:nvPr/>
        </p:nvSpPr>
        <p:spPr>
          <a:xfrm>
            <a:off x="6839775" y="5441400"/>
            <a:ext cx="236250" cy="236250"/>
          </a:xfrm>
          <a:prstGeom prst="star5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Звезда: 5 точек 40">
            <a:extLst>
              <a:ext uri="{FF2B5EF4-FFF2-40B4-BE49-F238E27FC236}">
                <a16:creationId xmlns:a16="http://schemas.microsoft.com/office/drawing/2014/main" id="{A7662D8A-6D3B-457E-BCA6-A1B79D547C25}"/>
              </a:ext>
            </a:extLst>
          </p:cNvPr>
          <p:cNvSpPr/>
          <p:nvPr/>
        </p:nvSpPr>
        <p:spPr>
          <a:xfrm>
            <a:off x="7131000" y="5441400"/>
            <a:ext cx="236250" cy="236250"/>
          </a:xfrm>
          <a:prstGeom prst="star5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2" name="Звезда: 5 точек 41">
            <a:extLst>
              <a:ext uri="{FF2B5EF4-FFF2-40B4-BE49-F238E27FC236}">
                <a16:creationId xmlns:a16="http://schemas.microsoft.com/office/drawing/2014/main" id="{A000342E-BEE1-44E1-9B01-2364F496ACCA}"/>
              </a:ext>
            </a:extLst>
          </p:cNvPr>
          <p:cNvSpPr/>
          <p:nvPr/>
        </p:nvSpPr>
        <p:spPr>
          <a:xfrm>
            <a:off x="7423500" y="5442750"/>
            <a:ext cx="236250" cy="236250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Звезда: 5 точек 42">
            <a:extLst>
              <a:ext uri="{FF2B5EF4-FFF2-40B4-BE49-F238E27FC236}">
                <a16:creationId xmlns:a16="http://schemas.microsoft.com/office/drawing/2014/main" id="{7EF1DF0B-8FF2-408A-B562-F21D0E41DFE0}"/>
              </a:ext>
            </a:extLst>
          </p:cNvPr>
          <p:cNvSpPr/>
          <p:nvPr/>
        </p:nvSpPr>
        <p:spPr>
          <a:xfrm>
            <a:off x="7716000" y="5442750"/>
            <a:ext cx="236250" cy="236250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4" name="Звезда: 5 точек 43">
            <a:extLst>
              <a:ext uri="{FF2B5EF4-FFF2-40B4-BE49-F238E27FC236}">
                <a16:creationId xmlns:a16="http://schemas.microsoft.com/office/drawing/2014/main" id="{10AA5F31-C307-454C-BC22-BD1390583DEC}"/>
              </a:ext>
            </a:extLst>
          </p:cNvPr>
          <p:cNvSpPr/>
          <p:nvPr/>
        </p:nvSpPr>
        <p:spPr>
          <a:xfrm>
            <a:off x="8008500" y="5442750"/>
            <a:ext cx="236250" cy="236250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CDEF41E-24E6-4F53-BA97-8D6A0AD35EBD}"/>
              </a:ext>
            </a:extLst>
          </p:cNvPr>
          <p:cNvSpPr txBox="1"/>
          <p:nvPr/>
        </p:nvSpPr>
        <p:spPr>
          <a:xfrm>
            <a:off x="6738525" y="5023137"/>
            <a:ext cx="115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Lorem Ipsum</a:t>
            </a:r>
            <a:endParaRPr lang="ru-RU" sz="14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0C29AF-1634-40E1-BA22-FCA7D786B13A}"/>
              </a:ext>
            </a:extLst>
          </p:cNvPr>
          <p:cNvSpPr txBox="1"/>
          <p:nvPr/>
        </p:nvSpPr>
        <p:spPr>
          <a:xfrm>
            <a:off x="6537599" y="2305278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47" name="Прямоугольный треугольник 46">
            <a:extLst>
              <a:ext uri="{FF2B5EF4-FFF2-40B4-BE49-F238E27FC236}">
                <a16:creationId xmlns:a16="http://schemas.microsoft.com/office/drawing/2014/main" id="{977A5293-6003-4334-AAFB-608DCBAC65BF}"/>
              </a:ext>
            </a:extLst>
          </p:cNvPr>
          <p:cNvSpPr/>
          <p:nvPr/>
        </p:nvSpPr>
        <p:spPr>
          <a:xfrm rot="16200000">
            <a:off x="9240263" y="2079112"/>
            <a:ext cx="179794" cy="1795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8" name="Прямоугольник: скругленные верхние углы 47">
            <a:extLst>
              <a:ext uri="{FF2B5EF4-FFF2-40B4-BE49-F238E27FC236}">
                <a16:creationId xmlns:a16="http://schemas.microsoft.com/office/drawing/2014/main" id="{434D7237-CFE2-4569-A8AE-55BFC5ACF6DD}"/>
              </a:ext>
            </a:extLst>
          </p:cNvPr>
          <p:cNvSpPr/>
          <p:nvPr/>
        </p:nvSpPr>
        <p:spPr>
          <a:xfrm rot="5400000">
            <a:off x="8520375" y="2973375"/>
            <a:ext cx="3780000" cy="1991250"/>
          </a:xfrm>
          <a:prstGeom prst="round2SameRect">
            <a:avLst>
              <a:gd name="adj1" fmla="val 11028"/>
              <a:gd name="adj2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63500" sx="103000" sy="103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Прямоугольник: скругленные верхние углы 48">
            <a:extLst>
              <a:ext uri="{FF2B5EF4-FFF2-40B4-BE49-F238E27FC236}">
                <a16:creationId xmlns:a16="http://schemas.microsoft.com/office/drawing/2014/main" id="{AF411B0D-7110-4A3A-85C3-ED826BAD1BBB}"/>
              </a:ext>
            </a:extLst>
          </p:cNvPr>
          <p:cNvSpPr/>
          <p:nvPr/>
        </p:nvSpPr>
        <p:spPr>
          <a:xfrm rot="5400000">
            <a:off x="9898500" y="1600875"/>
            <a:ext cx="675000" cy="1991250"/>
          </a:xfrm>
          <a:prstGeom prst="round2Same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0" name="Прямоугольный треугольник 49">
            <a:extLst>
              <a:ext uri="{FF2B5EF4-FFF2-40B4-BE49-F238E27FC236}">
                <a16:creationId xmlns:a16="http://schemas.microsoft.com/office/drawing/2014/main" id="{5715F8FE-45BC-4CA5-A482-C9869E93CFF2}"/>
              </a:ext>
            </a:extLst>
          </p:cNvPr>
          <p:cNvSpPr/>
          <p:nvPr/>
        </p:nvSpPr>
        <p:spPr>
          <a:xfrm rot="10800000">
            <a:off x="9240263" y="2934000"/>
            <a:ext cx="179794" cy="1795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29A634-5FD9-4C00-B9B6-95C26C7C38B6}"/>
              </a:ext>
            </a:extLst>
          </p:cNvPr>
          <p:cNvSpPr txBox="1"/>
          <p:nvPr/>
        </p:nvSpPr>
        <p:spPr>
          <a:xfrm>
            <a:off x="9625224" y="3161661"/>
            <a:ext cx="1570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Lorem Ipsum</a:t>
            </a:r>
            <a:endParaRPr lang="ru-RU" sz="20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F989569-418E-44C0-B257-EF4473054584}"/>
              </a:ext>
            </a:extLst>
          </p:cNvPr>
          <p:cNvSpPr txBox="1"/>
          <p:nvPr/>
        </p:nvSpPr>
        <p:spPr>
          <a:xfrm>
            <a:off x="9589125" y="3680336"/>
            <a:ext cx="16425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1400" dirty="0"/>
              <a:t>Lorem Ipsum Dolor Lorem Ipsum</a:t>
            </a:r>
            <a:r>
              <a:rPr lang="ru-RU" sz="1400" dirty="0"/>
              <a:t> </a:t>
            </a:r>
            <a:r>
              <a:rPr lang="da-DK" sz="1400" dirty="0"/>
              <a:t>Dolor</a:t>
            </a:r>
            <a:endParaRPr lang="ru-RU" sz="1400" dirty="0"/>
          </a:p>
          <a:p>
            <a:r>
              <a:rPr lang="da-DK" sz="1400" dirty="0"/>
              <a:t>Lorem Ipsum</a:t>
            </a:r>
            <a:r>
              <a:rPr lang="ru-RU" sz="1400" dirty="0"/>
              <a:t> </a:t>
            </a:r>
            <a:r>
              <a:rPr lang="da-DK" sz="1400" dirty="0"/>
              <a:t>Dolor</a:t>
            </a:r>
            <a:endParaRPr lang="ru-RU" sz="1400" dirty="0"/>
          </a:p>
        </p:txBody>
      </p: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56282814-7E4C-4325-AB2C-12043B6AA80A}"/>
              </a:ext>
            </a:extLst>
          </p:cNvPr>
          <p:cNvCxnSpPr>
            <a:cxnSpLocks/>
          </p:cNvCxnSpPr>
          <p:nvPr/>
        </p:nvCxnSpPr>
        <p:spPr>
          <a:xfrm>
            <a:off x="9662250" y="4914000"/>
            <a:ext cx="1569375" cy="0"/>
          </a:xfrm>
          <a:prstGeom prst="line">
            <a:avLst/>
          </a:prstGeom>
          <a:ln w="2222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Звезда: 5 точек 53">
            <a:extLst>
              <a:ext uri="{FF2B5EF4-FFF2-40B4-BE49-F238E27FC236}">
                <a16:creationId xmlns:a16="http://schemas.microsoft.com/office/drawing/2014/main" id="{9C85C265-32AF-4D1C-A44E-35344706284C}"/>
              </a:ext>
            </a:extLst>
          </p:cNvPr>
          <p:cNvSpPr/>
          <p:nvPr/>
        </p:nvSpPr>
        <p:spPr>
          <a:xfrm>
            <a:off x="9690375" y="5441400"/>
            <a:ext cx="236250" cy="236250"/>
          </a:xfrm>
          <a:prstGeom prst="star5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Звезда: 5 точек 54">
            <a:extLst>
              <a:ext uri="{FF2B5EF4-FFF2-40B4-BE49-F238E27FC236}">
                <a16:creationId xmlns:a16="http://schemas.microsoft.com/office/drawing/2014/main" id="{16BFCB3D-C7F9-4F1C-AB2B-35BC09782E68}"/>
              </a:ext>
            </a:extLst>
          </p:cNvPr>
          <p:cNvSpPr/>
          <p:nvPr/>
        </p:nvSpPr>
        <p:spPr>
          <a:xfrm>
            <a:off x="9981600" y="5441400"/>
            <a:ext cx="236250" cy="236250"/>
          </a:xfrm>
          <a:prstGeom prst="star5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6" name="Звезда: 5 точек 55">
            <a:extLst>
              <a:ext uri="{FF2B5EF4-FFF2-40B4-BE49-F238E27FC236}">
                <a16:creationId xmlns:a16="http://schemas.microsoft.com/office/drawing/2014/main" id="{366A1BEA-B99E-428F-8BDB-CAFA1DA6F987}"/>
              </a:ext>
            </a:extLst>
          </p:cNvPr>
          <p:cNvSpPr/>
          <p:nvPr/>
        </p:nvSpPr>
        <p:spPr>
          <a:xfrm>
            <a:off x="10274100" y="5442750"/>
            <a:ext cx="236250" cy="236250"/>
          </a:xfrm>
          <a:prstGeom prst="star5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Звезда: 5 точек 56">
            <a:extLst>
              <a:ext uri="{FF2B5EF4-FFF2-40B4-BE49-F238E27FC236}">
                <a16:creationId xmlns:a16="http://schemas.microsoft.com/office/drawing/2014/main" id="{43E5A95A-75DB-4DA4-9C27-4A6E728CBFF2}"/>
              </a:ext>
            </a:extLst>
          </p:cNvPr>
          <p:cNvSpPr/>
          <p:nvPr/>
        </p:nvSpPr>
        <p:spPr>
          <a:xfrm>
            <a:off x="10566600" y="5442750"/>
            <a:ext cx="236250" cy="236250"/>
          </a:xfrm>
          <a:prstGeom prst="star5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8" name="Звезда: 5 точек 57">
            <a:extLst>
              <a:ext uri="{FF2B5EF4-FFF2-40B4-BE49-F238E27FC236}">
                <a16:creationId xmlns:a16="http://schemas.microsoft.com/office/drawing/2014/main" id="{21B705E2-99D9-486C-9AF4-B2D0DCD07EFB}"/>
              </a:ext>
            </a:extLst>
          </p:cNvPr>
          <p:cNvSpPr/>
          <p:nvPr/>
        </p:nvSpPr>
        <p:spPr>
          <a:xfrm>
            <a:off x="10859100" y="5442750"/>
            <a:ext cx="236250" cy="236250"/>
          </a:xfrm>
          <a:prstGeom prst="star5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00D10BD-F0CF-47DB-925C-484173979125}"/>
              </a:ext>
            </a:extLst>
          </p:cNvPr>
          <p:cNvSpPr txBox="1"/>
          <p:nvPr/>
        </p:nvSpPr>
        <p:spPr>
          <a:xfrm>
            <a:off x="9589125" y="5023137"/>
            <a:ext cx="115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Lorem Ipsum</a:t>
            </a:r>
            <a:endParaRPr lang="ru-RU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98657D-8CD0-412E-BB2D-78E7FAC18791}"/>
              </a:ext>
            </a:extLst>
          </p:cNvPr>
          <p:cNvSpPr txBox="1"/>
          <p:nvPr/>
        </p:nvSpPr>
        <p:spPr>
          <a:xfrm>
            <a:off x="9425714" y="2310359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04</a:t>
            </a:r>
          </a:p>
        </p:txBody>
      </p:sp>
      <p:pic>
        <p:nvPicPr>
          <p:cNvPr id="61" name="Рисунок 60">
            <a:extLst>
              <a:ext uri="{FF2B5EF4-FFF2-40B4-BE49-F238E27FC236}">
                <a16:creationId xmlns:a16="http://schemas.microsoft.com/office/drawing/2014/main" id="{256C2AA4-2D48-4B3A-88F0-DC3588DB19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941900" y="2374611"/>
            <a:ext cx="432000" cy="432000"/>
          </a:xfrm>
          <a:prstGeom prst="rect">
            <a:avLst/>
          </a:prstGeom>
        </p:spPr>
      </p:pic>
      <p:pic>
        <p:nvPicPr>
          <p:cNvPr id="62" name="Рисунок 61">
            <a:extLst>
              <a:ext uri="{FF2B5EF4-FFF2-40B4-BE49-F238E27FC236}">
                <a16:creationId xmlns:a16="http://schemas.microsoft.com/office/drawing/2014/main" id="{A456C7E6-D7AF-4B6D-9A09-E60ECFC133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7792500" y="2377550"/>
            <a:ext cx="432000" cy="432000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D76B3E80-4580-4631-AE70-9C40F410C17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680615" y="2387930"/>
            <a:ext cx="3960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553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D1C0E26-7154-4CD9-A037-93EE66147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 слайда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DB1546F-D894-43F0-81C1-C53463A11F21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9" t="3059" r="-119" b="27675"/>
          <a:stretch/>
        </p:blipFill>
        <p:spPr>
          <a:xfrm>
            <a:off x="4572000" y="2303463"/>
            <a:ext cx="4005550" cy="1620837"/>
          </a:xfr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C7FC965-EEE4-40BB-8E85-FC9822E4EC7F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244" b="10244"/>
          <a:stretch>
            <a:fillRect/>
          </a:stretch>
        </p:blipFill>
        <p:spPr/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20ABE68-5740-4627-BD3E-6A3A551936C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14" b="5214"/>
          <a:stretch>
            <a:fillRect/>
          </a:stretch>
        </p:blipFill>
        <p:spPr/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5D1705D-CEAB-4F0C-8118-90B0220BBE6D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2" r="2802"/>
          <a:stretch>
            <a:fillRect/>
          </a:stretch>
        </p:blipFill>
        <p:spPr/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07BFB51-DB51-4DC4-A630-A8CF5B356E1E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" r="578"/>
          <a:stretch>
            <a:fillRect/>
          </a:stretch>
        </p:blipFill>
        <p:spPr/>
      </p:pic>
      <p:sp>
        <p:nvSpPr>
          <p:cNvPr id="10" name="Текст 9">
            <a:extLst>
              <a:ext uri="{FF2B5EF4-FFF2-40B4-BE49-F238E27FC236}">
                <a16:creationId xmlns:a16="http://schemas.microsoft.com/office/drawing/2014/main" id="{FF78DFDB-FEAF-4108-8F52-97FE77C6FA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800" dirty="0"/>
              <a:t>Lorem ipsum dolor sit </a:t>
            </a:r>
            <a:r>
              <a:rPr lang="en-US" sz="2800" dirty="0" err="1"/>
              <a:t>amet</a:t>
            </a:r>
            <a:r>
              <a:rPr lang="en-US" sz="2800" dirty="0"/>
              <a:t>, </a:t>
            </a:r>
            <a:r>
              <a:rPr lang="en-US" sz="2800" dirty="0" err="1"/>
              <a:t>consectetur</a:t>
            </a:r>
            <a:r>
              <a:rPr lang="en-US" sz="2800" dirty="0"/>
              <a:t> </a:t>
            </a:r>
            <a:r>
              <a:rPr lang="en-US" sz="2800" dirty="0" err="1"/>
              <a:t>adipiscing</a:t>
            </a:r>
            <a:r>
              <a:rPr lang="en-US" sz="2800" dirty="0"/>
              <a:t> </a:t>
            </a:r>
            <a:r>
              <a:rPr lang="en-US" sz="2800" dirty="0" err="1"/>
              <a:t>elit</a:t>
            </a:r>
            <a:r>
              <a:rPr lang="en-US" sz="2800" dirty="0"/>
              <a:t>, sed do </a:t>
            </a:r>
            <a:r>
              <a:rPr lang="en-US" sz="2800" dirty="0" err="1"/>
              <a:t>eiusmod</a:t>
            </a:r>
            <a:r>
              <a:rPr lang="en-US" sz="2800" dirty="0"/>
              <a:t> </a:t>
            </a:r>
            <a:r>
              <a:rPr lang="en-US" sz="2800" dirty="0" err="1"/>
              <a:t>tempor</a:t>
            </a:r>
            <a:r>
              <a:rPr lang="en-US" sz="2800" dirty="0"/>
              <a:t> </a:t>
            </a:r>
            <a:r>
              <a:rPr lang="en-US" sz="2800" dirty="0" err="1"/>
              <a:t>incididunt</a:t>
            </a:r>
            <a:r>
              <a:rPr lang="en-US" sz="2800" dirty="0"/>
              <a:t> </a:t>
            </a:r>
            <a:r>
              <a:rPr lang="en-US" sz="2800" dirty="0" err="1"/>
              <a:t>ut</a:t>
            </a:r>
            <a:r>
              <a:rPr lang="en-US" sz="2800" dirty="0"/>
              <a:t> </a:t>
            </a:r>
            <a:r>
              <a:rPr lang="en-US" sz="2800" dirty="0" err="1"/>
              <a:t>labore</a:t>
            </a:r>
            <a:r>
              <a:rPr lang="en-US" sz="2800" dirty="0"/>
              <a:t> et dolore magna </a:t>
            </a:r>
            <a:r>
              <a:rPr lang="en-US" sz="2800" dirty="0" err="1"/>
              <a:t>aliqua</a:t>
            </a:r>
            <a:r>
              <a:rPr lang="en-US" sz="2800" dirty="0"/>
              <a:t>.</a:t>
            </a:r>
            <a:endParaRPr lang="ru-RU" sz="2800" dirty="0"/>
          </a:p>
          <a:p>
            <a:endParaRPr lang="ru-RU" dirty="0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A7AA530D-34A2-4B65-9FE0-F528201FF1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20" r="238" b="33696"/>
          <a:stretch/>
        </p:blipFill>
        <p:spPr>
          <a:xfrm>
            <a:off x="425450" y="2303463"/>
            <a:ext cx="3996000" cy="1620837"/>
          </a:xfrm>
        </p:spPr>
      </p:pic>
    </p:spTree>
    <p:extLst>
      <p:ext uri="{BB962C8B-B14F-4D97-AF65-F5344CB8AC3E}">
        <p14:creationId xmlns:p14="http://schemas.microsoft.com/office/powerpoint/2010/main" val="2825319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B356703-6718-4096-979E-75C8910B5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tx2"/>
                </a:solidFill>
              </a:rPr>
              <a:t>Вставьте заголовок слайда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D9A72FB7-17C1-4E76-9663-C9DBAB48A26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9934" y="1140015"/>
            <a:ext cx="6706065" cy="1259550"/>
          </a:xfrm>
        </p:spPr>
        <p:txBody>
          <a:bodyPr>
            <a:normAutofit/>
          </a:bodyPr>
          <a:lstStyle/>
          <a:p>
            <a:r>
              <a:rPr lang="en-US" sz="1400" dirty="0">
                <a:solidFill>
                  <a:schemeClr val="tx2"/>
                </a:solidFill>
              </a:rPr>
              <a:t>Lorem ipsum dolor sit </a:t>
            </a:r>
            <a:r>
              <a:rPr lang="en-US" sz="1400" dirty="0" err="1">
                <a:solidFill>
                  <a:schemeClr val="tx2"/>
                </a:solidFill>
              </a:rPr>
              <a:t>amet</a:t>
            </a:r>
            <a:r>
              <a:rPr lang="en-US" sz="1400" dirty="0">
                <a:solidFill>
                  <a:schemeClr val="tx2"/>
                </a:solidFill>
              </a:rPr>
              <a:t>, </a:t>
            </a:r>
            <a:r>
              <a:rPr lang="en-US" sz="1400" dirty="0" err="1">
                <a:solidFill>
                  <a:schemeClr val="tx2"/>
                </a:solidFill>
              </a:rPr>
              <a:t>consectetur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adipiscing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elit</a:t>
            </a:r>
            <a:r>
              <a:rPr lang="en-US" sz="1400" dirty="0">
                <a:solidFill>
                  <a:schemeClr val="tx2"/>
                </a:solidFill>
              </a:rPr>
              <a:t>, sed do </a:t>
            </a:r>
            <a:r>
              <a:rPr lang="en-US" sz="1400" dirty="0" err="1">
                <a:solidFill>
                  <a:schemeClr val="tx2"/>
                </a:solidFill>
              </a:rPr>
              <a:t>eiusmod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tempor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incididunt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ut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labore</a:t>
            </a:r>
            <a:r>
              <a:rPr lang="en-US" sz="1400" dirty="0">
                <a:solidFill>
                  <a:schemeClr val="tx2"/>
                </a:solidFill>
              </a:rPr>
              <a:t> et dolore magna </a:t>
            </a:r>
            <a:r>
              <a:rPr lang="en-US" sz="1400" dirty="0" err="1">
                <a:solidFill>
                  <a:schemeClr val="tx2"/>
                </a:solidFill>
              </a:rPr>
              <a:t>aliqua</a:t>
            </a:r>
            <a:r>
              <a:rPr lang="en-US" sz="1400" dirty="0">
                <a:solidFill>
                  <a:schemeClr val="tx2"/>
                </a:solidFill>
              </a:rPr>
              <a:t>. </a:t>
            </a:r>
            <a:endParaRPr lang="ru-RU" sz="1400" dirty="0">
              <a:solidFill>
                <a:schemeClr val="tx2"/>
              </a:solidFill>
            </a:endParaRPr>
          </a:p>
          <a:p>
            <a:r>
              <a:rPr lang="en-US" sz="1400" dirty="0">
                <a:solidFill>
                  <a:schemeClr val="tx2"/>
                </a:solidFill>
              </a:rPr>
              <a:t>Ut </a:t>
            </a:r>
            <a:r>
              <a:rPr lang="en-US" sz="1400" dirty="0" err="1">
                <a:solidFill>
                  <a:schemeClr val="tx2"/>
                </a:solidFill>
              </a:rPr>
              <a:t>enim</a:t>
            </a:r>
            <a:r>
              <a:rPr lang="en-US" sz="1400" dirty="0">
                <a:solidFill>
                  <a:schemeClr val="tx2"/>
                </a:solidFill>
              </a:rPr>
              <a:t> ad minim </a:t>
            </a:r>
            <a:r>
              <a:rPr lang="en-US" sz="1400" dirty="0" err="1">
                <a:solidFill>
                  <a:schemeClr val="tx2"/>
                </a:solidFill>
              </a:rPr>
              <a:t>veniam</a:t>
            </a:r>
            <a:r>
              <a:rPr lang="en-US" sz="1400" dirty="0">
                <a:solidFill>
                  <a:schemeClr val="tx2"/>
                </a:solidFill>
              </a:rPr>
              <a:t>, </a:t>
            </a:r>
            <a:r>
              <a:rPr lang="en-US" sz="1400" dirty="0" err="1">
                <a:solidFill>
                  <a:schemeClr val="tx2"/>
                </a:solidFill>
              </a:rPr>
              <a:t>quis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nostrud</a:t>
            </a:r>
            <a:r>
              <a:rPr lang="en-US" sz="1400" dirty="0">
                <a:solidFill>
                  <a:schemeClr val="tx2"/>
                </a:solidFill>
              </a:rPr>
              <a:t> exercitation </a:t>
            </a:r>
            <a:r>
              <a:rPr lang="en-US" sz="1400" dirty="0" err="1">
                <a:solidFill>
                  <a:schemeClr val="tx2"/>
                </a:solidFill>
              </a:rPr>
              <a:t>ullamco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laboris</a:t>
            </a:r>
            <a:r>
              <a:rPr lang="en-US" sz="1400" dirty="0">
                <a:solidFill>
                  <a:schemeClr val="tx2"/>
                </a:solidFill>
              </a:rPr>
              <a:t> nisi </a:t>
            </a:r>
            <a:r>
              <a:rPr lang="en-US" sz="1400" dirty="0" err="1">
                <a:solidFill>
                  <a:schemeClr val="tx2"/>
                </a:solidFill>
              </a:rPr>
              <a:t>ut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aliquip</a:t>
            </a:r>
            <a:r>
              <a:rPr lang="en-US" sz="1400" dirty="0">
                <a:solidFill>
                  <a:schemeClr val="tx2"/>
                </a:solidFill>
              </a:rPr>
              <a:t> ex </a:t>
            </a:r>
            <a:r>
              <a:rPr lang="en-US" sz="1400" dirty="0" err="1">
                <a:solidFill>
                  <a:schemeClr val="tx2"/>
                </a:solidFill>
              </a:rPr>
              <a:t>ea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commodo</a:t>
            </a:r>
            <a:r>
              <a:rPr lang="en-US" sz="1400" dirty="0">
                <a:solidFill>
                  <a:schemeClr val="tx2"/>
                </a:solidFill>
              </a:rPr>
              <a:t> </a:t>
            </a:r>
            <a:r>
              <a:rPr lang="en-US" sz="1400" dirty="0" err="1">
                <a:solidFill>
                  <a:schemeClr val="tx2"/>
                </a:solidFill>
              </a:rPr>
              <a:t>consequat</a:t>
            </a:r>
            <a:r>
              <a:rPr lang="en-US" sz="1400" dirty="0">
                <a:solidFill>
                  <a:schemeClr val="tx2"/>
                </a:solidFill>
              </a:rPr>
              <a:t>. </a:t>
            </a:r>
            <a:endParaRPr lang="ru-RU" sz="1400" dirty="0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F9E557-6DB4-4D75-A7F3-7C22DD2BB921}"/>
              </a:ext>
            </a:extLst>
          </p:cNvPr>
          <p:cNvSpPr txBox="1"/>
          <p:nvPr/>
        </p:nvSpPr>
        <p:spPr>
          <a:xfrm>
            <a:off x="4574805" y="2447880"/>
            <a:ext cx="2583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Вставьте ваш текст 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765D055-23FB-418D-A56C-899B5E29CC44}"/>
              </a:ext>
            </a:extLst>
          </p:cNvPr>
          <p:cNvSpPr/>
          <p:nvPr/>
        </p:nvSpPr>
        <p:spPr>
          <a:xfrm>
            <a:off x="4574804" y="2847990"/>
            <a:ext cx="303672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, </a:t>
            </a:r>
            <a:r>
              <a:rPr lang="ru-RU" sz="1400" dirty="0" err="1"/>
              <a:t>sed</a:t>
            </a:r>
            <a:r>
              <a:rPr lang="ru-RU" sz="1400" dirty="0"/>
              <a:t> </a:t>
            </a:r>
            <a:r>
              <a:rPr lang="ru-RU" sz="1400" dirty="0" err="1"/>
              <a:t>do</a:t>
            </a:r>
            <a:r>
              <a:rPr lang="ru-RU" sz="1400" dirty="0"/>
              <a:t> </a:t>
            </a:r>
            <a:r>
              <a:rPr lang="ru-RU" sz="1400" dirty="0" err="1"/>
              <a:t>eiusmod</a:t>
            </a:r>
            <a:r>
              <a:rPr lang="ru-RU" sz="1400" dirty="0"/>
              <a:t> </a:t>
            </a:r>
            <a:r>
              <a:rPr lang="ru-RU" sz="1400" dirty="0" err="1"/>
              <a:t>tempor</a:t>
            </a:r>
            <a:r>
              <a:rPr lang="ru-RU" sz="1400" dirty="0"/>
              <a:t> </a:t>
            </a:r>
            <a:r>
              <a:rPr lang="ru-RU" sz="1400" dirty="0" err="1"/>
              <a:t>incididunt</a:t>
            </a:r>
            <a:r>
              <a:rPr lang="ru-RU" sz="1400" dirty="0"/>
              <a:t>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5FF915-C8A5-4583-8183-5F355A51380B}"/>
              </a:ext>
            </a:extLst>
          </p:cNvPr>
          <p:cNvSpPr txBox="1"/>
          <p:nvPr/>
        </p:nvSpPr>
        <p:spPr>
          <a:xfrm>
            <a:off x="1063078" y="2447880"/>
            <a:ext cx="2583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Вставьте ваш текст 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D82080C-ACB7-47D5-A3A7-F93480980FAB}"/>
              </a:ext>
            </a:extLst>
          </p:cNvPr>
          <p:cNvSpPr/>
          <p:nvPr/>
        </p:nvSpPr>
        <p:spPr>
          <a:xfrm>
            <a:off x="1063078" y="2916557"/>
            <a:ext cx="303672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, </a:t>
            </a:r>
            <a:r>
              <a:rPr lang="ru-RU" sz="1400" dirty="0" err="1"/>
              <a:t>sed</a:t>
            </a:r>
            <a:r>
              <a:rPr lang="ru-RU" sz="1400" dirty="0"/>
              <a:t> </a:t>
            </a:r>
            <a:r>
              <a:rPr lang="ru-RU" sz="1400" dirty="0" err="1"/>
              <a:t>do</a:t>
            </a:r>
            <a:r>
              <a:rPr lang="ru-RU" sz="1400" dirty="0"/>
              <a:t> </a:t>
            </a:r>
            <a:r>
              <a:rPr lang="ru-RU" sz="1400" dirty="0" err="1"/>
              <a:t>eiusmod</a:t>
            </a:r>
            <a:r>
              <a:rPr lang="ru-RU" sz="1400" dirty="0"/>
              <a:t> </a:t>
            </a:r>
            <a:r>
              <a:rPr lang="ru-RU" sz="1400" dirty="0" err="1"/>
              <a:t>tempor</a:t>
            </a:r>
            <a:r>
              <a:rPr lang="ru-RU" sz="1400" dirty="0"/>
              <a:t> </a:t>
            </a:r>
            <a:r>
              <a:rPr lang="ru-RU" sz="1400" dirty="0" err="1"/>
              <a:t>incididunt</a:t>
            </a:r>
            <a:r>
              <a:rPr lang="ru-RU" sz="1400" dirty="0"/>
              <a:t>. 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F20FA84D-2D85-48FC-8112-CE1A01B3A4DC}"/>
              </a:ext>
            </a:extLst>
          </p:cNvPr>
          <p:cNvSpPr/>
          <p:nvPr/>
        </p:nvSpPr>
        <p:spPr>
          <a:xfrm rot="2689455">
            <a:off x="283099" y="2932400"/>
            <a:ext cx="613694" cy="61369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1B6907-BFD2-4D10-94E7-BD13B53449F3}"/>
              </a:ext>
            </a:extLst>
          </p:cNvPr>
          <p:cNvSpPr txBox="1"/>
          <p:nvPr/>
        </p:nvSpPr>
        <p:spPr>
          <a:xfrm>
            <a:off x="342121" y="3008414"/>
            <a:ext cx="495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18" name="Прямоугольник: скругленные углы 17">
            <a:extLst>
              <a:ext uri="{FF2B5EF4-FFF2-40B4-BE49-F238E27FC236}">
                <a16:creationId xmlns:a16="http://schemas.microsoft.com/office/drawing/2014/main" id="{F8D4F419-C985-4128-A704-3C52C365C35A}"/>
              </a:ext>
            </a:extLst>
          </p:cNvPr>
          <p:cNvSpPr/>
          <p:nvPr/>
        </p:nvSpPr>
        <p:spPr>
          <a:xfrm rot="2689455">
            <a:off x="3791719" y="2932399"/>
            <a:ext cx="613694" cy="61369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2831F4-2FD4-4876-BA0C-2C24EA34A8CF}"/>
              </a:ext>
            </a:extLst>
          </p:cNvPr>
          <p:cNvSpPr txBox="1"/>
          <p:nvPr/>
        </p:nvSpPr>
        <p:spPr>
          <a:xfrm>
            <a:off x="3850741" y="3008413"/>
            <a:ext cx="495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0</a:t>
            </a: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43D9D9-9E4D-41D5-B45B-1D50FE53F641}"/>
              </a:ext>
            </a:extLst>
          </p:cNvPr>
          <p:cNvSpPr txBox="1"/>
          <p:nvPr/>
        </p:nvSpPr>
        <p:spPr>
          <a:xfrm>
            <a:off x="4584948" y="3811684"/>
            <a:ext cx="2583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Вставьте ваш текст 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0D6DE32-3CCE-4149-ABB8-85397A1BACD0}"/>
              </a:ext>
            </a:extLst>
          </p:cNvPr>
          <p:cNvSpPr/>
          <p:nvPr/>
        </p:nvSpPr>
        <p:spPr>
          <a:xfrm>
            <a:off x="4574804" y="4274860"/>
            <a:ext cx="303672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, </a:t>
            </a:r>
            <a:r>
              <a:rPr lang="ru-RU" sz="1400" dirty="0" err="1"/>
              <a:t>sed</a:t>
            </a:r>
            <a:r>
              <a:rPr lang="ru-RU" sz="1400" dirty="0"/>
              <a:t> </a:t>
            </a:r>
            <a:r>
              <a:rPr lang="ru-RU" sz="1400" dirty="0" err="1"/>
              <a:t>do</a:t>
            </a:r>
            <a:r>
              <a:rPr lang="ru-RU" sz="1400" dirty="0"/>
              <a:t> </a:t>
            </a:r>
            <a:r>
              <a:rPr lang="ru-RU" sz="1400" dirty="0" err="1"/>
              <a:t>eiusmod</a:t>
            </a:r>
            <a:r>
              <a:rPr lang="ru-RU" sz="1400" dirty="0"/>
              <a:t> </a:t>
            </a:r>
            <a:r>
              <a:rPr lang="ru-RU" sz="1400" dirty="0" err="1"/>
              <a:t>tempor</a:t>
            </a:r>
            <a:r>
              <a:rPr lang="ru-RU" sz="1400" dirty="0"/>
              <a:t> </a:t>
            </a:r>
            <a:r>
              <a:rPr lang="ru-RU" sz="1400" dirty="0" err="1"/>
              <a:t>incididunt</a:t>
            </a:r>
            <a:r>
              <a:rPr lang="ru-RU" sz="1400" dirty="0"/>
              <a:t>.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77428C-C8E3-4F13-9B07-D952BAE0A625}"/>
              </a:ext>
            </a:extLst>
          </p:cNvPr>
          <p:cNvSpPr txBox="1"/>
          <p:nvPr/>
        </p:nvSpPr>
        <p:spPr>
          <a:xfrm>
            <a:off x="1073221" y="3811684"/>
            <a:ext cx="2583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Вставьте ваш текст 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5FC1FD99-9FFC-465B-A81E-9A6CFC3EB75C}"/>
              </a:ext>
            </a:extLst>
          </p:cNvPr>
          <p:cNvSpPr/>
          <p:nvPr/>
        </p:nvSpPr>
        <p:spPr>
          <a:xfrm>
            <a:off x="1073221" y="4280361"/>
            <a:ext cx="303672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, </a:t>
            </a:r>
            <a:r>
              <a:rPr lang="ru-RU" sz="1400" dirty="0" err="1"/>
              <a:t>sed</a:t>
            </a:r>
            <a:r>
              <a:rPr lang="ru-RU" sz="1400" dirty="0"/>
              <a:t> </a:t>
            </a:r>
            <a:r>
              <a:rPr lang="ru-RU" sz="1400" dirty="0" err="1"/>
              <a:t>do</a:t>
            </a:r>
            <a:r>
              <a:rPr lang="ru-RU" sz="1400" dirty="0"/>
              <a:t> </a:t>
            </a:r>
            <a:r>
              <a:rPr lang="ru-RU" sz="1400" dirty="0" err="1"/>
              <a:t>eiusmod</a:t>
            </a:r>
            <a:r>
              <a:rPr lang="ru-RU" sz="1400" dirty="0"/>
              <a:t> </a:t>
            </a:r>
            <a:r>
              <a:rPr lang="ru-RU" sz="1400" dirty="0" err="1"/>
              <a:t>tempor</a:t>
            </a:r>
            <a:r>
              <a:rPr lang="ru-RU" sz="1400" dirty="0"/>
              <a:t> </a:t>
            </a:r>
            <a:r>
              <a:rPr lang="ru-RU" sz="1400" dirty="0" err="1"/>
              <a:t>incididunt</a:t>
            </a:r>
            <a:r>
              <a:rPr lang="ru-RU" sz="1400" dirty="0"/>
              <a:t>. </a:t>
            </a:r>
          </a:p>
        </p:txBody>
      </p:sp>
      <p:sp>
        <p:nvSpPr>
          <p:cNvPr id="24" name="Прямоугольник: скругленные углы 23">
            <a:extLst>
              <a:ext uri="{FF2B5EF4-FFF2-40B4-BE49-F238E27FC236}">
                <a16:creationId xmlns:a16="http://schemas.microsoft.com/office/drawing/2014/main" id="{F5F87BF2-0E8C-464F-83CE-C51FC1C29FBF}"/>
              </a:ext>
            </a:extLst>
          </p:cNvPr>
          <p:cNvSpPr/>
          <p:nvPr/>
        </p:nvSpPr>
        <p:spPr>
          <a:xfrm rot="2689455">
            <a:off x="293242" y="4296204"/>
            <a:ext cx="613694" cy="61369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F9A0B0-321F-4F30-810F-91242B5866DA}"/>
              </a:ext>
            </a:extLst>
          </p:cNvPr>
          <p:cNvSpPr txBox="1"/>
          <p:nvPr/>
        </p:nvSpPr>
        <p:spPr>
          <a:xfrm>
            <a:off x="352264" y="4372218"/>
            <a:ext cx="495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0</a:t>
            </a: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BE62978E-6718-466A-A7ED-6ED7E3E382A8}"/>
              </a:ext>
            </a:extLst>
          </p:cNvPr>
          <p:cNvSpPr/>
          <p:nvPr/>
        </p:nvSpPr>
        <p:spPr>
          <a:xfrm rot="2689455">
            <a:off x="3801862" y="4296203"/>
            <a:ext cx="613694" cy="61369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6965E1-1479-4AB8-84E3-78DE6CC0D84E}"/>
              </a:ext>
            </a:extLst>
          </p:cNvPr>
          <p:cNvSpPr txBox="1"/>
          <p:nvPr/>
        </p:nvSpPr>
        <p:spPr>
          <a:xfrm>
            <a:off x="3860884" y="4372217"/>
            <a:ext cx="495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0</a:t>
            </a: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93CAC0-47EB-4D3B-B7D4-7CA88D453910}"/>
              </a:ext>
            </a:extLst>
          </p:cNvPr>
          <p:cNvSpPr txBox="1"/>
          <p:nvPr/>
        </p:nvSpPr>
        <p:spPr>
          <a:xfrm>
            <a:off x="4574805" y="5218687"/>
            <a:ext cx="2583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Вставьте ваш текст 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112987C-F4F4-49CB-B446-1987C8B8A6F2}"/>
              </a:ext>
            </a:extLst>
          </p:cNvPr>
          <p:cNvSpPr/>
          <p:nvPr/>
        </p:nvSpPr>
        <p:spPr>
          <a:xfrm>
            <a:off x="4550096" y="5687364"/>
            <a:ext cx="303672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, </a:t>
            </a:r>
            <a:r>
              <a:rPr lang="ru-RU" sz="1400" dirty="0" err="1"/>
              <a:t>sed</a:t>
            </a:r>
            <a:r>
              <a:rPr lang="ru-RU" sz="1400" dirty="0"/>
              <a:t> </a:t>
            </a:r>
            <a:r>
              <a:rPr lang="ru-RU" sz="1400" dirty="0" err="1"/>
              <a:t>do</a:t>
            </a:r>
            <a:r>
              <a:rPr lang="ru-RU" sz="1400" dirty="0"/>
              <a:t> </a:t>
            </a:r>
            <a:r>
              <a:rPr lang="ru-RU" sz="1400" dirty="0" err="1"/>
              <a:t>eiusmod</a:t>
            </a:r>
            <a:r>
              <a:rPr lang="ru-RU" sz="1400" dirty="0"/>
              <a:t> </a:t>
            </a:r>
            <a:r>
              <a:rPr lang="ru-RU" sz="1400" dirty="0" err="1"/>
              <a:t>tempor</a:t>
            </a:r>
            <a:r>
              <a:rPr lang="ru-RU" sz="1400" dirty="0"/>
              <a:t> </a:t>
            </a:r>
            <a:r>
              <a:rPr lang="ru-RU" sz="1400" dirty="0" err="1"/>
              <a:t>incididunt</a:t>
            </a:r>
            <a:r>
              <a:rPr lang="ru-RU" sz="1400" dirty="0"/>
              <a:t>.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2C177D-69FA-4FF9-92B0-AC79992235DD}"/>
              </a:ext>
            </a:extLst>
          </p:cNvPr>
          <p:cNvSpPr txBox="1"/>
          <p:nvPr/>
        </p:nvSpPr>
        <p:spPr>
          <a:xfrm>
            <a:off x="1063078" y="5218687"/>
            <a:ext cx="25839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/>
              <a:t>Вставьте ваш текст 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EC50026-1BE9-4B2F-B0F8-964921EA3B6E}"/>
              </a:ext>
            </a:extLst>
          </p:cNvPr>
          <p:cNvSpPr/>
          <p:nvPr/>
        </p:nvSpPr>
        <p:spPr>
          <a:xfrm>
            <a:off x="1063078" y="5687364"/>
            <a:ext cx="303672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err="1"/>
              <a:t>Lorem</a:t>
            </a:r>
            <a:r>
              <a:rPr lang="ru-RU" sz="1400" dirty="0"/>
              <a:t> </a:t>
            </a:r>
            <a:r>
              <a:rPr lang="ru-RU" sz="1400" dirty="0" err="1"/>
              <a:t>ipsum</a:t>
            </a:r>
            <a:r>
              <a:rPr lang="ru-RU" sz="1400" dirty="0"/>
              <a:t> </a:t>
            </a:r>
            <a:r>
              <a:rPr lang="ru-RU" sz="1400" dirty="0" err="1"/>
              <a:t>dolor</a:t>
            </a:r>
            <a:r>
              <a:rPr lang="ru-RU" sz="1400" dirty="0"/>
              <a:t> </a:t>
            </a:r>
            <a:r>
              <a:rPr lang="ru-RU" sz="1400" dirty="0" err="1"/>
              <a:t>sit</a:t>
            </a:r>
            <a:r>
              <a:rPr lang="ru-RU" sz="1400" dirty="0"/>
              <a:t> </a:t>
            </a:r>
            <a:r>
              <a:rPr lang="ru-RU" sz="1400" dirty="0" err="1"/>
              <a:t>amet</a:t>
            </a:r>
            <a:r>
              <a:rPr lang="ru-RU" sz="1400" dirty="0"/>
              <a:t>, </a:t>
            </a:r>
            <a:r>
              <a:rPr lang="ru-RU" sz="1400" dirty="0" err="1"/>
              <a:t>consectetur</a:t>
            </a:r>
            <a:r>
              <a:rPr lang="ru-RU" sz="1400" dirty="0"/>
              <a:t> </a:t>
            </a:r>
            <a:r>
              <a:rPr lang="ru-RU" sz="1400" dirty="0" err="1"/>
              <a:t>adipiscing</a:t>
            </a:r>
            <a:r>
              <a:rPr lang="ru-RU" sz="1400" dirty="0"/>
              <a:t> </a:t>
            </a:r>
            <a:r>
              <a:rPr lang="ru-RU" sz="1400" dirty="0" err="1"/>
              <a:t>elit</a:t>
            </a:r>
            <a:r>
              <a:rPr lang="ru-RU" sz="1400" dirty="0"/>
              <a:t>, </a:t>
            </a:r>
            <a:r>
              <a:rPr lang="ru-RU" sz="1400" dirty="0" err="1"/>
              <a:t>sed</a:t>
            </a:r>
            <a:r>
              <a:rPr lang="ru-RU" sz="1400" dirty="0"/>
              <a:t> </a:t>
            </a:r>
            <a:r>
              <a:rPr lang="ru-RU" sz="1400" dirty="0" err="1"/>
              <a:t>do</a:t>
            </a:r>
            <a:r>
              <a:rPr lang="ru-RU" sz="1400" dirty="0"/>
              <a:t> </a:t>
            </a:r>
            <a:r>
              <a:rPr lang="ru-RU" sz="1400" dirty="0" err="1"/>
              <a:t>eiusmod</a:t>
            </a:r>
            <a:r>
              <a:rPr lang="ru-RU" sz="1400" dirty="0"/>
              <a:t> </a:t>
            </a:r>
            <a:r>
              <a:rPr lang="ru-RU" sz="1400" dirty="0" err="1"/>
              <a:t>tempor</a:t>
            </a:r>
            <a:r>
              <a:rPr lang="ru-RU" sz="1400" dirty="0"/>
              <a:t> </a:t>
            </a:r>
            <a:r>
              <a:rPr lang="ru-RU" sz="1400" dirty="0" err="1"/>
              <a:t>incididunt</a:t>
            </a:r>
            <a:r>
              <a:rPr lang="ru-RU" sz="1400" dirty="0"/>
              <a:t>. </a:t>
            </a:r>
          </a:p>
        </p:txBody>
      </p:sp>
      <p:sp>
        <p:nvSpPr>
          <p:cNvPr id="32" name="Прямоугольник: скругленные углы 31">
            <a:extLst>
              <a:ext uri="{FF2B5EF4-FFF2-40B4-BE49-F238E27FC236}">
                <a16:creationId xmlns:a16="http://schemas.microsoft.com/office/drawing/2014/main" id="{9E4AA8DB-6AB7-47C5-8D1E-1BCCC6DA9EF6}"/>
              </a:ext>
            </a:extLst>
          </p:cNvPr>
          <p:cNvSpPr/>
          <p:nvPr/>
        </p:nvSpPr>
        <p:spPr>
          <a:xfrm rot="2689455">
            <a:off x="283099" y="5703207"/>
            <a:ext cx="613694" cy="61369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F82650-4443-49C2-87EE-1DDA0213A348}"/>
              </a:ext>
            </a:extLst>
          </p:cNvPr>
          <p:cNvSpPr txBox="1"/>
          <p:nvPr/>
        </p:nvSpPr>
        <p:spPr>
          <a:xfrm>
            <a:off x="342121" y="5779221"/>
            <a:ext cx="495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0</a:t>
            </a:r>
            <a:r>
              <a:rPr lang="en-US" sz="2400" b="1" dirty="0">
                <a:solidFill>
                  <a:schemeClr val="bg1"/>
                </a:solidFill>
              </a:rPr>
              <a:t>5</a:t>
            </a:r>
            <a:endParaRPr lang="ru-RU" sz="2400" b="1" dirty="0">
              <a:solidFill>
                <a:schemeClr val="bg1"/>
              </a:solidFill>
            </a:endParaRPr>
          </a:p>
        </p:txBody>
      </p:sp>
      <p:sp>
        <p:nvSpPr>
          <p:cNvPr id="34" name="Прямоугольник: скругленные углы 33">
            <a:extLst>
              <a:ext uri="{FF2B5EF4-FFF2-40B4-BE49-F238E27FC236}">
                <a16:creationId xmlns:a16="http://schemas.microsoft.com/office/drawing/2014/main" id="{87089419-7EA6-47EC-86E9-7A8B61AAE3BE}"/>
              </a:ext>
            </a:extLst>
          </p:cNvPr>
          <p:cNvSpPr/>
          <p:nvPr/>
        </p:nvSpPr>
        <p:spPr>
          <a:xfrm rot="2689455">
            <a:off x="3791719" y="5703206"/>
            <a:ext cx="613694" cy="61369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F18210-1F93-4AD4-9726-C90BD41866F1}"/>
              </a:ext>
            </a:extLst>
          </p:cNvPr>
          <p:cNvSpPr txBox="1"/>
          <p:nvPr/>
        </p:nvSpPr>
        <p:spPr>
          <a:xfrm>
            <a:off x="3850741" y="5779220"/>
            <a:ext cx="495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/>
                </a:solidFill>
              </a:rPr>
              <a:t>0</a:t>
            </a:r>
            <a:r>
              <a:rPr lang="en-US" sz="2400" b="1" dirty="0">
                <a:solidFill>
                  <a:schemeClr val="bg1"/>
                </a:solidFill>
              </a:rPr>
              <a:t>6</a:t>
            </a:r>
            <a:endParaRPr lang="ru-RU" sz="2400" b="1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E3F4C39-23A9-4584-A2F4-D4EAD417F82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82" r="1998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5240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EC55727-BA37-4438-8ACD-551E0CC2D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D977B13-7F8E-4D16-8015-64D08E695C4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1000" y="5503071"/>
            <a:ext cx="630000" cy="63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0E70485-AFA2-4F97-877F-A65DA5A0E2AF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2181000" y="5499000"/>
            <a:ext cx="630000" cy="630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52FFB5F-CACF-4419-A54C-24CD6D7D2727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081000" y="5499000"/>
            <a:ext cx="630000" cy="63000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BE427D3-A48D-4391-9C38-E79DE480645A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3981000" y="5499000"/>
            <a:ext cx="630000" cy="630000"/>
          </a:xfrm>
          <a:prstGeom prst="rect">
            <a:avLst/>
          </a:prstGeom>
        </p:spPr>
      </p:pic>
      <p:sp>
        <p:nvSpPr>
          <p:cNvPr id="11" name="Текст 1">
            <a:extLst>
              <a:ext uri="{FF2B5EF4-FFF2-40B4-BE49-F238E27FC236}">
                <a16:creationId xmlns:a16="http://schemas.microsoft.com/office/drawing/2014/main" id="{A1C40434-14F5-49C9-A42E-C5501DD05D56}"/>
              </a:ext>
            </a:extLst>
          </p:cNvPr>
          <p:cNvSpPr txBox="1">
            <a:spLocks/>
          </p:cNvSpPr>
          <p:nvPr/>
        </p:nvSpPr>
        <p:spPr>
          <a:xfrm>
            <a:off x="1097456" y="2844000"/>
            <a:ext cx="4597087" cy="1497425"/>
          </a:xfrm>
          <a:prstGeom prst="rect">
            <a:avLst/>
          </a:prstGeom>
        </p:spPr>
        <p:txBody>
          <a:bodyPr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Lorem ipsum dolor sit </a:t>
            </a:r>
            <a:r>
              <a:rPr lang="en-US" sz="2400" dirty="0" err="1">
                <a:solidFill>
                  <a:schemeClr val="bg1"/>
                </a:solidFill>
              </a:rPr>
              <a:t>amet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consectetur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adipiscing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elit</a:t>
            </a:r>
            <a:r>
              <a:rPr lang="en-US" sz="2400" dirty="0">
                <a:solidFill>
                  <a:schemeClr val="bg1"/>
                </a:solidFill>
              </a:rPr>
              <a:t>, sed do </a:t>
            </a:r>
            <a:r>
              <a:rPr lang="en-US" sz="2400" dirty="0" err="1">
                <a:solidFill>
                  <a:schemeClr val="bg1"/>
                </a:solidFill>
              </a:rPr>
              <a:t>eiusmod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tempor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incididunt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ut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labore</a:t>
            </a:r>
            <a:r>
              <a:rPr lang="en-US" sz="2400" dirty="0">
                <a:solidFill>
                  <a:schemeClr val="bg1"/>
                </a:solidFill>
              </a:rPr>
              <a:t> et dolore magna </a:t>
            </a:r>
            <a:r>
              <a:rPr lang="en-US" sz="2400" dirty="0" err="1">
                <a:solidFill>
                  <a:schemeClr val="bg1"/>
                </a:solidFill>
              </a:rPr>
              <a:t>aliqua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ru-RU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Lorem ipsum dolor sit </a:t>
            </a:r>
            <a:r>
              <a:rPr lang="en-US" sz="2400" dirty="0" err="1">
                <a:solidFill>
                  <a:schemeClr val="bg1"/>
                </a:solidFill>
              </a:rPr>
              <a:t>amet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consectetur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adipiscing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elit</a:t>
            </a:r>
            <a:r>
              <a:rPr lang="en-US" sz="2400" dirty="0">
                <a:solidFill>
                  <a:schemeClr val="bg1"/>
                </a:solidFill>
              </a:rPr>
              <a:t>, sed do </a:t>
            </a:r>
            <a:r>
              <a:rPr lang="en-US" sz="2400" dirty="0" err="1">
                <a:solidFill>
                  <a:schemeClr val="bg1"/>
                </a:solidFill>
              </a:rPr>
              <a:t>eiusmod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tempor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incididunt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ut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labore</a:t>
            </a:r>
            <a:r>
              <a:rPr lang="en-US" sz="2400" dirty="0">
                <a:solidFill>
                  <a:schemeClr val="bg1"/>
                </a:solidFill>
              </a:rPr>
              <a:t> et dolore magna </a:t>
            </a:r>
            <a:r>
              <a:rPr lang="en-US" sz="2400" dirty="0" err="1">
                <a:solidFill>
                  <a:schemeClr val="bg1"/>
                </a:solidFill>
              </a:rPr>
              <a:t>aliqua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  <a:endParaRPr lang="ru-RU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ru-RU" sz="2400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7A2F56-AF7A-49E1-8CB2-519D217017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16000" y="4496229"/>
            <a:ext cx="6276889" cy="239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688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12A1E4A6-7EB5-43F2-AECE-2CE164D7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b="1" dirty="0"/>
              <a:t>РЕСУРСЫ</a:t>
            </a:r>
            <a:endParaRPr lang="ru-RU" sz="5400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4E5203F6-9308-471D-930E-01AB4FE48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Бесплатные шаблоны с сайта </a:t>
            </a:r>
            <a:r>
              <a:rPr lang="en-US" dirty="0">
                <a:hlinkClick r:id="rId2"/>
              </a:rPr>
              <a:t>presentation-creation.ru</a:t>
            </a:r>
            <a:endParaRPr lang="ru-RU" dirty="0"/>
          </a:p>
          <a:p>
            <a:r>
              <a:rPr lang="en-US" dirty="0"/>
              <a:t>Icons made by </a:t>
            </a:r>
            <a:r>
              <a:rPr lang="en-US" dirty="0" err="1">
                <a:hlinkClick r:id="rId3"/>
              </a:rPr>
              <a:t>Freepik</a:t>
            </a:r>
            <a:r>
              <a:rPr lang="en-US" dirty="0"/>
              <a:t> from </a:t>
            </a:r>
            <a:r>
              <a:rPr lang="en-US" dirty="0">
                <a:hlinkClick r:id="rId4"/>
              </a:rPr>
              <a:t>www.flaticon.com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8233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Другая 6">
      <a:dk1>
        <a:srgbClr val="000000"/>
      </a:dk1>
      <a:lt1>
        <a:srgbClr val="FFFFFF"/>
      </a:lt1>
      <a:dk2>
        <a:srgbClr val="593A2E"/>
      </a:dk2>
      <a:lt2>
        <a:srgbClr val="C49060"/>
      </a:lt2>
      <a:accent1>
        <a:srgbClr val="593A2E"/>
      </a:accent1>
      <a:accent2>
        <a:srgbClr val="C49060"/>
      </a:accent2>
      <a:accent3>
        <a:srgbClr val="F2C49B"/>
      </a:accent3>
      <a:accent4>
        <a:srgbClr val="484735"/>
      </a:accent4>
      <a:accent5>
        <a:srgbClr val="BACBD9"/>
      </a:accent5>
      <a:accent6>
        <a:srgbClr val="838C3F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</TotalTime>
  <Words>675</Words>
  <Application>Microsoft Office PowerPoint</Application>
  <PresentationFormat>Широкоэкранный</PresentationFormat>
  <Paragraphs>78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Приют для животных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СПАСИБО</vt:lpstr>
      <vt:lpstr>РЕСУРСЫ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Приют для животных</dc:title>
  <dc:creator>Юрий Козырев</dc:creator>
  <cp:lastModifiedBy>Юрий Козырев</cp:lastModifiedBy>
  <cp:revision>13</cp:revision>
  <dcterms:created xsi:type="dcterms:W3CDTF">2020-09-08T17:23:45Z</dcterms:created>
  <dcterms:modified xsi:type="dcterms:W3CDTF">2020-09-14T12:48:48Z</dcterms:modified>
</cp:coreProperties>
</file>