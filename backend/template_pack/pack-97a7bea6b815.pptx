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5" r:id="rId4"/>
    <p:sldId id="261" r:id="rId5"/>
    <p:sldId id="262" r:id="rId6"/>
    <p:sldId id="266" r:id="rId7"/>
    <p:sldId id="263" r:id="rId8"/>
    <p:sldId id="264" r:id="rId9"/>
    <p:sldId id="257" r:id="rId10"/>
    <p:sldId id="260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Светлый стиль 1 —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E3FDE45-AF77-4B5C-9715-49D594BDF05E}" styleName="Светлый стиль 1 — акцент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1229" y="715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128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Лист1!$B$1</c:f>
              <c:strCache>
                <c:ptCount val="1"/>
                <c:pt idx="0">
                  <c:v>Ряд 1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hade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hade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shade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9A-4DFC-B9AD-D335C5F2D257}"/>
            </c:ext>
          </c:extLst>
        </c:ser>
        <c:ser>
          <c:idx val="1"/>
          <c:order val="1"/>
          <c:tx>
            <c:strRef>
              <c:f>Лист1!$C$1</c:f>
              <c:strCache>
                <c:ptCount val="1"/>
                <c:pt idx="0">
                  <c:v>Ряд 2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9A-4DFC-B9AD-D335C5F2D257}"/>
            </c:ext>
          </c:extLst>
        </c:ser>
        <c:ser>
          <c:idx val="2"/>
          <c:order val="2"/>
          <c:tx>
            <c:strRef>
              <c:f>Лист1!$D$1</c:f>
              <c:strCache>
                <c:ptCount val="1"/>
                <c:pt idx="0">
                  <c:v>Ряд 3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tint val="65000"/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tint val="65000"/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tint val="65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strRef>
              <c:f>Лист1!$A$2:$A$5</c:f>
              <c:strCache>
                <c:ptCount val="4"/>
                <c:pt idx="0">
                  <c:v>Категория 1</c:v>
                </c:pt>
                <c:pt idx="1">
                  <c:v>Категория 2</c:v>
                </c:pt>
                <c:pt idx="2">
                  <c:v>Категория 3</c:v>
                </c:pt>
                <c:pt idx="3">
                  <c:v>Категория 4</c:v>
                </c:pt>
              </c:strCache>
            </c:strRef>
          </c:cat>
          <c:val>
            <c:numRef>
              <c:f>Лист1!$D$2:$D$5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E9A-4DFC-B9AD-D335C5F2D2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4"/>
        <c:axId val="1484930767"/>
        <c:axId val="1314992511"/>
      </c:barChart>
      <c:catAx>
        <c:axId val="14849307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314992511"/>
        <c:crosses val="autoZero"/>
        <c:auto val="1"/>
        <c:lblAlgn val="ctr"/>
        <c:lblOffset val="100"/>
        <c:noMultiLvlLbl val="0"/>
      </c:catAx>
      <c:valAx>
        <c:axId val="131499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484930767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style1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1197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330" kern="1200"/>
  </cs:chartArea>
  <cs:dataLabel>
    <cs:lnRef idx="0"/>
    <cs:fillRef idx="0"/>
    <cs:effectRef idx="0"/>
    <cs:fontRef idx="minor">
      <a:schemeClr val="lt1">
        <a:lumMod val="8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2128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1197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7FBACB-9F50-4441-8ED3-B716FC3C33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92880" y="802616"/>
            <a:ext cx="8199120" cy="1655762"/>
          </a:xfrm>
        </p:spPr>
        <p:txBody>
          <a:bodyPr anchor="b"/>
          <a:lstStyle>
            <a:lvl1pPr algn="ctr">
              <a:defRPr sz="6000"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5108AA0-6708-4354-A113-6D77F977D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92880" y="2601119"/>
            <a:ext cx="819912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F6A399-C931-4A0A-AE5C-DFFF48161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EB0B664-33BA-4E10-9711-E8824D10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7C1616C-5913-4F6F-BC7E-042278A59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B8BBF3-8DDC-415E-8A9F-4A821681F77C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0187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79A4B2-21C9-443B-A34A-C86938744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080" y="309184"/>
            <a:ext cx="995172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86FF47A-51C3-4D57-AF90-8F3AF244BC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2080" y="1810384"/>
            <a:ext cx="9951720" cy="431609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799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Заголовок и объект">
    <p:bg>
      <p:bgPr>
        <a:blipFill dpi="0" rotWithShape="1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Дата 3">
            <a:extLst>
              <a:ext uri="{FF2B5EF4-FFF2-40B4-BE49-F238E27FC236}">
                <a16:creationId xmlns:a16="http://schemas.microsoft.com/office/drawing/2014/main" id="{96FD23E0-3191-4599-BD5E-12527F2CA3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41732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0737880-2EBA-47EC-9021-3B75E1707F8E}" type="datetimeFigureOut">
              <a:rPr lang="ru-RU" smtClean="0"/>
              <a:pPr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A6F514-F402-4139-96B4-CC85A617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17720" y="6356350"/>
            <a:ext cx="411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885B40-89D2-42AB-B0A3-0D1632E58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972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1D65DC0-92EF-44A8-B885-50DCCD99F6D5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40C9D58-B66F-4283-A5DF-78695E7B4DF8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7D183F3B-3A92-4236-9C76-EA695DC56F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3335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E134F98D-E894-44DB-A17F-CE5EEF133172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93335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0" name="Полилиния: фигура 9">
            <a:extLst>
              <a:ext uri="{FF2B5EF4-FFF2-40B4-BE49-F238E27FC236}">
                <a16:creationId xmlns:a16="http://schemas.microsoft.com/office/drawing/2014/main" id="{85569958-0FF5-4BFB-BBE8-25A41BF9E8B9}"/>
              </a:ext>
            </a:extLst>
          </p:cNvPr>
          <p:cNvSpPr/>
          <p:nvPr userDrawn="1"/>
        </p:nvSpPr>
        <p:spPr>
          <a:xfrm>
            <a:off x="1440470" y="1923792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1" name="Объект 2">
            <a:extLst>
              <a:ext uri="{FF2B5EF4-FFF2-40B4-BE49-F238E27FC236}">
                <a16:creationId xmlns:a16="http://schemas.microsoft.com/office/drawing/2014/main" id="{1FE47FD2-6DAE-46C6-8AE3-1705CAEB5733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91856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28EC56F2-0C89-4A53-827A-1312C603D0DB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91856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4DD4FCBF-1484-471E-A8F4-FB57BBD4C643}"/>
              </a:ext>
            </a:extLst>
          </p:cNvPr>
          <p:cNvSpPr/>
          <p:nvPr userDrawn="1"/>
        </p:nvSpPr>
        <p:spPr>
          <a:xfrm>
            <a:off x="1440470" y="3499067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CFA3BAFF-7DE8-48A4-B2B0-B0085957F76A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191020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C0E22CB0-862D-49A8-B966-5F34D0022F3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191020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</a:p>
        </p:txBody>
      </p:sp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EAD0C562-F40F-4023-815B-144925507E09}"/>
              </a:ext>
            </a:extLst>
          </p:cNvPr>
          <p:cNvSpPr/>
          <p:nvPr userDrawn="1"/>
        </p:nvSpPr>
        <p:spPr>
          <a:xfrm>
            <a:off x="1417320" y="5014178"/>
            <a:ext cx="358815" cy="358815"/>
          </a:xfrm>
          <a:custGeom>
            <a:avLst/>
            <a:gdLst>
              <a:gd name="connsiteX0" fmla="*/ 1267460 w 2534920"/>
              <a:gd name="connsiteY0" fmla="*/ 416560 h 2534920"/>
              <a:gd name="connsiteX1" fmla="*/ 416560 w 2534920"/>
              <a:gd name="connsiteY1" fmla="*/ 1267460 h 2534920"/>
              <a:gd name="connsiteX2" fmla="*/ 1267460 w 2534920"/>
              <a:gd name="connsiteY2" fmla="*/ 2118360 h 2534920"/>
              <a:gd name="connsiteX3" fmla="*/ 2118360 w 2534920"/>
              <a:gd name="connsiteY3" fmla="*/ 1267460 h 2534920"/>
              <a:gd name="connsiteX4" fmla="*/ 1267460 w 2534920"/>
              <a:gd name="connsiteY4" fmla="*/ 416560 h 2534920"/>
              <a:gd name="connsiteX5" fmla="*/ 1267460 w 2534920"/>
              <a:gd name="connsiteY5" fmla="*/ 0 h 2534920"/>
              <a:gd name="connsiteX6" fmla="*/ 2534920 w 2534920"/>
              <a:gd name="connsiteY6" fmla="*/ 1267460 h 2534920"/>
              <a:gd name="connsiteX7" fmla="*/ 1267460 w 2534920"/>
              <a:gd name="connsiteY7" fmla="*/ 2534920 h 2534920"/>
              <a:gd name="connsiteX8" fmla="*/ 0 w 2534920"/>
              <a:gd name="connsiteY8" fmla="*/ 1267460 h 2534920"/>
              <a:gd name="connsiteX9" fmla="*/ 1267460 w 2534920"/>
              <a:gd name="connsiteY9" fmla="*/ 0 h 253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534920" h="2534920">
                <a:moveTo>
                  <a:pt x="1267460" y="416560"/>
                </a:moveTo>
                <a:cubicBezTo>
                  <a:pt x="797521" y="416560"/>
                  <a:pt x="416560" y="797521"/>
                  <a:pt x="416560" y="1267460"/>
                </a:cubicBezTo>
                <a:cubicBezTo>
                  <a:pt x="416560" y="1737399"/>
                  <a:pt x="797521" y="2118360"/>
                  <a:pt x="1267460" y="2118360"/>
                </a:cubicBezTo>
                <a:cubicBezTo>
                  <a:pt x="1737399" y="2118360"/>
                  <a:pt x="2118360" y="1737399"/>
                  <a:pt x="2118360" y="1267460"/>
                </a:cubicBezTo>
                <a:cubicBezTo>
                  <a:pt x="2118360" y="797521"/>
                  <a:pt x="1737399" y="416560"/>
                  <a:pt x="1267460" y="416560"/>
                </a:cubicBezTo>
                <a:close/>
                <a:moveTo>
                  <a:pt x="1267460" y="0"/>
                </a:moveTo>
                <a:cubicBezTo>
                  <a:pt x="1967459" y="0"/>
                  <a:pt x="2534920" y="567461"/>
                  <a:pt x="2534920" y="1267460"/>
                </a:cubicBezTo>
                <a:cubicBezTo>
                  <a:pt x="2534920" y="1967459"/>
                  <a:pt x="1967459" y="2534920"/>
                  <a:pt x="1267460" y="2534920"/>
                </a:cubicBezTo>
                <a:cubicBezTo>
                  <a:pt x="567461" y="2534920"/>
                  <a:pt x="0" y="1967459"/>
                  <a:pt x="0" y="1267460"/>
                </a:cubicBezTo>
                <a:cubicBezTo>
                  <a:pt x="0" y="567461"/>
                  <a:pt x="567461" y="0"/>
                  <a:pt x="126746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E915B5C-8594-4809-B74F-64025B7DD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2080" y="309184"/>
            <a:ext cx="995172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763891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9994AA-8E37-49B9-B7FD-70C9EDB55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29D3217-5679-4BD5-9137-936BBEF04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A241DAA-6DAD-4AF1-92A7-80EA5983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1F71DA9-CB59-43B2-BC65-168CA6D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E9DDAF3-236F-45E6-8A32-CAB15B0A4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2703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B75CB-2D4D-4ACD-8C8D-4C2BAD7AA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C3ABA4-A807-4474-9B99-B3F3035634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74E14E-F711-4893-A702-1E439BB601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B79428-64FD-4048-868A-AF62FE780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F435336-5740-41F7-8C21-58393F7EF7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67A9915-F2A9-4940-AD5E-18633F23D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5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847F47-3388-4C54-86ED-1F5AC9D5F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0EB5753-50F0-4209-B123-25FADDB51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91554F4-56DF-4692-B17F-B6D705D23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958255A-938B-4F58-BD82-7E759AF997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ED02AF3-9A33-42E0-932E-996CE9841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3B9055FB-1844-4EFC-AC3D-D0C069AC92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BDFBD12-6B72-40B5-B7A4-8BC668BFC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E826D7F-C774-4B3E-99F7-4A3F9D1C8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465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C5C167-DA4C-4DE7-8E6D-1438E673F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2AE09E-C067-4546-AABC-AF31901DA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7C63C74-25D6-413A-BF81-1BAC312C6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AF3BE6B-3F7C-44CA-89A7-39FB44B54A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2362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A83ACF7-0141-4CD0-9C08-29BFD52A1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43707B24-6D1E-4250-9F7C-B50DC6C2E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281886-4B75-4555-843A-A14D28200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4267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F95817-5E1D-4B28-9BB8-1CAFD7471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2FD6170-D32F-4D5E-A219-CE4EBE45F8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CA122-ADD3-4BC3-94B6-FEFC10D361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168CA4-CE35-4686-88C8-3BF6B0A00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9DCE16E-2FA2-448D-8001-A9876F2F3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ED05DFA-02F3-40C2-9B8E-C5302CCBE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522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E7D842-145D-49C7-ADFC-42DF1DFF8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FB3922E-7741-4059-A65F-490977F4A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E61D1DD-C329-4C28-A753-5AFEBACE8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0E647DB-F800-4A7B-BA76-B05E52D80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56E5D4-6B17-4DAF-B284-FD912646A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BD4B6B-30B6-4D67-8DD1-6CF5FC1A0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0770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9C92BF-2752-4004-8342-065C4B601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7F91964-3980-49C8-B3A8-283781FC7B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64790CE-5C53-47FC-8413-F89AF1759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19849BC-BAD9-4C0D-A675-70D978BF98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E665C67-270E-4DBC-8E4C-B0ED31CC0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4749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B325CD4-7AAE-4D3B-B241-E41035B258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582F875-B04A-4E1A-8512-8C8F94B2EC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DD487A-1FC2-44CE-9930-7C7DED14F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1F2E820-E78E-4484-B653-D69D1C9CE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9CA4D89-658F-4150-961E-B5A3F7054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918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hyperlink" Target="https://presentation-creation.ru/" TargetMode="Externa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01465-D77B-4859-93D3-B80CB67F4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3FBDCF8-67DD-4258-A5FF-10C5CC11EA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B82C6C-6CC4-4A72-A1A8-ED44642F44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737880-2EBA-47EC-9021-3B75E1707F8E}" type="datetimeFigureOut">
              <a:rPr lang="ru-RU" smtClean="0"/>
              <a:t>05.01.2026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087DCD-1CDE-49BB-AA51-F818D36116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6ED8D0A-4ACE-4D47-88F3-AD2E99ACE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D65DC0-92EF-44A8-B885-50DCCD99F6D5}" type="slidenum">
              <a:rPr lang="ru-RU" smtClean="0"/>
              <a:t>‹#›</a:t>
            </a:fld>
            <a:endParaRPr lang="ru-RU"/>
          </a:p>
        </p:txBody>
      </p:sp>
      <p:pic>
        <p:nvPicPr>
          <p:cNvPr id="7" name="Рисунок 6">
            <a:hlinkClick r:id="rId14"/>
            <a:extLst>
              <a:ext uri="{FF2B5EF4-FFF2-40B4-BE49-F238E27FC236}">
                <a16:creationId xmlns:a16="http://schemas.microsoft.com/office/drawing/2014/main" id="{D3913BE6-3DBC-4A10-9146-D759F3AFA3C8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4758584" y="-1519762"/>
            <a:ext cx="757762" cy="75776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16054F-29B0-4A14-91DF-2DFA564505B0}"/>
              </a:ext>
            </a:extLst>
          </p:cNvPr>
          <p:cNvSpPr/>
          <p:nvPr userDrawn="1"/>
        </p:nvSpPr>
        <p:spPr>
          <a:xfrm rot="16200000">
            <a:off x="13647006" y="1690688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5744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1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resentation-creation.ru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resentation-creation.ru/" TargetMode="Externa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presentation-creation.ru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9727D-B158-40CE-A1E3-961ADD9329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BC206C-05FE-4771-B1BE-F8ADCB4B0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48378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7BF8CF-92D0-4336-9F80-A47053D85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Нижний колонтитул 4">
            <a:extLst>
              <a:ext uri="{FF2B5EF4-FFF2-40B4-BE49-F238E27FC236}">
                <a16:creationId xmlns:a16="http://schemas.microsoft.com/office/drawing/2014/main" id="{B4866F77-856E-4E00-9E6B-95BF47638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061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466E52-30BE-4DC5-9336-0424DFF50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67BF8CF-92D0-4336-9F80-A47053D85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9920" y="1810385"/>
            <a:ext cx="4831080" cy="369230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</a:t>
            </a:r>
          </a:p>
        </p:txBody>
      </p:sp>
      <p:pic>
        <p:nvPicPr>
          <p:cNvPr id="6" name="Рисунок 5" descr="Линейчатая диаграмма">
            <a:extLst>
              <a:ext uri="{FF2B5EF4-FFF2-40B4-BE49-F238E27FC236}">
                <a16:creationId xmlns:a16="http://schemas.microsoft.com/office/drawing/2014/main" id="{4AB86A4D-8F42-4D6A-8FA7-867F81D20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1800" y="1634747"/>
            <a:ext cx="3794760" cy="3794760"/>
          </a:xfrm>
          <a:prstGeom prst="rect">
            <a:avLst/>
          </a:prstGeom>
        </p:spPr>
      </p:pic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30237E72-46E3-4F94-A438-880A3EA4E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9398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72F59B67-F1F5-46FE-8727-B17F9D478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377512A9-F238-4B19-8881-B5DB693C9CF9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1986EB6-932E-4AA1-87EE-A627DABC081A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B76BF9BC-1230-4B50-9D55-7B479C04657A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1780949E-162D-4A75-9543-38190E25AC81}"/>
              </a:ext>
            </a:extLst>
          </p:cNvPr>
          <p:cNvSpPr>
            <a:spLocks noGrp="1"/>
          </p:cNvSpPr>
          <p:nvPr>
            <p:ph idx="16"/>
          </p:nvPr>
        </p:nvSpPr>
        <p:spPr/>
        <p:txBody>
          <a:bodyPr/>
          <a:lstStyle/>
          <a:p>
            <a:r>
              <a:rPr lang="ru-RU" dirty="0"/>
              <a:t>Вставьте заголовок</a:t>
            </a:r>
          </a:p>
        </p:txBody>
      </p:sp>
      <p:sp>
        <p:nvSpPr>
          <p:cNvPr id="10" name="Объект 9">
            <a:extLst>
              <a:ext uri="{FF2B5EF4-FFF2-40B4-BE49-F238E27FC236}">
                <a16:creationId xmlns:a16="http://schemas.microsoft.com/office/drawing/2014/main" id="{80F2A07F-0093-4C4E-AC15-13507FA96E3F}"/>
              </a:ext>
            </a:extLst>
          </p:cNvPr>
          <p:cNvSpPr>
            <a:spLocks noGrp="1"/>
          </p:cNvSpPr>
          <p:nvPr>
            <p:ph idx="17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labore</a:t>
            </a:r>
            <a:r>
              <a:rPr lang="en-US" dirty="0"/>
              <a:t> et dolore magna </a:t>
            </a:r>
            <a:r>
              <a:rPr lang="en-US" dirty="0" err="1"/>
              <a:t>aliqua</a:t>
            </a:r>
            <a:r>
              <a:rPr lang="en-US" dirty="0"/>
              <a:t>. </a:t>
            </a:r>
            <a:endParaRPr lang="ru-RU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EB10182B-68CF-44ED-B36D-E3BB63DB5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D6E81BB4-2078-44C7-B73A-0203A3E87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4366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D5B37E-12BC-4797-8E22-48253BEE2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5DFFC33-3067-4C6A-B4FE-367031FDB831}"/>
              </a:ext>
            </a:extLst>
          </p:cNvPr>
          <p:cNvSpPr/>
          <p:nvPr/>
        </p:nvSpPr>
        <p:spPr>
          <a:xfrm>
            <a:off x="838200" y="2758946"/>
            <a:ext cx="10637520" cy="18620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1500" dirty="0"/>
              <a:t>987 654 321</a:t>
            </a:r>
          </a:p>
        </p:txBody>
      </p:sp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604BE4DC-134B-46B0-BA3D-21DE83C43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746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C9C17D-1B13-4EAD-8EB7-86B0C9356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05F8B71-B3F0-4B5B-9889-A669C9287628}"/>
              </a:ext>
            </a:extLst>
          </p:cNvPr>
          <p:cNvSpPr/>
          <p:nvPr/>
        </p:nvSpPr>
        <p:spPr>
          <a:xfrm>
            <a:off x="1402080" y="2358520"/>
            <a:ext cx="2601905" cy="276621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Овал 4">
            <a:extLst>
              <a:ext uri="{FF2B5EF4-FFF2-40B4-BE49-F238E27FC236}">
                <a16:creationId xmlns:a16="http://schemas.microsoft.com/office/drawing/2014/main" id="{135084F8-7ED0-4481-8986-ABD6CA5AAB40}"/>
              </a:ext>
            </a:extLst>
          </p:cNvPr>
          <p:cNvSpPr/>
          <p:nvPr/>
        </p:nvSpPr>
        <p:spPr>
          <a:xfrm>
            <a:off x="2346960" y="2017219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9896958-C773-4B08-BE3D-14C716C80F2A}"/>
              </a:ext>
            </a:extLst>
          </p:cNvPr>
          <p:cNvSpPr txBox="1"/>
          <p:nvPr/>
        </p:nvSpPr>
        <p:spPr>
          <a:xfrm>
            <a:off x="2356486" y="2024631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ru-RU" sz="4000" b="1" dirty="0">
                <a:solidFill>
                  <a:schemeClr val="tx2"/>
                </a:solidFill>
              </a:rPr>
              <a:t>1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E8D1042-DD36-4B2C-B3A2-D1C9C9A0154B}"/>
              </a:ext>
            </a:extLst>
          </p:cNvPr>
          <p:cNvSpPr/>
          <p:nvPr/>
        </p:nvSpPr>
        <p:spPr>
          <a:xfrm>
            <a:off x="4534344" y="2367358"/>
            <a:ext cx="2601905" cy="276621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B18148BF-EC4D-4C25-9613-E60EB4681F26}"/>
              </a:ext>
            </a:extLst>
          </p:cNvPr>
          <p:cNvSpPr txBox="1">
            <a:spLocks/>
          </p:cNvSpPr>
          <p:nvPr/>
        </p:nvSpPr>
        <p:spPr>
          <a:xfrm>
            <a:off x="4629389" y="2805509"/>
            <a:ext cx="2411816" cy="1818496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Lorem ipsum dolor sit </a:t>
            </a:r>
            <a:r>
              <a:rPr lang="en-US" sz="1800" dirty="0" err="1">
                <a:solidFill>
                  <a:schemeClr val="bg1"/>
                </a:solidFill>
              </a:rPr>
              <a:t>amet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consectetur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adipiscing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elit</a:t>
            </a:r>
            <a:r>
              <a:rPr lang="en-US" sz="1800" dirty="0">
                <a:solidFill>
                  <a:schemeClr val="bg1"/>
                </a:solidFill>
              </a:rPr>
              <a:t>, sed do </a:t>
            </a:r>
            <a:r>
              <a:rPr lang="en-US" sz="1800" dirty="0" err="1">
                <a:solidFill>
                  <a:schemeClr val="bg1"/>
                </a:solidFill>
              </a:rPr>
              <a:t>eiusmod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tempor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incididunt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ut</a:t>
            </a:r>
            <a:r>
              <a:rPr lang="en-US" sz="1800" dirty="0">
                <a:solidFill>
                  <a:schemeClr val="bg1"/>
                </a:solidFill>
              </a:rPr>
              <a:t> labore et dolore magna </a:t>
            </a:r>
            <a:r>
              <a:rPr lang="en-US" sz="1800" dirty="0" err="1">
                <a:solidFill>
                  <a:schemeClr val="bg1"/>
                </a:solidFill>
              </a:rPr>
              <a:t>aliqua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0B958B4-7F8C-4E5D-9E45-B4A7C4FBE2A1}"/>
              </a:ext>
            </a:extLst>
          </p:cNvPr>
          <p:cNvSpPr/>
          <p:nvPr/>
        </p:nvSpPr>
        <p:spPr>
          <a:xfrm>
            <a:off x="5479224" y="2026057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EC40FA-A6EA-4665-A64E-AE4962E1FD08}"/>
              </a:ext>
            </a:extLst>
          </p:cNvPr>
          <p:cNvSpPr txBox="1"/>
          <p:nvPr/>
        </p:nvSpPr>
        <p:spPr>
          <a:xfrm>
            <a:off x="5472577" y="2008339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2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C52AB29-A1C9-4B9C-92D3-604138A44B04}"/>
              </a:ext>
            </a:extLst>
          </p:cNvPr>
          <p:cNvSpPr/>
          <p:nvPr/>
        </p:nvSpPr>
        <p:spPr>
          <a:xfrm>
            <a:off x="7666608" y="2375947"/>
            <a:ext cx="2601905" cy="2766217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2" name="Овал 12">
            <a:extLst>
              <a:ext uri="{FF2B5EF4-FFF2-40B4-BE49-F238E27FC236}">
                <a16:creationId xmlns:a16="http://schemas.microsoft.com/office/drawing/2014/main" id="{9708AAE2-D6AC-46F0-A8D4-31114B381531}"/>
              </a:ext>
            </a:extLst>
          </p:cNvPr>
          <p:cNvSpPr/>
          <p:nvPr/>
        </p:nvSpPr>
        <p:spPr>
          <a:xfrm>
            <a:off x="8611488" y="2034646"/>
            <a:ext cx="733425" cy="733425"/>
          </a:xfrm>
          <a:prstGeom prst="ellipse">
            <a:avLst/>
          </a:prstGeom>
          <a:solidFill>
            <a:schemeClr val="bg2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>
              <a:solidFill>
                <a:schemeClr val="tx2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957736-1908-4ED7-A0CA-76859DC8C722}"/>
              </a:ext>
            </a:extLst>
          </p:cNvPr>
          <p:cNvSpPr txBox="1"/>
          <p:nvPr/>
        </p:nvSpPr>
        <p:spPr>
          <a:xfrm>
            <a:off x="8621013" y="2031403"/>
            <a:ext cx="733424" cy="707886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</a:rPr>
              <a:t>3</a:t>
            </a:r>
            <a:endParaRPr lang="ru-RU" sz="4000" b="1" dirty="0">
              <a:solidFill>
                <a:schemeClr val="tx2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84A02190-3F35-4067-92C3-4DA6E7B4975B}"/>
              </a:ext>
            </a:extLst>
          </p:cNvPr>
          <p:cNvSpPr txBox="1">
            <a:spLocks/>
          </p:cNvSpPr>
          <p:nvPr/>
        </p:nvSpPr>
        <p:spPr>
          <a:xfrm>
            <a:off x="7818334" y="2814097"/>
            <a:ext cx="2411816" cy="2068987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Lorem ipsum dolor sit </a:t>
            </a:r>
            <a:r>
              <a:rPr lang="en-US" sz="1800" dirty="0" err="1">
                <a:solidFill>
                  <a:schemeClr val="bg1"/>
                </a:solidFill>
              </a:rPr>
              <a:t>amet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consectetur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adipiscing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elit</a:t>
            </a:r>
            <a:r>
              <a:rPr lang="en-US" sz="1800" dirty="0">
                <a:solidFill>
                  <a:schemeClr val="bg1"/>
                </a:solidFill>
              </a:rPr>
              <a:t>, sed do </a:t>
            </a:r>
            <a:r>
              <a:rPr lang="en-US" sz="1800" dirty="0" err="1">
                <a:solidFill>
                  <a:schemeClr val="bg1"/>
                </a:solidFill>
              </a:rPr>
              <a:t>eiusmod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tempor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incididunt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ut</a:t>
            </a:r>
            <a:r>
              <a:rPr lang="en-US" sz="1800" dirty="0">
                <a:solidFill>
                  <a:schemeClr val="bg1"/>
                </a:solidFill>
              </a:rPr>
              <a:t> labore et dolore magna </a:t>
            </a:r>
            <a:r>
              <a:rPr lang="en-US" sz="1800" dirty="0" err="1">
                <a:solidFill>
                  <a:schemeClr val="bg1"/>
                </a:solidFill>
              </a:rPr>
              <a:t>aliqua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  <a:endParaRPr lang="ru-RU" sz="1800" dirty="0">
              <a:solidFill>
                <a:schemeClr val="bg1"/>
              </a:solidFill>
            </a:endParaRP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4277D8EA-42AF-4569-B3D0-9B80EAC7E0C8}"/>
              </a:ext>
            </a:extLst>
          </p:cNvPr>
          <p:cNvSpPr txBox="1">
            <a:spLocks/>
          </p:cNvSpPr>
          <p:nvPr/>
        </p:nvSpPr>
        <p:spPr>
          <a:xfrm>
            <a:off x="1517290" y="2805509"/>
            <a:ext cx="2411816" cy="2077576"/>
          </a:xfrm>
          <a:prstGeom prst="rect">
            <a:avLst/>
          </a:prstGeom>
          <a:noFill/>
          <a:effectLst/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Lorem ipsum dolor sit </a:t>
            </a:r>
            <a:r>
              <a:rPr lang="en-US" sz="1800" dirty="0" err="1">
                <a:solidFill>
                  <a:schemeClr val="bg1"/>
                </a:solidFill>
              </a:rPr>
              <a:t>amet</a:t>
            </a:r>
            <a:r>
              <a:rPr lang="en-US" sz="1800" dirty="0">
                <a:solidFill>
                  <a:schemeClr val="bg1"/>
                </a:solidFill>
              </a:rPr>
              <a:t>, </a:t>
            </a:r>
            <a:r>
              <a:rPr lang="en-US" sz="1800" dirty="0" err="1">
                <a:solidFill>
                  <a:schemeClr val="bg1"/>
                </a:solidFill>
              </a:rPr>
              <a:t>consectetur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adipiscing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elit</a:t>
            </a:r>
            <a:r>
              <a:rPr lang="en-US" sz="1800" dirty="0">
                <a:solidFill>
                  <a:schemeClr val="bg1"/>
                </a:solidFill>
              </a:rPr>
              <a:t>, sed do </a:t>
            </a:r>
            <a:r>
              <a:rPr lang="en-US" sz="1800" dirty="0" err="1">
                <a:solidFill>
                  <a:schemeClr val="bg1"/>
                </a:solidFill>
              </a:rPr>
              <a:t>eiusmod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tempor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incididunt</a:t>
            </a:r>
            <a:r>
              <a:rPr lang="en-US" sz="1800" dirty="0">
                <a:solidFill>
                  <a:schemeClr val="bg1"/>
                </a:solidFill>
              </a:rPr>
              <a:t> </a:t>
            </a:r>
            <a:r>
              <a:rPr lang="en-US" sz="1800" dirty="0" err="1">
                <a:solidFill>
                  <a:schemeClr val="bg1"/>
                </a:solidFill>
              </a:rPr>
              <a:t>ut</a:t>
            </a:r>
            <a:r>
              <a:rPr lang="en-US" sz="1800" dirty="0">
                <a:solidFill>
                  <a:schemeClr val="bg1"/>
                </a:solidFill>
              </a:rPr>
              <a:t> labore et dolore magna </a:t>
            </a:r>
            <a:r>
              <a:rPr lang="en-US" sz="1800" dirty="0" err="1">
                <a:solidFill>
                  <a:schemeClr val="bg1"/>
                </a:solidFill>
              </a:rPr>
              <a:t>aliqua</a:t>
            </a:r>
            <a:r>
              <a:rPr lang="en-US" sz="18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17" name="Нижний колонтитул 4">
            <a:extLst>
              <a:ext uri="{FF2B5EF4-FFF2-40B4-BE49-F238E27FC236}">
                <a16:creationId xmlns:a16="http://schemas.microsoft.com/office/drawing/2014/main" id="{994956DA-0D19-47D5-84C8-5BABFCE2B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68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84618D-ED06-4009-946E-CDC8CC39B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graphicFrame>
        <p:nvGraphicFramePr>
          <p:cNvPr id="4" name="Таблица 10">
            <a:extLst>
              <a:ext uri="{FF2B5EF4-FFF2-40B4-BE49-F238E27FC236}">
                <a16:creationId xmlns:a16="http://schemas.microsoft.com/office/drawing/2014/main" id="{F56C6B81-143D-428D-A43B-0660FD58CF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3102029"/>
              </p:ext>
            </p:extLst>
          </p:nvPr>
        </p:nvGraphicFramePr>
        <p:xfrm>
          <a:off x="1523756" y="1932305"/>
          <a:ext cx="9951720" cy="3460961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87930">
                  <a:extLst>
                    <a:ext uri="{9D8B030D-6E8A-4147-A177-3AD203B41FA5}">
                      <a16:colId xmlns:a16="http://schemas.microsoft.com/office/drawing/2014/main" val="1060721299"/>
                    </a:ext>
                  </a:extLst>
                </a:gridCol>
                <a:gridCol w="2487930">
                  <a:extLst>
                    <a:ext uri="{9D8B030D-6E8A-4147-A177-3AD203B41FA5}">
                      <a16:colId xmlns:a16="http://schemas.microsoft.com/office/drawing/2014/main" val="3730294796"/>
                    </a:ext>
                  </a:extLst>
                </a:gridCol>
                <a:gridCol w="2487930">
                  <a:extLst>
                    <a:ext uri="{9D8B030D-6E8A-4147-A177-3AD203B41FA5}">
                      <a16:colId xmlns:a16="http://schemas.microsoft.com/office/drawing/2014/main" val="2835790685"/>
                    </a:ext>
                  </a:extLst>
                </a:gridCol>
                <a:gridCol w="2487930">
                  <a:extLst>
                    <a:ext uri="{9D8B030D-6E8A-4147-A177-3AD203B41FA5}">
                      <a16:colId xmlns:a16="http://schemas.microsoft.com/office/drawing/2014/main" val="3241802405"/>
                    </a:ext>
                  </a:extLst>
                </a:gridCol>
              </a:tblGrid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Заголовок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4826020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Вставьте текст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9297412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5992689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03.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1803528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04.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233698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05.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167924"/>
                  </a:ext>
                </a:extLst>
              </a:tr>
              <a:tr h="494423">
                <a:tc>
                  <a:txBody>
                    <a:bodyPr/>
                    <a:lstStyle/>
                    <a:p>
                      <a:r>
                        <a:rPr lang="ru-RU" dirty="0">
                          <a:solidFill>
                            <a:schemeClr val="tx1"/>
                          </a:solidFill>
                        </a:rPr>
                        <a:t>06.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ru-RU" sz="1800" b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</a:rPr>
                        <a:t>Вставьте текст</a:t>
                      </a:r>
                      <a:endParaRPr lang="ru-R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962612"/>
                  </a:ext>
                </a:extLst>
              </a:tr>
            </a:tbl>
          </a:graphicData>
        </a:graphic>
      </p:graphicFrame>
      <p:sp>
        <p:nvSpPr>
          <p:cNvPr id="7" name="Нижний колонтитул 4">
            <a:extLst>
              <a:ext uri="{FF2B5EF4-FFF2-40B4-BE49-F238E27FC236}">
                <a16:creationId xmlns:a16="http://schemas.microsoft.com/office/drawing/2014/main" id="{B886121B-6115-471B-87F5-105B9545107D}"/>
              </a:ext>
            </a:extLst>
          </p:cNvPr>
          <p:cNvSpPr txBox="1">
            <a:spLocks/>
          </p:cNvSpPr>
          <p:nvPr/>
        </p:nvSpPr>
        <p:spPr>
          <a:xfrm>
            <a:off x="2271000" y="6492874"/>
            <a:ext cx="76500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/>
              <a:t>Шаблоны презентаций с сайта </a:t>
            </a:r>
            <a:r>
              <a:rPr lang="en-US">
                <a:solidFill>
                  <a:schemeClr val="accent1">
                    <a:lumMod val="7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598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89E2A3-7E4F-4EEC-937A-90AC25093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Вставьте заголовок</a:t>
            </a:r>
            <a:endParaRPr lang="ru-RU" dirty="0"/>
          </a:p>
        </p:txBody>
      </p:sp>
      <p:graphicFrame>
        <p:nvGraphicFramePr>
          <p:cNvPr id="4" name="Объект 5">
            <a:extLst>
              <a:ext uri="{FF2B5EF4-FFF2-40B4-BE49-F238E27FC236}">
                <a16:creationId xmlns:a16="http://schemas.microsoft.com/office/drawing/2014/main" id="{94441A4A-205D-46AF-A7A0-DDD461BB32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97803075"/>
              </p:ext>
            </p:extLst>
          </p:nvPr>
        </p:nvGraphicFramePr>
        <p:xfrm>
          <a:off x="1539240" y="1779905"/>
          <a:ext cx="10226040" cy="3767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A7C25B2B-E3C7-48E4-A616-7D40CD57E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1000" y="6492874"/>
            <a:ext cx="7650000" cy="365126"/>
          </a:xfrm>
        </p:spPr>
        <p:txBody>
          <a:bodyPr/>
          <a:lstStyle/>
          <a:p>
            <a:r>
              <a:rPr lang="ru-RU" dirty="0"/>
              <a:t>Шаблоны презентаций с сайта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ru-RU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6123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4C9EC2-80C4-48A1-8149-429CEE5B1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Источники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767325-7066-449D-9156-DFE5CE3B61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presentation-creation.ru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235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9BE13806-2F6F-4C87-AF3C-28459D4356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08537" y="1773238"/>
            <a:ext cx="7340338" cy="1655762"/>
          </a:xfrm>
        </p:spPr>
        <p:txBody>
          <a:bodyPr>
            <a:normAutofit fontScale="90000"/>
          </a:bodyPr>
          <a:lstStyle/>
          <a:p>
            <a:r>
              <a:rPr lang="ru-RU" sz="11500" dirty="0"/>
              <a:t>СПАСИБО</a:t>
            </a:r>
          </a:p>
        </p:txBody>
      </p:sp>
    </p:spTree>
    <p:extLst>
      <p:ext uri="{BB962C8B-B14F-4D97-AF65-F5344CB8AC3E}">
        <p14:creationId xmlns:p14="http://schemas.microsoft.com/office/powerpoint/2010/main" val="2597302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426</Words>
  <Application>Microsoft Office PowerPoint</Application>
  <PresentationFormat>Широкоэкранный</PresentationFormat>
  <Paragraphs>67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Тема Office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Вставьте заголовок</vt:lpstr>
      <vt:lpstr>Источники</vt:lpstr>
      <vt:lpstr>СПАСИБО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Мрамор - шаблон презентации с сайта presentation-creation.ru</dc:title>
  <dc:creator>User Obstinate</dc:creator>
  <cp:lastModifiedBy>User Obstinate</cp:lastModifiedBy>
  <cp:revision>15</cp:revision>
  <dcterms:created xsi:type="dcterms:W3CDTF">2025-04-04T15:20:50Z</dcterms:created>
  <dcterms:modified xsi:type="dcterms:W3CDTF">2026-01-05T13:34:18Z</dcterms:modified>
</cp:coreProperties>
</file>