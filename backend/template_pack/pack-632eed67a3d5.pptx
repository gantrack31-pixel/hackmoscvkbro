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1" r:id="rId5"/>
    <p:sldId id="262" r:id="rId6"/>
    <p:sldId id="266" r:id="rId7"/>
    <p:sldId id="263" r:id="rId8"/>
    <p:sldId id="264" r:id="rId9"/>
    <p:sldId id="257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0D2"/>
    <a:srgbClr val="702877"/>
    <a:srgbClr val="E6BD91"/>
    <a:srgbClr val="E9BF21"/>
    <a:srgbClr val="C57110"/>
    <a:srgbClr val="FDC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134" y="451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A-4DFC-B9AD-D335C5F2D25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9A-4DFC-B9AD-D335C5F2D25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9A-4DFC-B9AD-D335C5F2D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4930767"/>
        <c:axId val="1314992511"/>
      </c:barChart>
      <c:catAx>
        <c:axId val="1484930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4992511"/>
        <c:crosses val="autoZero"/>
        <c:auto val="1"/>
        <c:lblAlgn val="ctr"/>
        <c:lblOffset val="100"/>
        <c:noMultiLvlLbl val="0"/>
      </c:catAx>
      <c:valAx>
        <c:axId val="131499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493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314" y="201069"/>
            <a:ext cx="6813594" cy="1407896"/>
          </a:xfrm>
          <a:noFill/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773238"/>
            <a:ext cx="6813594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28" y="136525"/>
            <a:ext cx="11519338" cy="13255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1125" y="1462088"/>
            <a:ext cx="9322675" cy="4382016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1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51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71398" y="1594262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71397" y="2284349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2278510" y="1692429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756608" y="3169537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756607" y="3859624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2278510" y="3267704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748248" y="4684648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748247" y="5374735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2278510" y="4842979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EBB968C-AE0C-4F25-90B3-87B885DF1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28" y="136525"/>
            <a:ext cx="11519338" cy="13255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14.08.2026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entation-creation.ru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E81660-F020-4D4F-9710-2DC09135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790" y="1228287"/>
            <a:ext cx="5759669" cy="4401426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pic>
        <p:nvPicPr>
          <p:cNvPr id="5" name="Рисунок 4" descr="Статистика">
            <a:extLst>
              <a:ext uri="{FF2B5EF4-FFF2-40B4-BE49-F238E27FC236}">
                <a16:creationId xmlns:a16="http://schemas.microsoft.com/office/drawing/2014/main" id="{F3E1811F-9EB3-488D-AD2F-1DC58D540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58383" y="1003807"/>
            <a:ext cx="3100086" cy="3100086"/>
          </a:xfrm>
          <a:prstGeom prst="rect">
            <a:avLst/>
          </a:prstGeom>
        </p:spPr>
      </p:pic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88D7D73D-6D82-4F88-A1DF-97B5E6C1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3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Нижний колонтитул 4">
            <a:extLst>
              <a:ext uri="{FF2B5EF4-FFF2-40B4-BE49-F238E27FC236}">
                <a16:creationId xmlns:a16="http://schemas.microsoft.com/office/drawing/2014/main" id="{7DE692BD-4074-4E0F-87E6-FCC1CCC8E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2F59B67-F1F5-46FE-8727-B17F9D478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7512A9-F238-4B19-8881-B5DB693C9CF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986EB6-932E-4AA1-87EE-A627DABC081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B76BF9BC-1230-4B50-9D55-7B479C04657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780949E-162D-4A75-9543-38190E25AC8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0F2A07F-0093-4C4E-AC15-13507FA96E3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443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5B37E-12BC-4797-8E22-48253BE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DFFC33-3067-4C6A-B4FE-367031FDB831}"/>
              </a:ext>
            </a:extLst>
          </p:cNvPr>
          <p:cNvSpPr/>
          <p:nvPr/>
        </p:nvSpPr>
        <p:spPr>
          <a:xfrm>
            <a:off x="2271000" y="1719926"/>
            <a:ext cx="9270649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500" dirty="0"/>
              <a:t>987 654 321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604BE4DC-134B-46B0-BA3D-21DE83C43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97357-F7BF-4663-8BD4-F1427951DCF4}"/>
              </a:ext>
            </a:extLst>
          </p:cNvPr>
          <p:cNvSpPr txBox="1"/>
          <p:nvPr/>
        </p:nvSpPr>
        <p:spPr>
          <a:xfrm>
            <a:off x="2271000" y="3665102"/>
            <a:ext cx="79563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Lorem ipsum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, sed do </a:t>
            </a:r>
            <a:r>
              <a:rPr lang="en-US" sz="2000" dirty="0" err="1"/>
              <a:t>eiusmod</a:t>
            </a:r>
            <a:r>
              <a:rPr lang="en-US" sz="2000" dirty="0"/>
              <a:t> </a:t>
            </a:r>
            <a:r>
              <a:rPr lang="en-US" sz="2000" dirty="0" err="1"/>
              <a:t>tempor</a:t>
            </a:r>
            <a:r>
              <a:rPr lang="en-US" sz="2000" dirty="0"/>
              <a:t> </a:t>
            </a:r>
            <a:r>
              <a:rPr lang="en-US" sz="2000" dirty="0" err="1"/>
              <a:t>incididunt</a:t>
            </a:r>
            <a:r>
              <a:rPr lang="en-US" sz="2000" dirty="0"/>
              <a:t> </a:t>
            </a:r>
            <a:r>
              <a:rPr lang="en-US" sz="2000" dirty="0" err="1"/>
              <a:t>ut</a:t>
            </a:r>
            <a:r>
              <a:rPr lang="en-US" sz="2000" dirty="0"/>
              <a:t> </a:t>
            </a:r>
            <a:r>
              <a:rPr lang="en-US" sz="2000" dirty="0" err="1"/>
              <a:t>labore</a:t>
            </a:r>
            <a:r>
              <a:rPr lang="en-US" sz="2000" dirty="0"/>
              <a:t> et dolore magna </a:t>
            </a:r>
            <a:r>
              <a:rPr lang="en-US" sz="2000" dirty="0" err="1"/>
              <a:t>aliqua</a:t>
            </a:r>
            <a:r>
              <a:rPr lang="en-US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387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C17D-1B13-4EAD-8EB7-86B0C935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5F8B71-B3F0-4B5B-9889-A669C9287628}"/>
              </a:ext>
            </a:extLst>
          </p:cNvPr>
          <p:cNvSpPr/>
          <p:nvPr/>
        </p:nvSpPr>
        <p:spPr>
          <a:xfrm>
            <a:off x="2461081" y="1921439"/>
            <a:ext cx="2601905" cy="276621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35084F8-7ED0-4481-8986-ABD6CA5AAB40}"/>
              </a:ext>
            </a:extLst>
          </p:cNvPr>
          <p:cNvSpPr/>
          <p:nvPr/>
        </p:nvSpPr>
        <p:spPr>
          <a:xfrm>
            <a:off x="3405961" y="1580138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96958-C773-4B08-BE3D-14C716C80F2A}"/>
              </a:ext>
            </a:extLst>
          </p:cNvPr>
          <p:cNvSpPr txBox="1"/>
          <p:nvPr/>
        </p:nvSpPr>
        <p:spPr>
          <a:xfrm>
            <a:off x="3415487" y="1587550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8D1042-DD36-4B2C-B3A2-D1C9C9A0154B}"/>
              </a:ext>
            </a:extLst>
          </p:cNvPr>
          <p:cNvSpPr/>
          <p:nvPr/>
        </p:nvSpPr>
        <p:spPr>
          <a:xfrm>
            <a:off x="5238813" y="1930277"/>
            <a:ext cx="2601905" cy="276621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8148BF-EC4D-4C25-9613-E60EB4681F26}"/>
              </a:ext>
            </a:extLst>
          </p:cNvPr>
          <p:cNvSpPr txBox="1">
            <a:spLocks/>
          </p:cNvSpPr>
          <p:nvPr/>
        </p:nvSpPr>
        <p:spPr>
          <a:xfrm>
            <a:off x="5333858" y="2368428"/>
            <a:ext cx="2411816" cy="181849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Lorem ipsum dolor sit </a:t>
            </a:r>
            <a:r>
              <a:rPr lang="en-US" sz="1800" dirty="0" err="1">
                <a:solidFill>
                  <a:schemeClr val="bg2"/>
                </a:solidFill>
              </a:rPr>
              <a:t>amet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consectetur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adipiscing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elit</a:t>
            </a:r>
            <a:r>
              <a:rPr lang="en-US" sz="1800" dirty="0">
                <a:solidFill>
                  <a:schemeClr val="bg2"/>
                </a:solidFill>
              </a:rPr>
              <a:t>, sed do </a:t>
            </a:r>
            <a:r>
              <a:rPr lang="en-US" sz="1800" dirty="0" err="1">
                <a:solidFill>
                  <a:schemeClr val="bg2"/>
                </a:solidFill>
              </a:rPr>
              <a:t>eiusmod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tempor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incididunt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ut</a:t>
            </a:r>
            <a:r>
              <a:rPr lang="en-US" sz="1800" dirty="0">
                <a:solidFill>
                  <a:schemeClr val="bg2"/>
                </a:solidFill>
              </a:rPr>
              <a:t> labore et dolore magna </a:t>
            </a:r>
            <a:r>
              <a:rPr lang="en-US" sz="1800" dirty="0" err="1">
                <a:solidFill>
                  <a:schemeClr val="bg2"/>
                </a:solidFill>
              </a:rPr>
              <a:t>aliqua</a:t>
            </a:r>
            <a:r>
              <a:rPr lang="en-US" sz="18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0B958B4-7F8C-4E5D-9E45-B4A7C4FBE2A1}"/>
              </a:ext>
            </a:extLst>
          </p:cNvPr>
          <p:cNvSpPr/>
          <p:nvPr/>
        </p:nvSpPr>
        <p:spPr>
          <a:xfrm>
            <a:off x="6183693" y="1588976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C40FA-A6EA-4665-A64E-AE4962E1FD08}"/>
              </a:ext>
            </a:extLst>
          </p:cNvPr>
          <p:cNvSpPr txBox="1"/>
          <p:nvPr/>
        </p:nvSpPr>
        <p:spPr>
          <a:xfrm>
            <a:off x="6177046" y="1571258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52AB29-A1C9-4B9C-92D3-604138A44B04}"/>
              </a:ext>
            </a:extLst>
          </p:cNvPr>
          <p:cNvSpPr/>
          <p:nvPr/>
        </p:nvSpPr>
        <p:spPr>
          <a:xfrm>
            <a:off x="8016545" y="1930277"/>
            <a:ext cx="2601905" cy="276621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2">
            <a:extLst>
              <a:ext uri="{FF2B5EF4-FFF2-40B4-BE49-F238E27FC236}">
                <a16:creationId xmlns:a16="http://schemas.microsoft.com/office/drawing/2014/main" id="{9708AAE2-D6AC-46F0-A8D4-31114B381531}"/>
              </a:ext>
            </a:extLst>
          </p:cNvPr>
          <p:cNvSpPr/>
          <p:nvPr/>
        </p:nvSpPr>
        <p:spPr>
          <a:xfrm>
            <a:off x="8961425" y="1588976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57736-1908-4ED7-A0CA-76859DC8C722}"/>
              </a:ext>
            </a:extLst>
          </p:cNvPr>
          <p:cNvSpPr txBox="1"/>
          <p:nvPr/>
        </p:nvSpPr>
        <p:spPr>
          <a:xfrm>
            <a:off x="8970950" y="1585733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4A02190-3F35-4067-92C3-4DA6E7B4975B}"/>
              </a:ext>
            </a:extLst>
          </p:cNvPr>
          <p:cNvSpPr txBox="1">
            <a:spLocks/>
          </p:cNvSpPr>
          <p:nvPr/>
        </p:nvSpPr>
        <p:spPr>
          <a:xfrm>
            <a:off x="8168271" y="2368427"/>
            <a:ext cx="2411816" cy="206898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Lorem ipsum dolor sit </a:t>
            </a:r>
            <a:r>
              <a:rPr lang="en-US" sz="1800" dirty="0" err="1">
                <a:solidFill>
                  <a:schemeClr val="bg2"/>
                </a:solidFill>
              </a:rPr>
              <a:t>amet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consectetur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adipiscing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elit</a:t>
            </a:r>
            <a:r>
              <a:rPr lang="en-US" sz="1800" dirty="0">
                <a:solidFill>
                  <a:schemeClr val="bg2"/>
                </a:solidFill>
              </a:rPr>
              <a:t>, sed do </a:t>
            </a:r>
            <a:r>
              <a:rPr lang="en-US" sz="1800" dirty="0" err="1">
                <a:solidFill>
                  <a:schemeClr val="bg2"/>
                </a:solidFill>
              </a:rPr>
              <a:t>eiusmod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tempor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incididunt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ut</a:t>
            </a:r>
            <a:r>
              <a:rPr lang="en-US" sz="1800" dirty="0">
                <a:solidFill>
                  <a:schemeClr val="bg2"/>
                </a:solidFill>
              </a:rPr>
              <a:t> labore et dolore magna </a:t>
            </a:r>
            <a:r>
              <a:rPr lang="en-US" sz="1800" dirty="0" err="1">
                <a:solidFill>
                  <a:schemeClr val="bg2"/>
                </a:solidFill>
              </a:rPr>
              <a:t>aliqua</a:t>
            </a:r>
            <a:r>
              <a:rPr lang="en-US" sz="1800" dirty="0">
                <a:solidFill>
                  <a:schemeClr val="bg2"/>
                </a:solidFill>
              </a:rPr>
              <a:t>. </a:t>
            </a:r>
            <a:endParaRPr lang="ru-RU" sz="1800" dirty="0">
              <a:solidFill>
                <a:schemeClr val="bg2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4277D8EA-42AF-4569-B3D0-9B80EAC7E0C8}"/>
              </a:ext>
            </a:extLst>
          </p:cNvPr>
          <p:cNvSpPr txBox="1">
            <a:spLocks/>
          </p:cNvSpPr>
          <p:nvPr/>
        </p:nvSpPr>
        <p:spPr>
          <a:xfrm>
            <a:off x="2576291" y="2368428"/>
            <a:ext cx="2411816" cy="207757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Lorem ipsum dolor sit </a:t>
            </a:r>
            <a:r>
              <a:rPr lang="en-US" sz="1800" dirty="0" err="1">
                <a:solidFill>
                  <a:schemeClr val="bg2"/>
                </a:solidFill>
              </a:rPr>
              <a:t>amet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consectetur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adipiscing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elit</a:t>
            </a:r>
            <a:r>
              <a:rPr lang="en-US" sz="1800" dirty="0">
                <a:solidFill>
                  <a:schemeClr val="bg2"/>
                </a:solidFill>
              </a:rPr>
              <a:t>, sed do </a:t>
            </a:r>
            <a:r>
              <a:rPr lang="en-US" sz="1800" dirty="0" err="1">
                <a:solidFill>
                  <a:schemeClr val="bg2"/>
                </a:solidFill>
              </a:rPr>
              <a:t>eiusmod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tempor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incididunt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ut</a:t>
            </a:r>
            <a:r>
              <a:rPr lang="en-US" sz="1800" dirty="0">
                <a:solidFill>
                  <a:schemeClr val="bg2"/>
                </a:solidFill>
              </a:rPr>
              <a:t> labore et dolore magna </a:t>
            </a:r>
            <a:r>
              <a:rPr lang="en-US" sz="1800" dirty="0" err="1">
                <a:solidFill>
                  <a:schemeClr val="bg2"/>
                </a:solidFill>
              </a:rPr>
              <a:t>aliqua</a:t>
            </a:r>
            <a:r>
              <a:rPr lang="en-US" sz="18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994956DA-0D19-47D5-84C8-5BABFCE2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68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4618D-ED06-4009-946E-CDC8CC39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F56C6B81-143D-428D-A43B-0660FD58C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2240949"/>
              </p:ext>
            </p:extLst>
          </p:nvPr>
        </p:nvGraphicFramePr>
        <p:xfrm>
          <a:off x="2134755" y="1462088"/>
          <a:ext cx="8426372" cy="346096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06593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106593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106593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106593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B886121B-6115-471B-87F5-105B9545107D}"/>
              </a:ext>
            </a:extLst>
          </p:cNvPr>
          <p:cNvSpPr txBox="1">
            <a:spLocks/>
          </p:cNvSpPr>
          <p:nvPr/>
        </p:nvSpPr>
        <p:spPr>
          <a:xfrm>
            <a:off x="2271000" y="6492874"/>
            <a:ext cx="76500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Шаблоны презентаций с сайта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59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9E2A3-7E4F-4EEC-937A-90AC2509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graphicFrame>
        <p:nvGraphicFramePr>
          <p:cNvPr id="4" name="Объект 5">
            <a:extLst>
              <a:ext uri="{FF2B5EF4-FFF2-40B4-BE49-F238E27FC236}">
                <a16:creationId xmlns:a16="http://schemas.microsoft.com/office/drawing/2014/main" id="{94441A4A-205D-46AF-A7A0-DDD461BB3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255943"/>
              </p:ext>
            </p:extLst>
          </p:nvPr>
        </p:nvGraphicFramePr>
        <p:xfrm>
          <a:off x="2017986" y="1225921"/>
          <a:ext cx="8634714" cy="4333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7C25B2B-E3C7-48E4-A616-7D40CD57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1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C9EC2-80C4-48A1-8149-429CEE5B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767325-7066-449D-9156-DFE5CE3B6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023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BE13806-2F6F-4C87-AF3C-28459D435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48" y="2766218"/>
            <a:ext cx="11519338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115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59730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448</Words>
  <Application>Microsoft Office PowerPoint</Application>
  <PresentationFormat>Широкоэкранный</PresentationFormat>
  <Paragraphs>68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Источники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Уютная гостиная с растениями - шаблон презентации с сайта presentation-creation.ru</dc:title>
  <dc:creator>User Obstinate</dc:creator>
  <cp:lastModifiedBy>User Obstinate</cp:lastModifiedBy>
  <cp:revision>38</cp:revision>
  <dcterms:created xsi:type="dcterms:W3CDTF">2025-04-04T15:20:50Z</dcterms:created>
  <dcterms:modified xsi:type="dcterms:W3CDTF">2026-08-14T06:38:38Z</dcterms:modified>
</cp:coreProperties>
</file>