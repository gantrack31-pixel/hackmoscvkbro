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46" r:id="rId2"/>
    <p:sldId id="256" r:id="rId3"/>
    <p:sldId id="263" r:id="rId4"/>
    <p:sldId id="266" r:id="rId5"/>
    <p:sldId id="279" r:id="rId6"/>
    <p:sldId id="284" r:id="rId7"/>
    <p:sldId id="285" r:id="rId8"/>
    <p:sldId id="384" r:id="rId9"/>
    <p:sldId id="392" r:id="rId10"/>
    <p:sldId id="301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42524"/>
    <a:srgbClr val="FFC2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1"/>
    <p:restoredTop sz="94683"/>
  </p:normalViewPr>
  <p:slideViewPr>
    <p:cSldViewPr snapToGrid="0" snapToObjects="1" showGuides="1">
      <p:cViewPr varScale="1">
        <p:scale>
          <a:sx n="147" d="100"/>
          <a:sy n="147" d="100"/>
        </p:scale>
        <p:origin x="151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DB941-1391-9341-9456-56ABFB05C6F6}" type="datetimeFigureOut">
              <a:rPr lang="en-US" smtClean="0"/>
              <a:t>3/29/19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4AA0A-9FC8-FA42-92A8-9963D1558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6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913016" y="1574779"/>
            <a:ext cx="6600488" cy="132556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9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9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524292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3"/>
          </p:nvPr>
        </p:nvSpPr>
        <p:spPr>
          <a:xfrm>
            <a:off x="4485861" y="3935894"/>
            <a:ext cx="2926800" cy="2922106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7" name="Rectangle 6"/>
          <p:cNvSpPr/>
          <p:nvPr userDrawn="1"/>
        </p:nvSpPr>
        <p:spPr>
          <a:xfrm>
            <a:off x="7412661" y="4524292"/>
            <a:ext cx="4779339" cy="23337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8"/>
          <p:cNvSpPr>
            <a:spLocks noGrp="1"/>
          </p:cNvSpPr>
          <p:nvPr>
            <p:ph type="title"/>
          </p:nvPr>
        </p:nvSpPr>
        <p:spPr>
          <a:xfrm>
            <a:off x="913016" y="1574779"/>
            <a:ext cx="9685211" cy="132556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611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913016" y="1596812"/>
            <a:ext cx="3581865" cy="132556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29"/>
          <p:cNvSpPr>
            <a:spLocks noGrp="1"/>
          </p:cNvSpPr>
          <p:nvPr>
            <p:ph type="pic" sz="quarter" idx="13"/>
          </p:nvPr>
        </p:nvSpPr>
        <p:spPr>
          <a:xfrm>
            <a:off x="3701681" y="0"/>
            <a:ext cx="6213500" cy="2291508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5978500" y="2291508"/>
            <a:ext cx="6213500" cy="2291508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15"/>
          </p:nvPr>
        </p:nvSpPr>
        <p:spPr>
          <a:xfrm>
            <a:off x="3701681" y="4583016"/>
            <a:ext cx="6213500" cy="2291508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139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9"/>
          <p:cNvSpPr>
            <a:spLocks noGrp="1"/>
          </p:cNvSpPr>
          <p:nvPr>
            <p:ph type="pic" sz="quarter" idx="12"/>
          </p:nvPr>
        </p:nvSpPr>
        <p:spPr>
          <a:xfrm>
            <a:off x="7003055" y="2699132"/>
            <a:ext cx="5188945" cy="4158867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5" name="Title 8"/>
          <p:cNvSpPr>
            <a:spLocks noGrp="1"/>
          </p:cNvSpPr>
          <p:nvPr>
            <p:ph type="title"/>
          </p:nvPr>
        </p:nvSpPr>
        <p:spPr>
          <a:xfrm>
            <a:off x="913016" y="1596812"/>
            <a:ext cx="3581865" cy="132556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14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502" y="960618"/>
            <a:ext cx="3284098" cy="6695371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1866899" y="1816099"/>
            <a:ext cx="2848004" cy="502945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5599316" y="1596812"/>
            <a:ext cx="3581865" cy="132556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9465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9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gradFill>
            <a:gsLst>
              <a:gs pos="0">
                <a:schemeClr val="tx1">
                  <a:alpha val="20000"/>
                </a:schemeClr>
              </a:gs>
              <a:gs pos="98000">
                <a:schemeClr val="tx1">
                  <a:alpha val="5000"/>
                </a:schemeClr>
              </a:gs>
            </a:gsLst>
            <a:lin ang="5400000" scaled="1"/>
          </a:gradFill>
          <a:ln>
            <a:noFill/>
          </a:ln>
        </p:spPr>
        <p:txBody>
          <a:bodyPr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7168437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3174775" y="760652"/>
            <a:ext cx="5842450" cy="3985327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3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913016" y="489146"/>
            <a:ext cx="89447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chemeClr val="tx1">
                    <a:alpha val="60000"/>
                  </a:schemeClr>
                </a:solidFill>
                <a:latin typeface="+mj-lt"/>
              </a:rPr>
              <a:t>BLOCKCHAIN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09268" y="6295673"/>
            <a:ext cx="279465" cy="57600"/>
            <a:chOff x="909268" y="6459095"/>
            <a:chExt cx="279465" cy="57600"/>
          </a:xfrm>
        </p:grpSpPr>
        <p:sp>
          <p:nvSpPr>
            <p:cNvPr id="11" name="Oval 10"/>
            <p:cNvSpPr/>
            <p:nvPr/>
          </p:nvSpPr>
          <p:spPr>
            <a:xfrm>
              <a:off x="909268" y="6459095"/>
              <a:ext cx="57600" cy="576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020201" y="6459095"/>
              <a:ext cx="57600" cy="57600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131133" y="6459095"/>
              <a:ext cx="57600" cy="57600"/>
            </a:xfrm>
            <a:prstGeom prst="ellipse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451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31" r:id="rId2"/>
    <p:sldLayoutId id="2147483670" r:id="rId3"/>
    <p:sldLayoutId id="2147483649" r:id="rId4"/>
    <p:sldLayoutId id="2147483656" r:id="rId5"/>
    <p:sldLayoutId id="2147483659" r:id="rId6"/>
    <p:sldLayoutId id="2147483683" r:id="rId7"/>
    <p:sldLayoutId id="2147483741" r:id="rId8"/>
    <p:sldLayoutId id="214748374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creativemarket.com/ShapeSlide/2360208-40-in-1-Presentation-Bundle" TargetMode="Externa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16329" y="5047636"/>
            <a:ext cx="2257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DOWNLOAD LINK: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094" y="5416967"/>
            <a:ext cx="8469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https://creativemarket.com/ShapeSlide/2360208-40-in-1-Presentation-Bundle</a:t>
            </a:r>
            <a:endParaRPr lang="en-US" dirty="0"/>
          </a:p>
        </p:txBody>
      </p:sp>
      <p:pic>
        <p:nvPicPr>
          <p:cNvPr id="11" name="Picture Placeholder 10" descr="A picture containing building&#13;&#10;&#13;&#10;Description automatically generated">
            <a:extLst>
              <a:ext uri="{FF2B5EF4-FFF2-40B4-BE49-F238E27FC236}">
                <a16:creationId xmlns:a16="http://schemas.microsoft.com/office/drawing/2014/main" id="{19337538-C65F-D24C-BCC2-00C56081040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" r="122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7196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913016" y="1255290"/>
            <a:ext cx="10558547" cy="1325563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BlockChain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13016" y="489146"/>
            <a:ext cx="89447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latin typeface="+mj-lt"/>
              </a:rPr>
              <a:t>BLOCKCHAIN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016" y="2580853"/>
            <a:ext cx="71333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 err="1"/>
              <a:t>Blockchain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8249327" y="5042546"/>
            <a:ext cx="2255426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+mj-lt"/>
              </a:rPr>
              <a:t>A red flare silhouetted the jagged</a:t>
            </a:r>
          </a:p>
          <a:p>
            <a:r>
              <a:rPr lang="en-US" sz="1200" dirty="0">
                <a:solidFill>
                  <a:srgbClr val="FFFFFF"/>
                </a:solidFill>
                <a:latin typeface="+mj-lt"/>
              </a:rPr>
              <a:t>Edge of a wing.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8483" y="2580853"/>
            <a:ext cx="43281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/>
              <a:t>Crypto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8483" y="2877009"/>
            <a:ext cx="2255426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latin typeface="+mj-lt"/>
              </a:rPr>
              <a:t>A red flare silhouetted the jagged</a:t>
            </a:r>
          </a:p>
          <a:p>
            <a:r>
              <a:rPr lang="en-US" sz="1200" dirty="0">
                <a:latin typeface="+mj-lt"/>
              </a:rPr>
              <a:t>Edge of a wing.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913016" y="4970134"/>
            <a:ext cx="1261564" cy="1047633"/>
            <a:chOff x="913016" y="4970134"/>
            <a:chExt cx="1261564" cy="1047633"/>
          </a:xfrm>
        </p:grpSpPr>
        <p:sp>
          <p:nvSpPr>
            <p:cNvPr id="21" name="TextBox 20"/>
            <p:cNvSpPr txBox="1"/>
            <p:nvPr/>
          </p:nvSpPr>
          <p:spPr>
            <a:xfrm>
              <a:off x="913016" y="4970134"/>
              <a:ext cx="275717" cy="276999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alpha val="40000"/>
                    </a:schemeClr>
                  </a:solidFill>
                </a:rPr>
                <a:t>USD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3016" y="5083069"/>
              <a:ext cx="1261564" cy="64633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3600" dirty="0"/>
                <a:t>10,476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13016" y="5740768"/>
              <a:ext cx="456856" cy="276999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200">
                  <a:solidFill>
                    <a:schemeClr val="tx1">
                      <a:alpha val="40000"/>
                    </a:schemeClr>
                  </a:solidFill>
                </a:rPr>
                <a:t>Bitcoin</a:t>
              </a:r>
              <a:endParaRPr lang="en-US" sz="1200" dirty="0">
                <a:solidFill>
                  <a:schemeClr val="tx1">
                    <a:alpha val="40000"/>
                  </a:schemeClr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691016" y="4970134"/>
            <a:ext cx="1032334" cy="1047633"/>
            <a:chOff x="913016" y="4970134"/>
            <a:chExt cx="1032334" cy="1047633"/>
          </a:xfrm>
        </p:grpSpPr>
        <p:sp>
          <p:nvSpPr>
            <p:cNvPr id="26" name="TextBox 25"/>
            <p:cNvSpPr txBox="1"/>
            <p:nvPr/>
          </p:nvSpPr>
          <p:spPr>
            <a:xfrm>
              <a:off x="913016" y="4970134"/>
              <a:ext cx="275717" cy="276999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alpha val="40000"/>
                    </a:schemeClr>
                  </a:solidFill>
                </a:rPr>
                <a:t>USD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13016" y="5083069"/>
              <a:ext cx="1032334" cy="64633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3600" dirty="0"/>
                <a:t>181.5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3016" y="5740768"/>
              <a:ext cx="519373" cy="276999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200" dirty="0" err="1">
                  <a:solidFill>
                    <a:schemeClr val="tx1">
                      <a:alpha val="40000"/>
                    </a:schemeClr>
                  </a:solidFill>
                </a:rPr>
                <a:t>Litecoin</a:t>
              </a:r>
              <a:endParaRPr lang="en-US" sz="1200" dirty="0">
                <a:solidFill>
                  <a:schemeClr val="tx1">
                    <a:alpha val="40000"/>
                  </a:schemeClr>
                </a:solidFill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6808108" y="3935894"/>
            <a:ext cx="1196636" cy="11966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249327" y="5633538"/>
            <a:ext cx="3411143" cy="7571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A peep at some distant orb has power to raise and purify our thoughts like a strain of sacred music, or a noble picture, or a passage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268" y="2877009"/>
            <a:ext cx="2255426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latin typeface="+mj-lt"/>
              </a:rPr>
              <a:t>A red flare silhouetted the jagged</a:t>
            </a:r>
          </a:p>
          <a:p>
            <a:r>
              <a:rPr lang="en-US" sz="1200" dirty="0">
                <a:latin typeface="+mj-lt"/>
              </a:rPr>
              <a:t>Edge of a wing.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5983F9A5-9D2B-4C77-993E-13999CBD0A3F}"/>
              </a:ext>
            </a:extLst>
          </p:cNvPr>
          <p:cNvSpPr>
            <a:spLocks noEditPoints="1"/>
          </p:cNvSpPr>
          <p:nvPr/>
        </p:nvSpPr>
        <p:spPr bwMode="auto">
          <a:xfrm>
            <a:off x="7207194" y="4259574"/>
            <a:ext cx="398463" cy="549275"/>
          </a:xfrm>
          <a:custGeom>
            <a:avLst/>
            <a:gdLst>
              <a:gd name="T0" fmla="*/ 41 w 117"/>
              <a:gd name="T1" fmla="*/ 4 h 160"/>
              <a:gd name="T2" fmla="*/ 59 w 117"/>
              <a:gd name="T3" fmla="*/ 132 h 160"/>
              <a:gd name="T4" fmla="*/ 76 w 117"/>
              <a:gd name="T5" fmla="*/ 146 h 160"/>
              <a:gd name="T6" fmla="*/ 82 w 117"/>
              <a:gd name="T7" fmla="*/ 105 h 160"/>
              <a:gd name="T8" fmla="*/ 107 w 117"/>
              <a:gd name="T9" fmla="*/ 71 h 160"/>
              <a:gd name="T10" fmla="*/ 92 w 117"/>
              <a:gd name="T11" fmla="*/ 38 h 160"/>
              <a:gd name="T12" fmla="*/ 16 w 117"/>
              <a:gd name="T13" fmla="*/ 71 h 160"/>
              <a:gd name="T14" fmla="*/ 30 w 117"/>
              <a:gd name="T15" fmla="*/ 54 h 160"/>
              <a:gd name="T16" fmla="*/ 35 w 117"/>
              <a:gd name="T17" fmla="*/ 54 h 160"/>
              <a:gd name="T18" fmla="*/ 59 w 117"/>
              <a:gd name="T19" fmla="*/ 71 h 160"/>
              <a:gd name="T20" fmla="*/ 64 w 117"/>
              <a:gd name="T21" fmla="*/ 6 h 160"/>
              <a:gd name="T22" fmla="*/ 64 w 117"/>
              <a:gd name="T23" fmla="*/ 6 h 160"/>
              <a:gd name="T24" fmla="*/ 39 w 117"/>
              <a:gd name="T25" fmla="*/ 32 h 160"/>
              <a:gd name="T26" fmla="*/ 59 w 117"/>
              <a:gd name="T27" fmla="*/ 102 h 160"/>
              <a:gd name="T28" fmla="*/ 64 w 117"/>
              <a:gd name="T29" fmla="*/ 102 h 160"/>
              <a:gd name="T30" fmla="*/ 64 w 117"/>
              <a:gd name="T31" fmla="*/ 102 h 160"/>
              <a:gd name="T32" fmla="*/ 86 w 117"/>
              <a:gd name="T33" fmla="*/ 38 h 160"/>
              <a:gd name="T34" fmla="*/ 64 w 117"/>
              <a:gd name="T35" fmla="*/ 71 h 160"/>
              <a:gd name="T36" fmla="*/ 91 w 117"/>
              <a:gd name="T37" fmla="*/ 32 h 160"/>
              <a:gd name="T38" fmla="*/ 105 w 117"/>
              <a:gd name="T39" fmla="*/ 32 h 160"/>
              <a:gd name="T40" fmla="*/ 39 w 117"/>
              <a:gd name="T41" fmla="*/ 18 h 160"/>
              <a:gd name="T42" fmla="*/ 43 w 117"/>
              <a:gd name="T43" fmla="*/ 10 h 160"/>
              <a:gd name="T44" fmla="*/ 46 w 117"/>
              <a:gd name="T45" fmla="*/ 101 h 160"/>
              <a:gd name="T46" fmla="*/ 62 w 117"/>
              <a:gd name="T47" fmla="*/ 154 h 160"/>
              <a:gd name="T48" fmla="*/ 70 w 117"/>
              <a:gd name="T49" fmla="*/ 146 h 160"/>
              <a:gd name="T50" fmla="*/ 90 w 117"/>
              <a:gd name="T51" fmla="*/ 77 h 160"/>
              <a:gd name="T52" fmla="*/ 38 w 117"/>
              <a:gd name="T53" fmla="*/ 146 h 160"/>
              <a:gd name="T54" fmla="*/ 41 w 117"/>
              <a:gd name="T55" fmla="*/ 143 h 160"/>
              <a:gd name="T56" fmla="*/ 22 w 117"/>
              <a:gd name="T57" fmla="*/ 149 h 160"/>
              <a:gd name="T58" fmla="*/ 19 w 117"/>
              <a:gd name="T59" fmla="*/ 146 h 160"/>
              <a:gd name="T60" fmla="*/ 34 w 117"/>
              <a:gd name="T61" fmla="*/ 146 h 160"/>
              <a:gd name="T62" fmla="*/ 10 w 117"/>
              <a:gd name="T63" fmla="*/ 144 h 160"/>
              <a:gd name="T64" fmla="*/ 12 w 117"/>
              <a:gd name="T65" fmla="*/ 149 h 160"/>
              <a:gd name="T66" fmla="*/ 14 w 117"/>
              <a:gd name="T67" fmla="*/ 144 h 160"/>
              <a:gd name="T68" fmla="*/ 109 w 117"/>
              <a:gd name="T69" fmla="*/ 144 h 160"/>
              <a:gd name="T70" fmla="*/ 111 w 117"/>
              <a:gd name="T71" fmla="*/ 149 h 160"/>
              <a:gd name="T72" fmla="*/ 113 w 117"/>
              <a:gd name="T73" fmla="*/ 144 h 160"/>
              <a:gd name="T74" fmla="*/ 102 w 117"/>
              <a:gd name="T75" fmla="*/ 143 h 160"/>
              <a:gd name="T76" fmla="*/ 104 w 117"/>
              <a:gd name="T77" fmla="*/ 146 h 160"/>
              <a:gd name="T78" fmla="*/ 89 w 117"/>
              <a:gd name="T79" fmla="*/ 146 h 160"/>
              <a:gd name="T80" fmla="*/ 92 w 117"/>
              <a:gd name="T81" fmla="*/ 143 h 160"/>
              <a:gd name="T82" fmla="*/ 85 w 117"/>
              <a:gd name="T83" fmla="*/ 146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7" h="160">
                <a:moveTo>
                  <a:pt x="112" y="34"/>
                </a:moveTo>
                <a:cubicBezTo>
                  <a:pt x="103" y="13"/>
                  <a:pt x="84" y="0"/>
                  <a:pt x="62" y="0"/>
                </a:cubicBezTo>
                <a:cubicBezTo>
                  <a:pt x="54" y="0"/>
                  <a:pt x="47" y="1"/>
                  <a:pt x="41" y="4"/>
                </a:cubicBezTo>
                <a:cubicBezTo>
                  <a:pt x="13" y="16"/>
                  <a:pt x="0" y="48"/>
                  <a:pt x="11" y="75"/>
                </a:cubicBezTo>
                <a:cubicBezTo>
                  <a:pt x="19" y="95"/>
                  <a:pt x="38" y="108"/>
                  <a:pt x="59" y="109"/>
                </a:cubicBezTo>
                <a:cubicBezTo>
                  <a:pt x="59" y="132"/>
                  <a:pt x="59" y="132"/>
                  <a:pt x="59" y="132"/>
                </a:cubicBezTo>
                <a:cubicBezTo>
                  <a:pt x="52" y="133"/>
                  <a:pt x="47" y="139"/>
                  <a:pt x="47" y="146"/>
                </a:cubicBezTo>
                <a:cubicBezTo>
                  <a:pt x="47" y="154"/>
                  <a:pt x="54" y="160"/>
                  <a:pt x="62" y="160"/>
                </a:cubicBezTo>
                <a:cubicBezTo>
                  <a:pt x="69" y="160"/>
                  <a:pt x="76" y="154"/>
                  <a:pt x="76" y="146"/>
                </a:cubicBezTo>
                <a:cubicBezTo>
                  <a:pt x="76" y="139"/>
                  <a:pt x="71" y="133"/>
                  <a:pt x="64" y="132"/>
                </a:cubicBezTo>
                <a:cubicBezTo>
                  <a:pt x="64" y="109"/>
                  <a:pt x="64" y="109"/>
                  <a:pt x="64" y="109"/>
                </a:cubicBezTo>
                <a:cubicBezTo>
                  <a:pt x="71" y="109"/>
                  <a:pt x="77" y="107"/>
                  <a:pt x="82" y="105"/>
                </a:cubicBezTo>
                <a:cubicBezTo>
                  <a:pt x="96" y="99"/>
                  <a:pt x="106" y="89"/>
                  <a:pt x="112" y="75"/>
                </a:cubicBezTo>
                <a:cubicBezTo>
                  <a:pt x="117" y="62"/>
                  <a:pt x="117" y="47"/>
                  <a:pt x="112" y="34"/>
                </a:cubicBezTo>
                <a:close/>
                <a:moveTo>
                  <a:pt x="107" y="71"/>
                </a:moveTo>
                <a:cubicBezTo>
                  <a:pt x="92" y="71"/>
                  <a:pt x="92" y="71"/>
                  <a:pt x="92" y="71"/>
                </a:cubicBezTo>
                <a:cubicBezTo>
                  <a:pt x="93" y="66"/>
                  <a:pt x="94" y="60"/>
                  <a:pt x="94" y="54"/>
                </a:cubicBezTo>
                <a:cubicBezTo>
                  <a:pt x="94" y="49"/>
                  <a:pt x="94" y="43"/>
                  <a:pt x="92" y="38"/>
                </a:cubicBezTo>
                <a:cubicBezTo>
                  <a:pt x="107" y="38"/>
                  <a:pt x="107" y="38"/>
                  <a:pt x="107" y="38"/>
                </a:cubicBezTo>
                <a:cubicBezTo>
                  <a:pt x="111" y="49"/>
                  <a:pt x="111" y="60"/>
                  <a:pt x="107" y="71"/>
                </a:cubicBezTo>
                <a:close/>
                <a:moveTo>
                  <a:pt x="16" y="71"/>
                </a:moveTo>
                <a:cubicBezTo>
                  <a:pt x="12" y="60"/>
                  <a:pt x="12" y="48"/>
                  <a:pt x="16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0" y="43"/>
                  <a:pt x="30" y="49"/>
                  <a:pt x="30" y="54"/>
                </a:cubicBezTo>
                <a:cubicBezTo>
                  <a:pt x="30" y="60"/>
                  <a:pt x="30" y="66"/>
                  <a:pt x="32" y="71"/>
                </a:cubicBezTo>
                <a:cubicBezTo>
                  <a:pt x="16" y="71"/>
                  <a:pt x="16" y="71"/>
                  <a:pt x="16" y="71"/>
                </a:cubicBezTo>
                <a:close/>
                <a:moveTo>
                  <a:pt x="35" y="54"/>
                </a:moveTo>
                <a:cubicBezTo>
                  <a:pt x="35" y="49"/>
                  <a:pt x="36" y="43"/>
                  <a:pt x="37" y="38"/>
                </a:cubicBezTo>
                <a:cubicBezTo>
                  <a:pt x="59" y="38"/>
                  <a:pt x="59" y="38"/>
                  <a:pt x="59" y="38"/>
                </a:cubicBezTo>
                <a:cubicBezTo>
                  <a:pt x="59" y="71"/>
                  <a:pt x="59" y="71"/>
                  <a:pt x="59" y="71"/>
                </a:cubicBezTo>
                <a:cubicBezTo>
                  <a:pt x="38" y="71"/>
                  <a:pt x="38" y="71"/>
                  <a:pt x="38" y="71"/>
                </a:cubicBezTo>
                <a:cubicBezTo>
                  <a:pt x="36" y="66"/>
                  <a:pt x="35" y="60"/>
                  <a:pt x="35" y="54"/>
                </a:cubicBezTo>
                <a:close/>
                <a:moveTo>
                  <a:pt x="64" y="6"/>
                </a:moveTo>
                <a:cubicBezTo>
                  <a:pt x="73" y="8"/>
                  <a:pt x="81" y="18"/>
                  <a:pt x="85" y="32"/>
                </a:cubicBezTo>
                <a:cubicBezTo>
                  <a:pt x="64" y="32"/>
                  <a:pt x="64" y="32"/>
                  <a:pt x="64" y="32"/>
                </a:cubicBezTo>
                <a:lnTo>
                  <a:pt x="64" y="6"/>
                </a:lnTo>
                <a:close/>
                <a:moveTo>
                  <a:pt x="59" y="7"/>
                </a:moveTo>
                <a:cubicBezTo>
                  <a:pt x="59" y="32"/>
                  <a:pt x="59" y="32"/>
                  <a:pt x="59" y="32"/>
                </a:cubicBezTo>
                <a:cubicBezTo>
                  <a:pt x="39" y="32"/>
                  <a:pt x="39" y="32"/>
                  <a:pt x="39" y="32"/>
                </a:cubicBezTo>
                <a:cubicBezTo>
                  <a:pt x="43" y="19"/>
                  <a:pt x="50" y="9"/>
                  <a:pt x="59" y="7"/>
                </a:cubicBezTo>
                <a:close/>
                <a:moveTo>
                  <a:pt x="59" y="77"/>
                </a:moveTo>
                <a:cubicBezTo>
                  <a:pt x="59" y="102"/>
                  <a:pt x="59" y="102"/>
                  <a:pt x="59" y="102"/>
                </a:cubicBezTo>
                <a:cubicBezTo>
                  <a:pt x="51" y="100"/>
                  <a:pt x="44" y="90"/>
                  <a:pt x="39" y="77"/>
                </a:cubicBezTo>
                <a:lnTo>
                  <a:pt x="59" y="77"/>
                </a:lnTo>
                <a:close/>
                <a:moveTo>
                  <a:pt x="64" y="102"/>
                </a:moveTo>
                <a:cubicBezTo>
                  <a:pt x="64" y="77"/>
                  <a:pt x="64" y="77"/>
                  <a:pt x="64" y="77"/>
                </a:cubicBezTo>
                <a:cubicBezTo>
                  <a:pt x="84" y="77"/>
                  <a:pt x="84" y="77"/>
                  <a:pt x="84" y="77"/>
                </a:cubicBezTo>
                <a:cubicBezTo>
                  <a:pt x="80" y="90"/>
                  <a:pt x="73" y="100"/>
                  <a:pt x="64" y="102"/>
                </a:cubicBezTo>
                <a:close/>
                <a:moveTo>
                  <a:pt x="64" y="71"/>
                </a:moveTo>
                <a:cubicBezTo>
                  <a:pt x="64" y="38"/>
                  <a:pt x="64" y="38"/>
                  <a:pt x="64" y="38"/>
                </a:cubicBezTo>
                <a:cubicBezTo>
                  <a:pt x="86" y="38"/>
                  <a:pt x="86" y="38"/>
                  <a:pt x="86" y="38"/>
                </a:cubicBezTo>
                <a:cubicBezTo>
                  <a:pt x="88" y="43"/>
                  <a:pt x="88" y="49"/>
                  <a:pt x="88" y="54"/>
                </a:cubicBezTo>
                <a:cubicBezTo>
                  <a:pt x="88" y="60"/>
                  <a:pt x="87" y="66"/>
                  <a:pt x="86" y="71"/>
                </a:cubicBezTo>
                <a:cubicBezTo>
                  <a:pt x="64" y="71"/>
                  <a:pt x="64" y="71"/>
                  <a:pt x="64" y="71"/>
                </a:cubicBezTo>
                <a:cubicBezTo>
                  <a:pt x="64" y="71"/>
                  <a:pt x="64" y="71"/>
                  <a:pt x="64" y="71"/>
                </a:cubicBezTo>
                <a:close/>
                <a:moveTo>
                  <a:pt x="105" y="32"/>
                </a:moveTo>
                <a:cubicBezTo>
                  <a:pt x="91" y="32"/>
                  <a:pt x="91" y="32"/>
                  <a:pt x="91" y="32"/>
                </a:cubicBezTo>
                <a:cubicBezTo>
                  <a:pt x="89" y="27"/>
                  <a:pt x="88" y="22"/>
                  <a:pt x="85" y="18"/>
                </a:cubicBezTo>
                <a:cubicBezTo>
                  <a:pt x="83" y="14"/>
                  <a:pt x="81" y="12"/>
                  <a:pt x="79" y="9"/>
                </a:cubicBezTo>
                <a:cubicBezTo>
                  <a:pt x="90" y="13"/>
                  <a:pt x="99" y="21"/>
                  <a:pt x="105" y="32"/>
                </a:cubicBezTo>
                <a:close/>
                <a:moveTo>
                  <a:pt x="43" y="10"/>
                </a:moveTo>
                <a:cubicBezTo>
                  <a:pt x="43" y="9"/>
                  <a:pt x="44" y="9"/>
                  <a:pt x="45" y="9"/>
                </a:cubicBezTo>
                <a:cubicBezTo>
                  <a:pt x="42" y="11"/>
                  <a:pt x="40" y="14"/>
                  <a:pt x="39" y="18"/>
                </a:cubicBezTo>
                <a:cubicBezTo>
                  <a:pt x="36" y="22"/>
                  <a:pt x="34" y="27"/>
                  <a:pt x="33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24" y="22"/>
                  <a:pt x="32" y="14"/>
                  <a:pt x="43" y="10"/>
                </a:cubicBezTo>
                <a:close/>
                <a:moveTo>
                  <a:pt x="19" y="77"/>
                </a:moveTo>
                <a:cubicBezTo>
                  <a:pt x="33" y="77"/>
                  <a:pt x="33" y="77"/>
                  <a:pt x="33" y="77"/>
                </a:cubicBezTo>
                <a:cubicBezTo>
                  <a:pt x="36" y="86"/>
                  <a:pt x="41" y="95"/>
                  <a:pt x="46" y="101"/>
                </a:cubicBezTo>
                <a:cubicBezTo>
                  <a:pt x="34" y="97"/>
                  <a:pt x="24" y="88"/>
                  <a:pt x="19" y="77"/>
                </a:cubicBezTo>
                <a:close/>
                <a:moveTo>
                  <a:pt x="70" y="146"/>
                </a:moveTo>
                <a:cubicBezTo>
                  <a:pt x="70" y="150"/>
                  <a:pt x="66" y="154"/>
                  <a:pt x="62" y="154"/>
                </a:cubicBezTo>
                <a:cubicBezTo>
                  <a:pt x="57" y="154"/>
                  <a:pt x="53" y="150"/>
                  <a:pt x="53" y="146"/>
                </a:cubicBezTo>
                <a:cubicBezTo>
                  <a:pt x="53" y="141"/>
                  <a:pt x="57" y="137"/>
                  <a:pt x="62" y="137"/>
                </a:cubicBezTo>
                <a:cubicBezTo>
                  <a:pt x="66" y="137"/>
                  <a:pt x="70" y="141"/>
                  <a:pt x="70" y="146"/>
                </a:cubicBezTo>
                <a:close/>
                <a:moveTo>
                  <a:pt x="80" y="99"/>
                </a:moveTo>
                <a:cubicBezTo>
                  <a:pt x="79" y="100"/>
                  <a:pt x="79" y="100"/>
                  <a:pt x="78" y="100"/>
                </a:cubicBezTo>
                <a:cubicBezTo>
                  <a:pt x="83" y="95"/>
                  <a:pt x="88" y="86"/>
                  <a:pt x="90" y="77"/>
                </a:cubicBezTo>
                <a:cubicBezTo>
                  <a:pt x="105" y="77"/>
                  <a:pt x="105" y="77"/>
                  <a:pt x="105" y="77"/>
                </a:cubicBezTo>
                <a:cubicBezTo>
                  <a:pt x="99" y="87"/>
                  <a:pt x="91" y="95"/>
                  <a:pt x="80" y="99"/>
                </a:cubicBezTo>
                <a:close/>
                <a:moveTo>
                  <a:pt x="38" y="146"/>
                </a:moveTo>
                <a:cubicBezTo>
                  <a:pt x="38" y="147"/>
                  <a:pt x="39" y="149"/>
                  <a:pt x="41" y="149"/>
                </a:cubicBezTo>
                <a:cubicBezTo>
                  <a:pt x="42" y="149"/>
                  <a:pt x="44" y="147"/>
                  <a:pt x="44" y="146"/>
                </a:cubicBezTo>
                <a:cubicBezTo>
                  <a:pt x="44" y="144"/>
                  <a:pt x="42" y="143"/>
                  <a:pt x="41" y="143"/>
                </a:cubicBezTo>
                <a:cubicBezTo>
                  <a:pt x="39" y="143"/>
                  <a:pt x="38" y="144"/>
                  <a:pt x="38" y="146"/>
                </a:cubicBezTo>
                <a:close/>
                <a:moveTo>
                  <a:pt x="19" y="146"/>
                </a:moveTo>
                <a:cubicBezTo>
                  <a:pt x="19" y="147"/>
                  <a:pt x="20" y="149"/>
                  <a:pt x="22" y="149"/>
                </a:cubicBezTo>
                <a:cubicBezTo>
                  <a:pt x="23" y="149"/>
                  <a:pt x="25" y="147"/>
                  <a:pt x="25" y="146"/>
                </a:cubicBezTo>
                <a:cubicBezTo>
                  <a:pt x="25" y="144"/>
                  <a:pt x="23" y="143"/>
                  <a:pt x="22" y="143"/>
                </a:cubicBezTo>
                <a:cubicBezTo>
                  <a:pt x="20" y="143"/>
                  <a:pt x="19" y="144"/>
                  <a:pt x="19" y="146"/>
                </a:cubicBezTo>
                <a:close/>
                <a:moveTo>
                  <a:pt x="28" y="146"/>
                </a:moveTo>
                <a:cubicBezTo>
                  <a:pt x="28" y="147"/>
                  <a:pt x="29" y="149"/>
                  <a:pt x="31" y="149"/>
                </a:cubicBezTo>
                <a:cubicBezTo>
                  <a:pt x="33" y="149"/>
                  <a:pt x="34" y="147"/>
                  <a:pt x="34" y="146"/>
                </a:cubicBezTo>
                <a:cubicBezTo>
                  <a:pt x="34" y="144"/>
                  <a:pt x="33" y="143"/>
                  <a:pt x="31" y="143"/>
                </a:cubicBezTo>
                <a:cubicBezTo>
                  <a:pt x="29" y="143"/>
                  <a:pt x="28" y="144"/>
                  <a:pt x="28" y="146"/>
                </a:cubicBezTo>
                <a:close/>
                <a:moveTo>
                  <a:pt x="10" y="144"/>
                </a:moveTo>
                <a:cubicBezTo>
                  <a:pt x="9" y="144"/>
                  <a:pt x="9" y="145"/>
                  <a:pt x="9" y="146"/>
                </a:cubicBezTo>
                <a:cubicBezTo>
                  <a:pt x="9" y="147"/>
                  <a:pt x="9" y="147"/>
                  <a:pt x="10" y="148"/>
                </a:cubicBezTo>
                <a:cubicBezTo>
                  <a:pt x="10" y="148"/>
                  <a:pt x="11" y="149"/>
                  <a:pt x="12" y="149"/>
                </a:cubicBezTo>
                <a:cubicBezTo>
                  <a:pt x="13" y="149"/>
                  <a:pt x="14" y="148"/>
                  <a:pt x="14" y="148"/>
                </a:cubicBezTo>
                <a:cubicBezTo>
                  <a:pt x="15" y="147"/>
                  <a:pt x="15" y="147"/>
                  <a:pt x="15" y="146"/>
                </a:cubicBezTo>
                <a:cubicBezTo>
                  <a:pt x="15" y="145"/>
                  <a:pt x="15" y="144"/>
                  <a:pt x="14" y="144"/>
                </a:cubicBezTo>
                <a:cubicBezTo>
                  <a:pt x="14" y="143"/>
                  <a:pt x="13" y="143"/>
                  <a:pt x="12" y="143"/>
                </a:cubicBezTo>
                <a:cubicBezTo>
                  <a:pt x="11" y="143"/>
                  <a:pt x="10" y="143"/>
                  <a:pt x="10" y="144"/>
                </a:cubicBezTo>
                <a:close/>
                <a:moveTo>
                  <a:pt x="109" y="144"/>
                </a:moveTo>
                <a:cubicBezTo>
                  <a:pt x="108" y="144"/>
                  <a:pt x="108" y="145"/>
                  <a:pt x="108" y="146"/>
                </a:cubicBezTo>
                <a:cubicBezTo>
                  <a:pt x="108" y="147"/>
                  <a:pt x="108" y="147"/>
                  <a:pt x="109" y="148"/>
                </a:cubicBezTo>
                <a:cubicBezTo>
                  <a:pt x="110" y="148"/>
                  <a:pt x="110" y="149"/>
                  <a:pt x="111" y="149"/>
                </a:cubicBezTo>
                <a:cubicBezTo>
                  <a:pt x="112" y="149"/>
                  <a:pt x="113" y="148"/>
                  <a:pt x="113" y="148"/>
                </a:cubicBezTo>
                <a:cubicBezTo>
                  <a:pt x="114" y="147"/>
                  <a:pt x="114" y="147"/>
                  <a:pt x="114" y="146"/>
                </a:cubicBezTo>
                <a:cubicBezTo>
                  <a:pt x="114" y="145"/>
                  <a:pt x="114" y="144"/>
                  <a:pt x="113" y="144"/>
                </a:cubicBezTo>
                <a:cubicBezTo>
                  <a:pt x="113" y="143"/>
                  <a:pt x="112" y="143"/>
                  <a:pt x="111" y="143"/>
                </a:cubicBezTo>
                <a:cubicBezTo>
                  <a:pt x="110" y="143"/>
                  <a:pt x="110" y="143"/>
                  <a:pt x="109" y="144"/>
                </a:cubicBezTo>
                <a:close/>
                <a:moveTo>
                  <a:pt x="102" y="143"/>
                </a:moveTo>
                <a:cubicBezTo>
                  <a:pt x="100" y="143"/>
                  <a:pt x="99" y="144"/>
                  <a:pt x="99" y="146"/>
                </a:cubicBezTo>
                <a:cubicBezTo>
                  <a:pt x="99" y="147"/>
                  <a:pt x="100" y="149"/>
                  <a:pt x="102" y="149"/>
                </a:cubicBezTo>
                <a:cubicBezTo>
                  <a:pt x="103" y="149"/>
                  <a:pt x="104" y="147"/>
                  <a:pt x="104" y="146"/>
                </a:cubicBezTo>
                <a:cubicBezTo>
                  <a:pt x="104" y="144"/>
                  <a:pt x="103" y="143"/>
                  <a:pt x="102" y="143"/>
                </a:cubicBezTo>
                <a:close/>
                <a:moveTo>
                  <a:pt x="92" y="143"/>
                </a:moveTo>
                <a:cubicBezTo>
                  <a:pt x="90" y="143"/>
                  <a:pt x="89" y="144"/>
                  <a:pt x="89" y="146"/>
                </a:cubicBezTo>
                <a:cubicBezTo>
                  <a:pt x="89" y="147"/>
                  <a:pt x="90" y="149"/>
                  <a:pt x="92" y="149"/>
                </a:cubicBezTo>
                <a:cubicBezTo>
                  <a:pt x="94" y="149"/>
                  <a:pt x="95" y="147"/>
                  <a:pt x="95" y="146"/>
                </a:cubicBezTo>
                <a:cubicBezTo>
                  <a:pt x="95" y="144"/>
                  <a:pt x="94" y="143"/>
                  <a:pt x="92" y="143"/>
                </a:cubicBezTo>
                <a:close/>
                <a:moveTo>
                  <a:pt x="79" y="146"/>
                </a:moveTo>
                <a:cubicBezTo>
                  <a:pt x="79" y="147"/>
                  <a:pt x="81" y="149"/>
                  <a:pt x="82" y="149"/>
                </a:cubicBezTo>
                <a:cubicBezTo>
                  <a:pt x="84" y="149"/>
                  <a:pt x="85" y="147"/>
                  <a:pt x="85" y="146"/>
                </a:cubicBezTo>
                <a:cubicBezTo>
                  <a:pt x="85" y="144"/>
                  <a:pt x="84" y="143"/>
                  <a:pt x="82" y="143"/>
                </a:cubicBezTo>
                <a:cubicBezTo>
                  <a:pt x="81" y="143"/>
                  <a:pt x="79" y="144"/>
                  <a:pt x="79" y="14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9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 do</a:t>
            </a:r>
            <a:br>
              <a:rPr lang="en-US" dirty="0"/>
            </a:br>
            <a:r>
              <a:rPr lang="en-US" dirty="0"/>
              <a:t>I use</a:t>
            </a:r>
            <a:br>
              <a:rPr lang="en-US" dirty="0"/>
            </a:br>
            <a:r>
              <a:rPr lang="en-US" dirty="0" err="1"/>
              <a:t>Litecoin</a:t>
            </a:r>
            <a:r>
              <a:rPr lang="en-US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18381" y="0"/>
            <a:ext cx="2296800" cy="2291508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916208" y="2291508"/>
            <a:ext cx="2275792" cy="2291508"/>
          </a:xfrm>
          <a:prstGeom prst="rect">
            <a:avLst/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8381" y="4583016"/>
            <a:ext cx="2296800" cy="2291508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103470" y="504280"/>
            <a:ext cx="2021387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2000">
                <a:latin typeface="+mj-lt"/>
              </a:rPr>
              <a:t>DOWNLOAD A</a:t>
            </a:r>
            <a:br>
              <a:rPr lang="en-US" sz="2000">
                <a:latin typeface="+mj-lt"/>
              </a:rPr>
            </a:br>
            <a:r>
              <a:rPr lang="en-US" sz="2000">
                <a:latin typeface="+mj-lt"/>
              </a:rPr>
              <a:t>LITECOIN WALLET</a:t>
            </a:r>
            <a:endParaRPr lang="en-US" sz="2000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03470" y="1230355"/>
            <a:ext cx="1562928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latin typeface="+mj-lt"/>
              </a:rPr>
              <a:t>A red flare silhouetted.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1202" y="2806805"/>
            <a:ext cx="1575752" cy="1015663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2000" dirty="0">
                <a:latin typeface="+mj-lt"/>
              </a:rPr>
              <a:t>BUY LITECOIN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FROM AN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EXCHANGE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202" y="3854008"/>
            <a:ext cx="1562928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latin typeface="+mj-lt"/>
              </a:rPr>
              <a:t>A red flare silhouetted.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3470" y="5139036"/>
            <a:ext cx="1811393" cy="70788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+mj-lt"/>
              </a:rPr>
              <a:t>GET HELP FROM</a:t>
            </a:r>
            <a:br>
              <a:rPr lang="en-US" sz="2000" dirty="0">
                <a:solidFill>
                  <a:srgbClr val="FFFFFF"/>
                </a:solidFill>
                <a:latin typeface="+mj-lt"/>
              </a:rPr>
            </a:br>
            <a:r>
              <a:rPr lang="en-US" sz="2000" dirty="0">
                <a:solidFill>
                  <a:srgbClr val="FFFFFF"/>
                </a:solidFill>
                <a:latin typeface="+mj-lt"/>
              </a:rPr>
              <a:t>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3470" y="5865111"/>
            <a:ext cx="1562928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+mj-lt"/>
              </a:rPr>
              <a:t>A red flare silhouetted.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017" y="3854008"/>
            <a:ext cx="2392044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thoughts.</a:t>
            </a:r>
          </a:p>
        </p:txBody>
      </p:sp>
      <p:sp>
        <p:nvSpPr>
          <p:cNvPr id="20" name="Freeform 1098">
            <a:extLst>
              <a:ext uri="{FF2B5EF4-FFF2-40B4-BE49-F238E27FC236}">
                <a16:creationId xmlns:a16="http://schemas.microsoft.com/office/drawing/2014/main" id="{86EE3BE9-8060-4E5B-9D73-6C0637F7E30F}"/>
              </a:ext>
            </a:extLst>
          </p:cNvPr>
          <p:cNvSpPr>
            <a:spLocks noEditPoints="1"/>
          </p:cNvSpPr>
          <p:nvPr/>
        </p:nvSpPr>
        <p:spPr bwMode="auto">
          <a:xfrm>
            <a:off x="8492937" y="869529"/>
            <a:ext cx="547688" cy="552450"/>
          </a:xfrm>
          <a:custGeom>
            <a:avLst/>
            <a:gdLst>
              <a:gd name="T0" fmla="*/ 48 w 160"/>
              <a:gd name="T1" fmla="*/ 78 h 160"/>
              <a:gd name="T2" fmla="*/ 38 w 160"/>
              <a:gd name="T3" fmla="*/ 74 h 160"/>
              <a:gd name="T4" fmla="*/ 156 w 160"/>
              <a:gd name="T5" fmla="*/ 77 h 160"/>
              <a:gd name="T6" fmla="*/ 150 w 160"/>
              <a:gd name="T7" fmla="*/ 73 h 160"/>
              <a:gd name="T8" fmla="*/ 141 w 160"/>
              <a:gd name="T9" fmla="*/ 72 h 160"/>
              <a:gd name="T10" fmla="*/ 50 w 160"/>
              <a:gd name="T11" fmla="*/ 33 h 160"/>
              <a:gd name="T12" fmla="*/ 16 w 160"/>
              <a:gd name="T13" fmla="*/ 40 h 160"/>
              <a:gd name="T14" fmla="*/ 16 w 160"/>
              <a:gd name="T15" fmla="*/ 80 h 160"/>
              <a:gd name="T16" fmla="*/ 13 w 160"/>
              <a:gd name="T17" fmla="*/ 122 h 160"/>
              <a:gd name="T18" fmla="*/ 21 w 160"/>
              <a:gd name="T19" fmla="*/ 155 h 160"/>
              <a:gd name="T20" fmla="*/ 54 w 160"/>
              <a:gd name="T21" fmla="*/ 154 h 160"/>
              <a:gd name="T22" fmla="*/ 112 w 160"/>
              <a:gd name="T23" fmla="*/ 160 h 160"/>
              <a:gd name="T24" fmla="*/ 135 w 160"/>
              <a:gd name="T25" fmla="*/ 136 h 160"/>
              <a:gd name="T26" fmla="*/ 143 w 160"/>
              <a:gd name="T27" fmla="*/ 90 h 160"/>
              <a:gd name="T28" fmla="*/ 136 w 160"/>
              <a:gd name="T29" fmla="*/ 83 h 160"/>
              <a:gd name="T30" fmla="*/ 138 w 160"/>
              <a:gd name="T31" fmla="*/ 79 h 160"/>
              <a:gd name="T32" fmla="*/ 139 w 160"/>
              <a:gd name="T33" fmla="*/ 78 h 160"/>
              <a:gd name="T34" fmla="*/ 149 w 160"/>
              <a:gd name="T35" fmla="*/ 84 h 160"/>
              <a:gd name="T36" fmla="*/ 110 w 160"/>
              <a:gd name="T37" fmla="*/ 43 h 160"/>
              <a:gd name="T38" fmla="*/ 101 w 160"/>
              <a:gd name="T39" fmla="*/ 51 h 160"/>
              <a:gd name="T40" fmla="*/ 90 w 160"/>
              <a:gd name="T41" fmla="*/ 49 h 160"/>
              <a:gd name="T42" fmla="*/ 81 w 160"/>
              <a:gd name="T43" fmla="*/ 49 h 160"/>
              <a:gd name="T44" fmla="*/ 70 w 160"/>
              <a:gd name="T45" fmla="*/ 52 h 160"/>
              <a:gd name="T46" fmla="*/ 63 w 160"/>
              <a:gd name="T47" fmla="*/ 52 h 160"/>
              <a:gd name="T48" fmla="*/ 57 w 160"/>
              <a:gd name="T49" fmla="*/ 42 h 160"/>
              <a:gd name="T50" fmla="*/ 48 w 160"/>
              <a:gd name="T51" fmla="*/ 155 h 160"/>
              <a:gd name="T52" fmla="*/ 27 w 160"/>
              <a:gd name="T53" fmla="*/ 140 h 160"/>
              <a:gd name="T54" fmla="*/ 128 w 160"/>
              <a:gd name="T55" fmla="*/ 155 h 160"/>
              <a:gd name="T56" fmla="*/ 131 w 160"/>
              <a:gd name="T57" fmla="*/ 140 h 160"/>
              <a:gd name="T58" fmla="*/ 128 w 160"/>
              <a:gd name="T59" fmla="*/ 136 h 160"/>
              <a:gd name="T60" fmla="*/ 120 w 160"/>
              <a:gd name="T61" fmla="*/ 142 h 160"/>
              <a:gd name="T62" fmla="*/ 110 w 160"/>
              <a:gd name="T63" fmla="*/ 147 h 160"/>
              <a:gd name="T64" fmla="*/ 82 w 160"/>
              <a:gd name="T65" fmla="*/ 153 h 160"/>
              <a:gd name="T66" fmla="*/ 19 w 160"/>
              <a:gd name="T67" fmla="*/ 117 h 160"/>
              <a:gd name="T68" fmla="*/ 13 w 160"/>
              <a:gd name="T69" fmla="*/ 85 h 160"/>
              <a:gd name="T70" fmla="*/ 32 w 160"/>
              <a:gd name="T71" fmla="*/ 59 h 160"/>
              <a:gd name="T72" fmla="*/ 44 w 160"/>
              <a:gd name="T73" fmla="*/ 48 h 160"/>
              <a:gd name="T74" fmla="*/ 55 w 160"/>
              <a:gd name="T75" fmla="*/ 50 h 160"/>
              <a:gd name="T76" fmla="*/ 60 w 160"/>
              <a:gd name="T77" fmla="*/ 56 h 160"/>
              <a:gd name="T78" fmla="*/ 57 w 160"/>
              <a:gd name="T79" fmla="*/ 65 h 160"/>
              <a:gd name="T80" fmla="*/ 69 w 160"/>
              <a:gd name="T81" fmla="*/ 58 h 160"/>
              <a:gd name="T82" fmla="*/ 76 w 160"/>
              <a:gd name="T83" fmla="*/ 56 h 160"/>
              <a:gd name="T84" fmla="*/ 100 w 160"/>
              <a:gd name="T85" fmla="*/ 57 h 160"/>
              <a:gd name="T86" fmla="*/ 116 w 160"/>
              <a:gd name="T87" fmla="*/ 65 h 160"/>
              <a:gd name="T88" fmla="*/ 111 w 160"/>
              <a:gd name="T89" fmla="*/ 53 h 160"/>
              <a:gd name="T90" fmla="*/ 113 w 160"/>
              <a:gd name="T91" fmla="*/ 49 h 160"/>
              <a:gd name="T92" fmla="*/ 132 w 160"/>
              <a:gd name="T93" fmla="*/ 79 h 160"/>
              <a:gd name="T94" fmla="*/ 130 w 160"/>
              <a:gd name="T95" fmla="*/ 84 h 160"/>
              <a:gd name="T96" fmla="*/ 132 w 160"/>
              <a:gd name="T97" fmla="*/ 89 h 160"/>
              <a:gd name="T98" fmla="*/ 134 w 160"/>
              <a:gd name="T99" fmla="*/ 93 h 160"/>
              <a:gd name="T100" fmla="*/ 138 w 160"/>
              <a:gd name="T101" fmla="*/ 95 h 160"/>
              <a:gd name="T102" fmla="*/ 141 w 160"/>
              <a:gd name="T103" fmla="*/ 104 h 160"/>
              <a:gd name="T104" fmla="*/ 154 w 160"/>
              <a:gd name="T105" fmla="*/ 86 h 160"/>
              <a:gd name="T106" fmla="*/ 72 w 160"/>
              <a:gd name="T107" fmla="*/ 50 h 160"/>
              <a:gd name="T108" fmla="*/ 84 w 160"/>
              <a:gd name="T109" fmla="*/ 15 h 160"/>
              <a:gd name="T110" fmla="*/ 99 w 160"/>
              <a:gd name="T111" fmla="*/ 49 h 160"/>
              <a:gd name="T112" fmla="*/ 70 w 160"/>
              <a:gd name="T113" fmla="*/ 50 h 160"/>
              <a:gd name="T114" fmla="*/ 50 w 160"/>
              <a:gd name="T115" fmla="*/ 141 h 160"/>
              <a:gd name="T116" fmla="*/ 85 w 160"/>
              <a:gd name="T117" fmla="*/ 14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0" h="160">
                <a:moveTo>
                  <a:pt x="38" y="69"/>
                </a:moveTo>
                <a:cubicBezTo>
                  <a:pt x="33" y="69"/>
                  <a:pt x="29" y="73"/>
                  <a:pt x="29" y="78"/>
                </a:cubicBezTo>
                <a:cubicBezTo>
                  <a:pt x="29" y="84"/>
                  <a:pt x="33" y="88"/>
                  <a:pt x="38" y="88"/>
                </a:cubicBezTo>
                <a:cubicBezTo>
                  <a:pt x="44" y="88"/>
                  <a:pt x="48" y="84"/>
                  <a:pt x="48" y="78"/>
                </a:cubicBezTo>
                <a:cubicBezTo>
                  <a:pt x="48" y="73"/>
                  <a:pt x="44" y="69"/>
                  <a:pt x="38" y="69"/>
                </a:cubicBezTo>
                <a:close/>
                <a:moveTo>
                  <a:pt x="38" y="82"/>
                </a:moveTo>
                <a:cubicBezTo>
                  <a:pt x="36" y="82"/>
                  <a:pt x="34" y="81"/>
                  <a:pt x="34" y="78"/>
                </a:cubicBezTo>
                <a:cubicBezTo>
                  <a:pt x="34" y="76"/>
                  <a:pt x="36" y="74"/>
                  <a:pt x="38" y="74"/>
                </a:cubicBezTo>
                <a:cubicBezTo>
                  <a:pt x="41" y="74"/>
                  <a:pt x="42" y="76"/>
                  <a:pt x="42" y="78"/>
                </a:cubicBezTo>
                <a:cubicBezTo>
                  <a:pt x="42" y="81"/>
                  <a:pt x="41" y="82"/>
                  <a:pt x="38" y="82"/>
                </a:cubicBezTo>
                <a:close/>
                <a:moveTo>
                  <a:pt x="160" y="88"/>
                </a:moveTo>
                <a:cubicBezTo>
                  <a:pt x="160" y="84"/>
                  <a:pt x="158" y="80"/>
                  <a:pt x="156" y="77"/>
                </a:cubicBezTo>
                <a:cubicBezTo>
                  <a:pt x="156" y="74"/>
                  <a:pt x="155" y="71"/>
                  <a:pt x="154" y="68"/>
                </a:cubicBezTo>
                <a:cubicBezTo>
                  <a:pt x="154" y="67"/>
                  <a:pt x="152" y="66"/>
                  <a:pt x="151" y="67"/>
                </a:cubicBezTo>
                <a:cubicBezTo>
                  <a:pt x="149" y="67"/>
                  <a:pt x="149" y="69"/>
                  <a:pt x="149" y="70"/>
                </a:cubicBezTo>
                <a:cubicBezTo>
                  <a:pt x="150" y="71"/>
                  <a:pt x="150" y="72"/>
                  <a:pt x="150" y="73"/>
                </a:cubicBezTo>
                <a:cubicBezTo>
                  <a:pt x="148" y="72"/>
                  <a:pt x="146" y="72"/>
                  <a:pt x="144" y="72"/>
                </a:cubicBezTo>
                <a:cubicBezTo>
                  <a:pt x="144" y="72"/>
                  <a:pt x="144" y="72"/>
                  <a:pt x="143" y="72"/>
                </a:cubicBezTo>
                <a:cubicBezTo>
                  <a:pt x="143" y="72"/>
                  <a:pt x="143" y="72"/>
                  <a:pt x="142" y="72"/>
                </a:cubicBezTo>
                <a:cubicBezTo>
                  <a:pt x="142" y="72"/>
                  <a:pt x="141" y="72"/>
                  <a:pt x="141" y="72"/>
                </a:cubicBezTo>
                <a:cubicBezTo>
                  <a:pt x="136" y="60"/>
                  <a:pt x="127" y="50"/>
                  <a:pt x="115" y="44"/>
                </a:cubicBezTo>
                <a:cubicBezTo>
                  <a:pt x="117" y="40"/>
                  <a:pt x="117" y="37"/>
                  <a:pt x="117" y="33"/>
                </a:cubicBezTo>
                <a:cubicBezTo>
                  <a:pt x="117" y="15"/>
                  <a:pt x="102" y="0"/>
                  <a:pt x="84" y="0"/>
                </a:cubicBezTo>
                <a:cubicBezTo>
                  <a:pt x="65" y="0"/>
                  <a:pt x="50" y="15"/>
                  <a:pt x="50" y="33"/>
                </a:cubicBezTo>
                <a:cubicBezTo>
                  <a:pt x="50" y="36"/>
                  <a:pt x="51" y="38"/>
                  <a:pt x="51" y="41"/>
                </a:cubicBezTo>
                <a:cubicBezTo>
                  <a:pt x="49" y="41"/>
                  <a:pt x="47" y="42"/>
                  <a:pt x="45" y="43"/>
                </a:cubicBezTo>
                <a:cubicBezTo>
                  <a:pt x="33" y="38"/>
                  <a:pt x="26" y="37"/>
                  <a:pt x="19" y="37"/>
                </a:cubicBezTo>
                <a:cubicBezTo>
                  <a:pt x="17" y="38"/>
                  <a:pt x="16" y="39"/>
                  <a:pt x="16" y="40"/>
                </a:cubicBezTo>
                <a:cubicBezTo>
                  <a:pt x="16" y="42"/>
                  <a:pt x="16" y="44"/>
                  <a:pt x="18" y="44"/>
                </a:cubicBezTo>
                <a:cubicBezTo>
                  <a:pt x="21" y="46"/>
                  <a:pt x="23" y="50"/>
                  <a:pt x="25" y="55"/>
                </a:cubicBezTo>
                <a:cubicBezTo>
                  <a:pt x="25" y="56"/>
                  <a:pt x="25" y="57"/>
                  <a:pt x="26" y="58"/>
                </a:cubicBezTo>
                <a:cubicBezTo>
                  <a:pt x="19" y="65"/>
                  <a:pt x="18" y="71"/>
                  <a:pt x="16" y="80"/>
                </a:cubicBezTo>
                <a:cubicBezTo>
                  <a:pt x="13" y="80"/>
                  <a:pt x="13" y="80"/>
                  <a:pt x="13" y="80"/>
                </a:cubicBezTo>
                <a:cubicBezTo>
                  <a:pt x="5" y="80"/>
                  <a:pt x="0" y="86"/>
                  <a:pt x="0" y="96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116"/>
                  <a:pt x="5" y="122"/>
                  <a:pt x="13" y="122"/>
                </a:cubicBezTo>
                <a:cubicBezTo>
                  <a:pt x="15" y="122"/>
                  <a:pt x="15" y="122"/>
                  <a:pt x="15" y="122"/>
                </a:cubicBezTo>
                <a:cubicBezTo>
                  <a:pt x="17" y="127"/>
                  <a:pt x="20" y="132"/>
                  <a:pt x="23" y="136"/>
                </a:cubicBezTo>
                <a:cubicBezTo>
                  <a:pt x="20" y="145"/>
                  <a:pt x="20" y="145"/>
                  <a:pt x="20" y="145"/>
                </a:cubicBezTo>
                <a:cubicBezTo>
                  <a:pt x="18" y="148"/>
                  <a:pt x="19" y="152"/>
                  <a:pt x="21" y="155"/>
                </a:cubicBezTo>
                <a:cubicBezTo>
                  <a:pt x="23" y="158"/>
                  <a:pt x="26" y="160"/>
                  <a:pt x="30" y="160"/>
                </a:cubicBezTo>
                <a:cubicBezTo>
                  <a:pt x="48" y="160"/>
                  <a:pt x="48" y="160"/>
                  <a:pt x="48" y="160"/>
                </a:cubicBezTo>
                <a:cubicBezTo>
                  <a:pt x="50" y="160"/>
                  <a:pt x="52" y="159"/>
                  <a:pt x="53" y="157"/>
                </a:cubicBezTo>
                <a:cubicBezTo>
                  <a:pt x="54" y="154"/>
                  <a:pt x="54" y="154"/>
                  <a:pt x="54" y="154"/>
                </a:cubicBezTo>
                <a:cubicBezTo>
                  <a:pt x="62" y="157"/>
                  <a:pt x="72" y="158"/>
                  <a:pt x="82" y="158"/>
                </a:cubicBezTo>
                <a:cubicBezTo>
                  <a:pt x="90" y="158"/>
                  <a:pt x="98" y="157"/>
                  <a:pt x="105" y="155"/>
                </a:cubicBezTo>
                <a:cubicBezTo>
                  <a:pt x="105" y="155"/>
                  <a:pt x="105" y="155"/>
                  <a:pt x="105" y="155"/>
                </a:cubicBezTo>
                <a:cubicBezTo>
                  <a:pt x="106" y="158"/>
                  <a:pt x="108" y="160"/>
                  <a:pt x="112" y="160"/>
                </a:cubicBezTo>
                <a:cubicBezTo>
                  <a:pt x="128" y="160"/>
                  <a:pt x="128" y="160"/>
                  <a:pt x="128" y="160"/>
                </a:cubicBezTo>
                <a:cubicBezTo>
                  <a:pt x="131" y="160"/>
                  <a:pt x="135" y="158"/>
                  <a:pt x="137" y="155"/>
                </a:cubicBezTo>
                <a:cubicBezTo>
                  <a:pt x="139" y="152"/>
                  <a:pt x="140" y="148"/>
                  <a:pt x="139" y="145"/>
                </a:cubicBezTo>
                <a:cubicBezTo>
                  <a:pt x="135" y="136"/>
                  <a:pt x="135" y="136"/>
                  <a:pt x="135" y="136"/>
                </a:cubicBezTo>
                <a:cubicBezTo>
                  <a:pt x="143" y="127"/>
                  <a:pt x="146" y="116"/>
                  <a:pt x="146" y="104"/>
                </a:cubicBezTo>
                <a:cubicBezTo>
                  <a:pt x="146" y="104"/>
                  <a:pt x="146" y="104"/>
                  <a:pt x="146" y="104"/>
                </a:cubicBezTo>
                <a:cubicBezTo>
                  <a:pt x="154" y="102"/>
                  <a:pt x="160" y="96"/>
                  <a:pt x="160" y="88"/>
                </a:cubicBezTo>
                <a:close/>
                <a:moveTo>
                  <a:pt x="143" y="90"/>
                </a:moveTo>
                <a:cubicBezTo>
                  <a:pt x="143" y="90"/>
                  <a:pt x="143" y="90"/>
                  <a:pt x="143" y="90"/>
                </a:cubicBezTo>
                <a:cubicBezTo>
                  <a:pt x="143" y="90"/>
                  <a:pt x="143" y="90"/>
                  <a:pt x="142" y="90"/>
                </a:cubicBezTo>
                <a:cubicBezTo>
                  <a:pt x="139" y="90"/>
                  <a:pt x="136" y="87"/>
                  <a:pt x="136" y="84"/>
                </a:cubicBezTo>
                <a:cubicBezTo>
                  <a:pt x="136" y="83"/>
                  <a:pt x="136" y="83"/>
                  <a:pt x="136" y="83"/>
                </a:cubicBezTo>
                <a:cubicBezTo>
                  <a:pt x="136" y="82"/>
                  <a:pt x="136" y="82"/>
                  <a:pt x="136" y="82"/>
                </a:cubicBezTo>
                <a:cubicBezTo>
                  <a:pt x="136" y="82"/>
                  <a:pt x="136" y="82"/>
                  <a:pt x="136" y="81"/>
                </a:cubicBezTo>
                <a:cubicBezTo>
                  <a:pt x="136" y="81"/>
                  <a:pt x="136" y="81"/>
                  <a:pt x="136" y="81"/>
                </a:cubicBezTo>
                <a:cubicBezTo>
                  <a:pt x="137" y="80"/>
                  <a:pt x="137" y="80"/>
                  <a:pt x="138" y="79"/>
                </a:cubicBezTo>
                <a:cubicBezTo>
                  <a:pt x="138" y="79"/>
                  <a:pt x="138" y="79"/>
                  <a:pt x="138" y="79"/>
                </a:cubicBezTo>
                <a:cubicBezTo>
                  <a:pt x="138" y="79"/>
                  <a:pt x="138" y="79"/>
                  <a:pt x="139" y="78"/>
                </a:cubicBezTo>
                <a:cubicBezTo>
                  <a:pt x="139" y="78"/>
                  <a:pt x="139" y="78"/>
                  <a:pt x="139" y="78"/>
                </a:cubicBezTo>
                <a:cubicBezTo>
                  <a:pt x="139" y="78"/>
                  <a:pt x="139" y="78"/>
                  <a:pt x="139" y="78"/>
                </a:cubicBezTo>
                <a:cubicBezTo>
                  <a:pt x="140" y="78"/>
                  <a:pt x="140" y="78"/>
                  <a:pt x="140" y="78"/>
                </a:cubicBezTo>
                <a:cubicBezTo>
                  <a:pt x="140" y="78"/>
                  <a:pt x="140" y="78"/>
                  <a:pt x="140" y="78"/>
                </a:cubicBezTo>
                <a:cubicBezTo>
                  <a:pt x="141" y="77"/>
                  <a:pt x="142" y="77"/>
                  <a:pt x="142" y="77"/>
                </a:cubicBezTo>
                <a:cubicBezTo>
                  <a:pt x="146" y="77"/>
                  <a:pt x="149" y="80"/>
                  <a:pt x="149" y="84"/>
                </a:cubicBezTo>
                <a:cubicBezTo>
                  <a:pt x="149" y="87"/>
                  <a:pt x="147" y="90"/>
                  <a:pt x="143" y="90"/>
                </a:cubicBezTo>
                <a:close/>
                <a:moveTo>
                  <a:pt x="84" y="5"/>
                </a:moveTo>
                <a:cubicBezTo>
                  <a:pt x="99" y="5"/>
                  <a:pt x="112" y="18"/>
                  <a:pt x="112" y="33"/>
                </a:cubicBezTo>
                <a:cubicBezTo>
                  <a:pt x="112" y="37"/>
                  <a:pt x="111" y="40"/>
                  <a:pt x="110" y="43"/>
                </a:cubicBezTo>
                <a:cubicBezTo>
                  <a:pt x="110" y="44"/>
                  <a:pt x="110" y="44"/>
                  <a:pt x="110" y="44"/>
                </a:cubicBezTo>
                <a:cubicBezTo>
                  <a:pt x="108" y="47"/>
                  <a:pt x="106" y="50"/>
                  <a:pt x="104" y="53"/>
                </a:cubicBezTo>
                <a:cubicBezTo>
                  <a:pt x="104" y="52"/>
                  <a:pt x="103" y="52"/>
                  <a:pt x="103" y="52"/>
                </a:cubicBezTo>
                <a:cubicBezTo>
                  <a:pt x="102" y="52"/>
                  <a:pt x="101" y="52"/>
                  <a:pt x="101" y="51"/>
                </a:cubicBezTo>
                <a:cubicBezTo>
                  <a:pt x="100" y="51"/>
                  <a:pt x="99" y="51"/>
                  <a:pt x="99" y="51"/>
                </a:cubicBezTo>
                <a:cubicBezTo>
                  <a:pt x="98" y="50"/>
                  <a:pt x="97" y="50"/>
                  <a:pt x="96" y="50"/>
                </a:cubicBezTo>
                <a:cubicBezTo>
                  <a:pt x="95" y="50"/>
                  <a:pt x="94" y="49"/>
                  <a:pt x="92" y="49"/>
                </a:cubicBezTo>
                <a:cubicBezTo>
                  <a:pt x="91" y="49"/>
                  <a:pt x="91" y="49"/>
                  <a:pt x="90" y="49"/>
                </a:cubicBezTo>
                <a:cubicBezTo>
                  <a:pt x="89" y="49"/>
                  <a:pt x="88" y="49"/>
                  <a:pt x="88" y="49"/>
                </a:cubicBezTo>
                <a:cubicBezTo>
                  <a:pt x="87" y="49"/>
                  <a:pt x="86" y="49"/>
                  <a:pt x="86" y="49"/>
                </a:cubicBezTo>
                <a:cubicBezTo>
                  <a:pt x="85" y="49"/>
                  <a:pt x="84" y="49"/>
                  <a:pt x="83" y="49"/>
                </a:cubicBezTo>
                <a:cubicBezTo>
                  <a:pt x="82" y="49"/>
                  <a:pt x="82" y="49"/>
                  <a:pt x="81" y="49"/>
                </a:cubicBezTo>
                <a:cubicBezTo>
                  <a:pt x="80" y="49"/>
                  <a:pt x="80" y="49"/>
                  <a:pt x="79" y="49"/>
                </a:cubicBezTo>
                <a:cubicBezTo>
                  <a:pt x="78" y="50"/>
                  <a:pt x="77" y="50"/>
                  <a:pt x="76" y="50"/>
                </a:cubicBezTo>
                <a:cubicBezTo>
                  <a:pt x="75" y="50"/>
                  <a:pt x="75" y="50"/>
                  <a:pt x="74" y="50"/>
                </a:cubicBezTo>
                <a:cubicBezTo>
                  <a:pt x="73" y="51"/>
                  <a:pt x="72" y="51"/>
                  <a:pt x="70" y="52"/>
                </a:cubicBezTo>
                <a:cubicBezTo>
                  <a:pt x="70" y="52"/>
                  <a:pt x="69" y="52"/>
                  <a:pt x="69" y="52"/>
                </a:cubicBezTo>
                <a:cubicBezTo>
                  <a:pt x="68" y="53"/>
                  <a:pt x="67" y="53"/>
                  <a:pt x="66" y="54"/>
                </a:cubicBezTo>
                <a:cubicBezTo>
                  <a:pt x="66" y="54"/>
                  <a:pt x="65" y="54"/>
                  <a:pt x="65" y="54"/>
                </a:cubicBezTo>
                <a:cubicBezTo>
                  <a:pt x="64" y="54"/>
                  <a:pt x="64" y="53"/>
                  <a:pt x="63" y="52"/>
                </a:cubicBezTo>
                <a:cubicBezTo>
                  <a:pt x="63" y="52"/>
                  <a:pt x="63" y="52"/>
                  <a:pt x="62" y="51"/>
                </a:cubicBezTo>
                <a:cubicBezTo>
                  <a:pt x="62" y="51"/>
                  <a:pt x="61" y="50"/>
                  <a:pt x="61" y="49"/>
                </a:cubicBezTo>
                <a:cubicBezTo>
                  <a:pt x="60" y="49"/>
                  <a:pt x="60" y="49"/>
                  <a:pt x="60" y="49"/>
                </a:cubicBezTo>
                <a:cubicBezTo>
                  <a:pt x="59" y="47"/>
                  <a:pt x="58" y="44"/>
                  <a:pt x="57" y="42"/>
                </a:cubicBezTo>
                <a:cubicBezTo>
                  <a:pt x="57" y="41"/>
                  <a:pt x="57" y="41"/>
                  <a:pt x="57" y="41"/>
                </a:cubicBezTo>
                <a:cubicBezTo>
                  <a:pt x="56" y="39"/>
                  <a:pt x="56" y="36"/>
                  <a:pt x="56" y="33"/>
                </a:cubicBezTo>
                <a:cubicBezTo>
                  <a:pt x="56" y="18"/>
                  <a:pt x="68" y="5"/>
                  <a:pt x="84" y="5"/>
                </a:cubicBezTo>
                <a:close/>
                <a:moveTo>
                  <a:pt x="48" y="155"/>
                </a:moveTo>
                <a:cubicBezTo>
                  <a:pt x="30" y="155"/>
                  <a:pt x="30" y="155"/>
                  <a:pt x="30" y="155"/>
                </a:cubicBezTo>
                <a:cubicBezTo>
                  <a:pt x="28" y="155"/>
                  <a:pt x="26" y="154"/>
                  <a:pt x="25" y="152"/>
                </a:cubicBezTo>
                <a:cubicBezTo>
                  <a:pt x="24" y="151"/>
                  <a:pt x="24" y="149"/>
                  <a:pt x="25" y="147"/>
                </a:cubicBezTo>
                <a:cubicBezTo>
                  <a:pt x="27" y="140"/>
                  <a:pt x="27" y="140"/>
                  <a:pt x="27" y="140"/>
                </a:cubicBezTo>
                <a:cubicBezTo>
                  <a:pt x="33" y="145"/>
                  <a:pt x="40" y="149"/>
                  <a:pt x="49" y="152"/>
                </a:cubicBezTo>
                <a:lnTo>
                  <a:pt x="48" y="155"/>
                </a:lnTo>
                <a:close/>
                <a:moveTo>
                  <a:pt x="133" y="152"/>
                </a:moveTo>
                <a:cubicBezTo>
                  <a:pt x="132" y="154"/>
                  <a:pt x="130" y="155"/>
                  <a:pt x="128" y="155"/>
                </a:cubicBezTo>
                <a:cubicBezTo>
                  <a:pt x="112" y="155"/>
                  <a:pt x="112" y="155"/>
                  <a:pt x="112" y="155"/>
                </a:cubicBezTo>
                <a:cubicBezTo>
                  <a:pt x="111" y="155"/>
                  <a:pt x="110" y="154"/>
                  <a:pt x="110" y="153"/>
                </a:cubicBezTo>
                <a:cubicBezTo>
                  <a:pt x="110" y="153"/>
                  <a:pt x="110" y="153"/>
                  <a:pt x="110" y="153"/>
                </a:cubicBezTo>
                <a:cubicBezTo>
                  <a:pt x="118" y="150"/>
                  <a:pt x="126" y="146"/>
                  <a:pt x="131" y="140"/>
                </a:cubicBezTo>
                <a:cubicBezTo>
                  <a:pt x="134" y="146"/>
                  <a:pt x="134" y="146"/>
                  <a:pt x="134" y="146"/>
                </a:cubicBezTo>
                <a:cubicBezTo>
                  <a:pt x="134" y="148"/>
                  <a:pt x="134" y="150"/>
                  <a:pt x="133" y="152"/>
                </a:cubicBezTo>
                <a:close/>
                <a:moveTo>
                  <a:pt x="128" y="135"/>
                </a:moveTo>
                <a:cubicBezTo>
                  <a:pt x="128" y="136"/>
                  <a:pt x="128" y="136"/>
                  <a:pt x="128" y="136"/>
                </a:cubicBezTo>
                <a:cubicBezTo>
                  <a:pt x="127" y="137"/>
                  <a:pt x="126" y="138"/>
                  <a:pt x="125" y="139"/>
                </a:cubicBezTo>
                <a:cubicBezTo>
                  <a:pt x="125" y="139"/>
                  <a:pt x="124" y="139"/>
                  <a:pt x="124" y="139"/>
                </a:cubicBezTo>
                <a:cubicBezTo>
                  <a:pt x="123" y="140"/>
                  <a:pt x="122" y="141"/>
                  <a:pt x="121" y="141"/>
                </a:cubicBezTo>
                <a:cubicBezTo>
                  <a:pt x="121" y="142"/>
                  <a:pt x="120" y="142"/>
                  <a:pt x="120" y="142"/>
                </a:cubicBezTo>
                <a:cubicBezTo>
                  <a:pt x="119" y="143"/>
                  <a:pt x="118" y="144"/>
                  <a:pt x="116" y="145"/>
                </a:cubicBezTo>
                <a:cubicBezTo>
                  <a:pt x="116" y="145"/>
                  <a:pt x="115" y="145"/>
                  <a:pt x="115" y="145"/>
                </a:cubicBezTo>
                <a:cubicBezTo>
                  <a:pt x="114" y="146"/>
                  <a:pt x="113" y="146"/>
                  <a:pt x="112" y="147"/>
                </a:cubicBezTo>
                <a:cubicBezTo>
                  <a:pt x="111" y="147"/>
                  <a:pt x="111" y="147"/>
                  <a:pt x="110" y="147"/>
                </a:cubicBezTo>
                <a:cubicBezTo>
                  <a:pt x="109" y="148"/>
                  <a:pt x="108" y="148"/>
                  <a:pt x="107" y="149"/>
                </a:cubicBezTo>
                <a:cubicBezTo>
                  <a:pt x="106" y="149"/>
                  <a:pt x="106" y="149"/>
                  <a:pt x="106" y="149"/>
                </a:cubicBezTo>
                <a:cubicBezTo>
                  <a:pt x="106" y="149"/>
                  <a:pt x="106" y="149"/>
                  <a:pt x="106" y="149"/>
                </a:cubicBezTo>
                <a:cubicBezTo>
                  <a:pt x="98" y="151"/>
                  <a:pt x="90" y="153"/>
                  <a:pt x="82" y="153"/>
                </a:cubicBezTo>
                <a:cubicBezTo>
                  <a:pt x="71" y="153"/>
                  <a:pt x="61" y="151"/>
                  <a:pt x="52" y="148"/>
                </a:cubicBezTo>
                <a:cubicBezTo>
                  <a:pt x="51" y="147"/>
                  <a:pt x="50" y="147"/>
                  <a:pt x="50" y="147"/>
                </a:cubicBezTo>
                <a:cubicBezTo>
                  <a:pt x="35" y="141"/>
                  <a:pt x="23" y="131"/>
                  <a:pt x="19" y="119"/>
                </a:cubicBezTo>
                <a:cubicBezTo>
                  <a:pt x="19" y="117"/>
                  <a:pt x="19" y="117"/>
                  <a:pt x="19" y="117"/>
                </a:cubicBezTo>
                <a:cubicBezTo>
                  <a:pt x="13" y="117"/>
                  <a:pt x="13" y="117"/>
                  <a:pt x="13" y="117"/>
                </a:cubicBezTo>
                <a:cubicBezTo>
                  <a:pt x="7" y="117"/>
                  <a:pt x="5" y="111"/>
                  <a:pt x="5" y="106"/>
                </a:cubicBezTo>
                <a:cubicBezTo>
                  <a:pt x="5" y="96"/>
                  <a:pt x="5" y="96"/>
                  <a:pt x="5" y="96"/>
                </a:cubicBezTo>
                <a:cubicBezTo>
                  <a:pt x="5" y="85"/>
                  <a:pt x="11" y="85"/>
                  <a:pt x="13" y="85"/>
                </a:cubicBezTo>
                <a:cubicBezTo>
                  <a:pt x="21" y="85"/>
                  <a:pt x="21" y="85"/>
                  <a:pt x="21" y="85"/>
                </a:cubicBezTo>
                <a:cubicBezTo>
                  <a:pt x="21" y="83"/>
                  <a:pt x="21" y="83"/>
                  <a:pt x="21" y="83"/>
                </a:cubicBezTo>
                <a:cubicBezTo>
                  <a:pt x="23" y="73"/>
                  <a:pt x="24" y="68"/>
                  <a:pt x="31" y="61"/>
                </a:cubicBezTo>
                <a:cubicBezTo>
                  <a:pt x="32" y="59"/>
                  <a:pt x="32" y="59"/>
                  <a:pt x="32" y="59"/>
                </a:cubicBezTo>
                <a:cubicBezTo>
                  <a:pt x="32" y="58"/>
                  <a:pt x="32" y="58"/>
                  <a:pt x="32" y="58"/>
                </a:cubicBezTo>
                <a:cubicBezTo>
                  <a:pt x="31" y="56"/>
                  <a:pt x="30" y="55"/>
                  <a:pt x="30" y="53"/>
                </a:cubicBezTo>
                <a:cubicBezTo>
                  <a:pt x="28" y="49"/>
                  <a:pt x="27" y="45"/>
                  <a:pt x="24" y="43"/>
                </a:cubicBezTo>
                <a:cubicBezTo>
                  <a:pt x="29" y="43"/>
                  <a:pt x="36" y="45"/>
                  <a:pt x="44" y="48"/>
                </a:cubicBezTo>
                <a:cubicBezTo>
                  <a:pt x="45" y="49"/>
                  <a:pt x="45" y="49"/>
                  <a:pt x="45" y="49"/>
                </a:cubicBezTo>
                <a:cubicBezTo>
                  <a:pt x="46" y="48"/>
                  <a:pt x="46" y="48"/>
                  <a:pt x="46" y="48"/>
                </a:cubicBezTo>
                <a:cubicBezTo>
                  <a:pt x="48" y="48"/>
                  <a:pt x="50" y="47"/>
                  <a:pt x="53" y="46"/>
                </a:cubicBezTo>
                <a:cubicBezTo>
                  <a:pt x="53" y="47"/>
                  <a:pt x="54" y="48"/>
                  <a:pt x="55" y="50"/>
                </a:cubicBezTo>
                <a:cubicBezTo>
                  <a:pt x="55" y="50"/>
                  <a:pt x="55" y="50"/>
                  <a:pt x="55" y="50"/>
                </a:cubicBezTo>
                <a:cubicBezTo>
                  <a:pt x="56" y="51"/>
                  <a:pt x="56" y="52"/>
                  <a:pt x="57" y="53"/>
                </a:cubicBezTo>
                <a:cubicBezTo>
                  <a:pt x="57" y="53"/>
                  <a:pt x="57" y="53"/>
                  <a:pt x="57" y="54"/>
                </a:cubicBezTo>
                <a:cubicBezTo>
                  <a:pt x="58" y="55"/>
                  <a:pt x="59" y="55"/>
                  <a:pt x="60" y="56"/>
                </a:cubicBezTo>
                <a:cubicBezTo>
                  <a:pt x="60" y="56"/>
                  <a:pt x="60" y="57"/>
                  <a:pt x="60" y="57"/>
                </a:cubicBezTo>
                <a:cubicBezTo>
                  <a:pt x="60" y="57"/>
                  <a:pt x="61" y="57"/>
                  <a:pt x="61" y="57"/>
                </a:cubicBezTo>
                <a:cubicBezTo>
                  <a:pt x="59" y="58"/>
                  <a:pt x="58" y="60"/>
                  <a:pt x="57" y="61"/>
                </a:cubicBezTo>
                <a:cubicBezTo>
                  <a:pt x="56" y="62"/>
                  <a:pt x="56" y="64"/>
                  <a:pt x="57" y="65"/>
                </a:cubicBezTo>
                <a:cubicBezTo>
                  <a:pt x="58" y="66"/>
                  <a:pt x="59" y="66"/>
                  <a:pt x="60" y="65"/>
                </a:cubicBezTo>
                <a:cubicBezTo>
                  <a:pt x="62" y="63"/>
                  <a:pt x="64" y="61"/>
                  <a:pt x="66" y="60"/>
                </a:cubicBezTo>
                <a:cubicBezTo>
                  <a:pt x="66" y="60"/>
                  <a:pt x="66" y="60"/>
                  <a:pt x="66" y="60"/>
                </a:cubicBezTo>
                <a:cubicBezTo>
                  <a:pt x="67" y="59"/>
                  <a:pt x="68" y="59"/>
                  <a:pt x="69" y="58"/>
                </a:cubicBezTo>
                <a:cubicBezTo>
                  <a:pt x="69" y="58"/>
                  <a:pt x="70" y="58"/>
                  <a:pt x="70" y="58"/>
                </a:cubicBezTo>
                <a:cubicBezTo>
                  <a:pt x="71" y="58"/>
                  <a:pt x="71" y="57"/>
                  <a:pt x="72" y="57"/>
                </a:cubicBezTo>
                <a:cubicBezTo>
                  <a:pt x="72" y="57"/>
                  <a:pt x="72" y="57"/>
                  <a:pt x="73" y="57"/>
                </a:cubicBezTo>
                <a:cubicBezTo>
                  <a:pt x="74" y="56"/>
                  <a:pt x="75" y="56"/>
                  <a:pt x="76" y="56"/>
                </a:cubicBezTo>
                <a:cubicBezTo>
                  <a:pt x="76" y="56"/>
                  <a:pt x="76" y="55"/>
                  <a:pt x="76" y="55"/>
                </a:cubicBezTo>
                <a:cubicBezTo>
                  <a:pt x="77" y="55"/>
                  <a:pt x="78" y="55"/>
                  <a:pt x="79" y="55"/>
                </a:cubicBezTo>
                <a:cubicBezTo>
                  <a:pt x="79" y="55"/>
                  <a:pt x="79" y="55"/>
                  <a:pt x="79" y="55"/>
                </a:cubicBezTo>
                <a:cubicBezTo>
                  <a:pt x="86" y="53"/>
                  <a:pt x="93" y="54"/>
                  <a:pt x="100" y="57"/>
                </a:cubicBezTo>
                <a:cubicBezTo>
                  <a:pt x="100" y="57"/>
                  <a:pt x="100" y="57"/>
                  <a:pt x="100" y="57"/>
                </a:cubicBezTo>
                <a:cubicBezTo>
                  <a:pt x="105" y="59"/>
                  <a:pt x="109" y="61"/>
                  <a:pt x="112" y="65"/>
                </a:cubicBezTo>
                <a:cubicBezTo>
                  <a:pt x="113" y="65"/>
                  <a:pt x="113" y="66"/>
                  <a:pt x="114" y="66"/>
                </a:cubicBezTo>
                <a:cubicBezTo>
                  <a:pt x="115" y="66"/>
                  <a:pt x="115" y="65"/>
                  <a:pt x="116" y="65"/>
                </a:cubicBezTo>
                <a:cubicBezTo>
                  <a:pt x="117" y="64"/>
                  <a:pt x="117" y="62"/>
                  <a:pt x="116" y="61"/>
                </a:cubicBezTo>
                <a:cubicBezTo>
                  <a:pt x="114" y="59"/>
                  <a:pt x="111" y="57"/>
                  <a:pt x="109" y="55"/>
                </a:cubicBezTo>
                <a:cubicBezTo>
                  <a:pt x="109" y="55"/>
                  <a:pt x="109" y="55"/>
                  <a:pt x="109" y="54"/>
                </a:cubicBezTo>
                <a:cubicBezTo>
                  <a:pt x="110" y="54"/>
                  <a:pt x="110" y="54"/>
                  <a:pt x="111" y="53"/>
                </a:cubicBezTo>
                <a:cubicBezTo>
                  <a:pt x="111" y="53"/>
                  <a:pt x="111" y="52"/>
                  <a:pt x="111" y="52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13" y="50"/>
                  <a:pt x="113" y="50"/>
                  <a:pt x="113" y="49"/>
                </a:cubicBezTo>
                <a:cubicBezTo>
                  <a:pt x="113" y="49"/>
                  <a:pt x="113" y="49"/>
                  <a:pt x="113" y="49"/>
                </a:cubicBezTo>
                <a:cubicBezTo>
                  <a:pt x="124" y="55"/>
                  <a:pt x="131" y="63"/>
                  <a:pt x="136" y="74"/>
                </a:cubicBezTo>
                <a:cubicBezTo>
                  <a:pt x="135" y="74"/>
                  <a:pt x="135" y="75"/>
                  <a:pt x="134" y="75"/>
                </a:cubicBezTo>
                <a:cubicBezTo>
                  <a:pt x="134" y="75"/>
                  <a:pt x="134" y="75"/>
                  <a:pt x="134" y="75"/>
                </a:cubicBezTo>
                <a:cubicBezTo>
                  <a:pt x="133" y="76"/>
                  <a:pt x="132" y="78"/>
                  <a:pt x="132" y="79"/>
                </a:cubicBezTo>
                <a:cubicBezTo>
                  <a:pt x="131" y="79"/>
                  <a:pt x="131" y="79"/>
                  <a:pt x="131" y="79"/>
                </a:cubicBezTo>
                <a:cubicBezTo>
                  <a:pt x="131" y="80"/>
                  <a:pt x="131" y="80"/>
                  <a:pt x="131" y="81"/>
                </a:cubicBezTo>
                <a:cubicBezTo>
                  <a:pt x="131" y="81"/>
                  <a:pt x="131" y="81"/>
                  <a:pt x="131" y="82"/>
                </a:cubicBezTo>
                <a:cubicBezTo>
                  <a:pt x="131" y="82"/>
                  <a:pt x="130" y="83"/>
                  <a:pt x="130" y="84"/>
                </a:cubicBezTo>
                <a:cubicBezTo>
                  <a:pt x="130" y="85"/>
                  <a:pt x="131" y="85"/>
                  <a:pt x="131" y="86"/>
                </a:cubicBezTo>
                <a:cubicBezTo>
                  <a:pt x="131" y="86"/>
                  <a:pt x="131" y="87"/>
                  <a:pt x="131" y="87"/>
                </a:cubicBezTo>
                <a:cubicBezTo>
                  <a:pt x="131" y="87"/>
                  <a:pt x="131" y="88"/>
                  <a:pt x="131" y="88"/>
                </a:cubicBezTo>
                <a:cubicBezTo>
                  <a:pt x="131" y="89"/>
                  <a:pt x="132" y="89"/>
                  <a:pt x="132" y="89"/>
                </a:cubicBezTo>
                <a:cubicBezTo>
                  <a:pt x="132" y="89"/>
                  <a:pt x="132" y="90"/>
                  <a:pt x="132" y="90"/>
                </a:cubicBezTo>
                <a:cubicBezTo>
                  <a:pt x="133" y="90"/>
                  <a:pt x="133" y="91"/>
                  <a:pt x="133" y="91"/>
                </a:cubicBezTo>
                <a:cubicBezTo>
                  <a:pt x="133" y="91"/>
                  <a:pt x="133" y="92"/>
                  <a:pt x="134" y="92"/>
                </a:cubicBezTo>
                <a:cubicBezTo>
                  <a:pt x="134" y="92"/>
                  <a:pt x="134" y="92"/>
                  <a:pt x="134" y="93"/>
                </a:cubicBezTo>
                <a:cubicBezTo>
                  <a:pt x="135" y="93"/>
                  <a:pt x="135" y="93"/>
                  <a:pt x="135" y="93"/>
                </a:cubicBezTo>
                <a:cubicBezTo>
                  <a:pt x="136" y="94"/>
                  <a:pt x="136" y="94"/>
                  <a:pt x="136" y="94"/>
                </a:cubicBezTo>
                <a:cubicBezTo>
                  <a:pt x="137" y="94"/>
                  <a:pt x="137" y="94"/>
                  <a:pt x="137" y="95"/>
                </a:cubicBezTo>
                <a:cubicBezTo>
                  <a:pt x="138" y="95"/>
                  <a:pt x="138" y="95"/>
                  <a:pt x="138" y="95"/>
                </a:cubicBezTo>
                <a:cubicBezTo>
                  <a:pt x="139" y="95"/>
                  <a:pt x="139" y="95"/>
                  <a:pt x="139" y="95"/>
                </a:cubicBezTo>
                <a:cubicBezTo>
                  <a:pt x="140" y="95"/>
                  <a:pt x="140" y="95"/>
                  <a:pt x="140" y="96"/>
                </a:cubicBezTo>
                <a:cubicBezTo>
                  <a:pt x="141" y="96"/>
                  <a:pt x="141" y="96"/>
                  <a:pt x="141" y="96"/>
                </a:cubicBezTo>
                <a:cubicBezTo>
                  <a:pt x="141" y="98"/>
                  <a:pt x="141" y="101"/>
                  <a:pt x="141" y="104"/>
                </a:cubicBezTo>
                <a:cubicBezTo>
                  <a:pt x="141" y="116"/>
                  <a:pt x="136" y="127"/>
                  <a:pt x="128" y="135"/>
                </a:cubicBezTo>
                <a:close/>
                <a:moveTo>
                  <a:pt x="146" y="98"/>
                </a:moveTo>
                <a:cubicBezTo>
                  <a:pt x="146" y="97"/>
                  <a:pt x="146" y="96"/>
                  <a:pt x="146" y="95"/>
                </a:cubicBezTo>
                <a:cubicBezTo>
                  <a:pt x="150" y="94"/>
                  <a:pt x="154" y="90"/>
                  <a:pt x="154" y="86"/>
                </a:cubicBezTo>
                <a:cubicBezTo>
                  <a:pt x="154" y="86"/>
                  <a:pt x="154" y="87"/>
                  <a:pt x="154" y="88"/>
                </a:cubicBezTo>
                <a:cubicBezTo>
                  <a:pt x="154" y="93"/>
                  <a:pt x="151" y="97"/>
                  <a:pt x="146" y="98"/>
                </a:cubicBezTo>
                <a:close/>
                <a:moveTo>
                  <a:pt x="70" y="50"/>
                </a:moveTo>
                <a:cubicBezTo>
                  <a:pt x="71" y="50"/>
                  <a:pt x="71" y="50"/>
                  <a:pt x="72" y="50"/>
                </a:cubicBezTo>
                <a:cubicBezTo>
                  <a:pt x="73" y="50"/>
                  <a:pt x="73" y="50"/>
                  <a:pt x="74" y="49"/>
                </a:cubicBezTo>
                <a:cubicBezTo>
                  <a:pt x="75" y="48"/>
                  <a:pt x="75" y="47"/>
                  <a:pt x="73" y="46"/>
                </a:cubicBezTo>
                <a:cubicBezTo>
                  <a:pt x="69" y="42"/>
                  <a:pt x="67" y="37"/>
                  <a:pt x="67" y="32"/>
                </a:cubicBezTo>
                <a:cubicBezTo>
                  <a:pt x="67" y="23"/>
                  <a:pt x="74" y="15"/>
                  <a:pt x="84" y="15"/>
                </a:cubicBezTo>
                <a:cubicBezTo>
                  <a:pt x="93" y="15"/>
                  <a:pt x="101" y="23"/>
                  <a:pt x="101" y="32"/>
                </a:cubicBezTo>
                <a:cubicBezTo>
                  <a:pt x="101" y="37"/>
                  <a:pt x="99" y="41"/>
                  <a:pt x="95" y="45"/>
                </a:cubicBezTo>
                <a:cubicBezTo>
                  <a:pt x="94" y="46"/>
                  <a:pt x="94" y="47"/>
                  <a:pt x="95" y="48"/>
                </a:cubicBezTo>
                <a:cubicBezTo>
                  <a:pt x="96" y="50"/>
                  <a:pt x="98" y="50"/>
                  <a:pt x="99" y="49"/>
                </a:cubicBezTo>
                <a:cubicBezTo>
                  <a:pt x="104" y="44"/>
                  <a:pt x="106" y="38"/>
                  <a:pt x="106" y="32"/>
                </a:cubicBezTo>
                <a:cubicBezTo>
                  <a:pt x="106" y="20"/>
                  <a:pt x="96" y="10"/>
                  <a:pt x="84" y="10"/>
                </a:cubicBezTo>
                <a:cubicBezTo>
                  <a:pt x="71" y="10"/>
                  <a:pt x="61" y="20"/>
                  <a:pt x="61" y="32"/>
                </a:cubicBezTo>
                <a:cubicBezTo>
                  <a:pt x="61" y="39"/>
                  <a:pt x="65" y="46"/>
                  <a:pt x="70" y="50"/>
                </a:cubicBezTo>
                <a:close/>
                <a:moveTo>
                  <a:pt x="85" y="141"/>
                </a:moveTo>
                <a:cubicBezTo>
                  <a:pt x="73" y="142"/>
                  <a:pt x="63" y="141"/>
                  <a:pt x="52" y="136"/>
                </a:cubicBezTo>
                <a:cubicBezTo>
                  <a:pt x="51" y="136"/>
                  <a:pt x="49" y="136"/>
                  <a:pt x="49" y="138"/>
                </a:cubicBezTo>
                <a:cubicBezTo>
                  <a:pt x="48" y="139"/>
                  <a:pt x="49" y="140"/>
                  <a:pt x="50" y="141"/>
                </a:cubicBezTo>
                <a:cubicBezTo>
                  <a:pt x="59" y="145"/>
                  <a:pt x="68" y="147"/>
                  <a:pt x="78" y="147"/>
                </a:cubicBezTo>
                <a:cubicBezTo>
                  <a:pt x="81" y="147"/>
                  <a:pt x="83" y="147"/>
                  <a:pt x="85" y="147"/>
                </a:cubicBezTo>
                <a:cubicBezTo>
                  <a:pt x="87" y="147"/>
                  <a:pt x="88" y="145"/>
                  <a:pt x="88" y="144"/>
                </a:cubicBezTo>
                <a:cubicBezTo>
                  <a:pt x="88" y="142"/>
                  <a:pt x="86" y="141"/>
                  <a:pt x="85" y="14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103">
            <a:extLst>
              <a:ext uri="{FF2B5EF4-FFF2-40B4-BE49-F238E27FC236}">
                <a16:creationId xmlns:a16="http://schemas.microsoft.com/office/drawing/2014/main" id="{6211F558-0F3C-4CB4-99E0-5F626E223245}"/>
              </a:ext>
            </a:extLst>
          </p:cNvPr>
          <p:cNvSpPr>
            <a:spLocks noEditPoints="1"/>
          </p:cNvSpPr>
          <p:nvPr/>
        </p:nvSpPr>
        <p:spPr bwMode="auto">
          <a:xfrm>
            <a:off x="10780260" y="3161037"/>
            <a:ext cx="547688" cy="552450"/>
          </a:xfrm>
          <a:custGeom>
            <a:avLst/>
            <a:gdLst>
              <a:gd name="T0" fmla="*/ 109 w 160"/>
              <a:gd name="T1" fmla="*/ 24 h 160"/>
              <a:gd name="T2" fmla="*/ 107 w 160"/>
              <a:gd name="T3" fmla="*/ 64 h 160"/>
              <a:gd name="T4" fmla="*/ 147 w 160"/>
              <a:gd name="T5" fmla="*/ 61 h 160"/>
              <a:gd name="T6" fmla="*/ 112 w 160"/>
              <a:gd name="T7" fmla="*/ 29 h 160"/>
              <a:gd name="T8" fmla="*/ 112 w 160"/>
              <a:gd name="T9" fmla="*/ 59 h 160"/>
              <a:gd name="T10" fmla="*/ 66 w 160"/>
              <a:gd name="T11" fmla="*/ 80 h 160"/>
              <a:gd name="T12" fmla="*/ 40 w 160"/>
              <a:gd name="T13" fmla="*/ 57 h 160"/>
              <a:gd name="T14" fmla="*/ 39 w 160"/>
              <a:gd name="T15" fmla="*/ 57 h 160"/>
              <a:gd name="T16" fmla="*/ 38 w 160"/>
              <a:gd name="T17" fmla="*/ 56 h 160"/>
              <a:gd name="T18" fmla="*/ 37 w 160"/>
              <a:gd name="T19" fmla="*/ 56 h 160"/>
              <a:gd name="T20" fmla="*/ 13 w 160"/>
              <a:gd name="T21" fmla="*/ 59 h 160"/>
              <a:gd name="T22" fmla="*/ 36 w 160"/>
              <a:gd name="T23" fmla="*/ 61 h 160"/>
              <a:gd name="T24" fmla="*/ 49 w 160"/>
              <a:gd name="T25" fmla="*/ 85 h 160"/>
              <a:gd name="T26" fmla="*/ 50 w 160"/>
              <a:gd name="T27" fmla="*/ 85 h 160"/>
              <a:gd name="T28" fmla="*/ 51 w 160"/>
              <a:gd name="T29" fmla="*/ 85 h 160"/>
              <a:gd name="T30" fmla="*/ 68 w 160"/>
              <a:gd name="T31" fmla="*/ 85 h 160"/>
              <a:gd name="T32" fmla="*/ 139 w 160"/>
              <a:gd name="T33" fmla="*/ 69 h 160"/>
              <a:gd name="T34" fmla="*/ 104 w 160"/>
              <a:gd name="T35" fmla="*/ 67 h 160"/>
              <a:gd name="T36" fmla="*/ 101 w 160"/>
              <a:gd name="T37" fmla="*/ 32 h 160"/>
              <a:gd name="T38" fmla="*/ 99 w 160"/>
              <a:gd name="T39" fmla="*/ 38 h 160"/>
              <a:gd name="T40" fmla="*/ 133 w 160"/>
              <a:gd name="T41" fmla="*/ 72 h 160"/>
              <a:gd name="T42" fmla="*/ 74 w 160"/>
              <a:gd name="T43" fmla="*/ 85 h 160"/>
              <a:gd name="T44" fmla="*/ 85 w 160"/>
              <a:gd name="T45" fmla="*/ 83 h 160"/>
              <a:gd name="T46" fmla="*/ 71 w 160"/>
              <a:gd name="T47" fmla="*/ 80 h 160"/>
              <a:gd name="T48" fmla="*/ 99 w 160"/>
              <a:gd name="T49" fmla="*/ 38 h 160"/>
              <a:gd name="T50" fmla="*/ 83 w 160"/>
              <a:gd name="T51" fmla="*/ 11 h 160"/>
              <a:gd name="T52" fmla="*/ 80 w 160"/>
              <a:gd name="T53" fmla="*/ 0 h 160"/>
              <a:gd name="T54" fmla="*/ 77 w 160"/>
              <a:gd name="T55" fmla="*/ 11 h 160"/>
              <a:gd name="T56" fmla="*/ 0 w 160"/>
              <a:gd name="T57" fmla="*/ 123 h 160"/>
              <a:gd name="T58" fmla="*/ 41 w 160"/>
              <a:gd name="T59" fmla="*/ 155 h 160"/>
              <a:gd name="T60" fmla="*/ 43 w 160"/>
              <a:gd name="T61" fmla="*/ 160 h 160"/>
              <a:gd name="T62" fmla="*/ 77 w 160"/>
              <a:gd name="T63" fmla="*/ 126 h 160"/>
              <a:gd name="T64" fmla="*/ 80 w 160"/>
              <a:gd name="T65" fmla="*/ 155 h 160"/>
              <a:gd name="T66" fmla="*/ 83 w 160"/>
              <a:gd name="T67" fmla="*/ 126 h 160"/>
              <a:gd name="T68" fmla="*/ 117 w 160"/>
              <a:gd name="T69" fmla="*/ 160 h 160"/>
              <a:gd name="T70" fmla="*/ 119 w 160"/>
              <a:gd name="T71" fmla="*/ 155 h 160"/>
              <a:gd name="T72" fmla="*/ 160 w 160"/>
              <a:gd name="T73" fmla="*/ 123 h 160"/>
              <a:gd name="T74" fmla="*/ 155 w 160"/>
              <a:gd name="T75" fmla="*/ 117 h 160"/>
              <a:gd name="T76" fmla="*/ 5 w 160"/>
              <a:gd name="T77" fmla="*/ 16 h 160"/>
              <a:gd name="T78" fmla="*/ 155 w 160"/>
              <a:gd name="T79" fmla="*/ 117 h 160"/>
              <a:gd name="T80" fmla="*/ 24 w 160"/>
              <a:gd name="T81" fmla="*/ 48 h 160"/>
              <a:gd name="T82" fmla="*/ 21 w 160"/>
              <a:gd name="T83" fmla="*/ 35 h 160"/>
              <a:gd name="T84" fmla="*/ 19 w 160"/>
              <a:gd name="T85" fmla="*/ 48 h 160"/>
              <a:gd name="T86" fmla="*/ 29 w 160"/>
              <a:gd name="T87" fmla="*/ 51 h 160"/>
              <a:gd name="T88" fmla="*/ 32 w 160"/>
              <a:gd name="T89" fmla="*/ 37 h 160"/>
              <a:gd name="T90" fmla="*/ 27 w 160"/>
              <a:gd name="T91" fmla="*/ 37 h 160"/>
              <a:gd name="T92" fmla="*/ 29 w 160"/>
              <a:gd name="T93" fmla="*/ 5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0" h="160">
                <a:moveTo>
                  <a:pt x="147" y="61"/>
                </a:moveTo>
                <a:cubicBezTo>
                  <a:pt x="147" y="41"/>
                  <a:pt x="130" y="24"/>
                  <a:pt x="109" y="24"/>
                </a:cubicBezTo>
                <a:cubicBezTo>
                  <a:pt x="107" y="24"/>
                  <a:pt x="107" y="24"/>
                  <a:pt x="107" y="24"/>
                </a:cubicBezTo>
                <a:cubicBezTo>
                  <a:pt x="107" y="64"/>
                  <a:pt x="107" y="64"/>
                  <a:pt x="107" y="64"/>
                </a:cubicBezTo>
                <a:cubicBezTo>
                  <a:pt x="147" y="64"/>
                  <a:pt x="147" y="64"/>
                  <a:pt x="147" y="64"/>
                </a:cubicBezTo>
                <a:lnTo>
                  <a:pt x="147" y="61"/>
                </a:lnTo>
                <a:close/>
                <a:moveTo>
                  <a:pt x="112" y="59"/>
                </a:moveTo>
                <a:cubicBezTo>
                  <a:pt x="112" y="29"/>
                  <a:pt x="112" y="29"/>
                  <a:pt x="112" y="29"/>
                </a:cubicBezTo>
                <a:cubicBezTo>
                  <a:pt x="128" y="31"/>
                  <a:pt x="140" y="43"/>
                  <a:pt x="141" y="59"/>
                </a:cubicBezTo>
                <a:lnTo>
                  <a:pt x="112" y="59"/>
                </a:lnTo>
                <a:close/>
                <a:moveTo>
                  <a:pt x="64" y="69"/>
                </a:moveTo>
                <a:cubicBezTo>
                  <a:pt x="64" y="73"/>
                  <a:pt x="65" y="77"/>
                  <a:pt x="66" y="80"/>
                </a:cubicBezTo>
                <a:cubicBezTo>
                  <a:pt x="52" y="80"/>
                  <a:pt x="52" y="80"/>
                  <a:pt x="52" y="80"/>
                </a:cubicBezTo>
                <a:cubicBezTo>
                  <a:pt x="40" y="57"/>
                  <a:pt x="40" y="57"/>
                  <a:pt x="40" y="57"/>
                </a:cubicBezTo>
                <a:cubicBezTo>
                  <a:pt x="40" y="57"/>
                  <a:pt x="40" y="57"/>
                  <a:pt x="39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57"/>
                  <a:pt x="39" y="56"/>
                  <a:pt x="39" y="56"/>
                </a:cubicBezTo>
                <a:cubicBezTo>
                  <a:pt x="39" y="56"/>
                  <a:pt x="38" y="56"/>
                  <a:pt x="38" y="56"/>
                </a:cubicBezTo>
                <a:cubicBezTo>
                  <a:pt x="38" y="56"/>
                  <a:pt x="38" y="56"/>
                  <a:pt x="38" y="56"/>
                </a:cubicBezTo>
                <a:cubicBezTo>
                  <a:pt x="38" y="56"/>
                  <a:pt x="37" y="56"/>
                  <a:pt x="37" y="56"/>
                </a:cubicBezTo>
                <a:cubicBezTo>
                  <a:pt x="16" y="56"/>
                  <a:pt x="16" y="56"/>
                  <a:pt x="16" y="56"/>
                </a:cubicBezTo>
                <a:cubicBezTo>
                  <a:pt x="15" y="56"/>
                  <a:pt x="13" y="57"/>
                  <a:pt x="13" y="59"/>
                </a:cubicBezTo>
                <a:cubicBezTo>
                  <a:pt x="13" y="60"/>
                  <a:pt x="15" y="61"/>
                  <a:pt x="16" y="61"/>
                </a:cubicBezTo>
                <a:cubicBezTo>
                  <a:pt x="36" y="61"/>
                  <a:pt x="36" y="61"/>
                  <a:pt x="36" y="61"/>
                </a:cubicBezTo>
                <a:cubicBezTo>
                  <a:pt x="48" y="84"/>
                  <a:pt x="48" y="84"/>
                  <a:pt x="48" y="84"/>
                </a:cubicBezTo>
                <a:cubicBezTo>
                  <a:pt x="48" y="84"/>
                  <a:pt x="49" y="84"/>
                  <a:pt x="49" y="85"/>
                </a:cubicBezTo>
                <a:cubicBezTo>
                  <a:pt x="49" y="85"/>
                  <a:pt x="49" y="85"/>
                  <a:pt x="49" y="85"/>
                </a:cubicBezTo>
                <a:cubicBezTo>
                  <a:pt x="49" y="85"/>
                  <a:pt x="49" y="85"/>
                  <a:pt x="50" y="85"/>
                </a:cubicBezTo>
                <a:cubicBezTo>
                  <a:pt x="50" y="85"/>
                  <a:pt x="50" y="85"/>
                  <a:pt x="50" y="85"/>
                </a:cubicBezTo>
                <a:cubicBezTo>
                  <a:pt x="50" y="85"/>
                  <a:pt x="50" y="85"/>
                  <a:pt x="51" y="85"/>
                </a:cubicBezTo>
                <a:cubicBezTo>
                  <a:pt x="51" y="85"/>
                  <a:pt x="51" y="85"/>
                  <a:pt x="51" y="85"/>
                </a:cubicBezTo>
                <a:cubicBezTo>
                  <a:pt x="68" y="85"/>
                  <a:pt x="68" y="85"/>
                  <a:pt x="68" y="85"/>
                </a:cubicBezTo>
                <a:cubicBezTo>
                  <a:pt x="74" y="98"/>
                  <a:pt x="86" y="107"/>
                  <a:pt x="101" y="107"/>
                </a:cubicBezTo>
                <a:cubicBezTo>
                  <a:pt x="122" y="107"/>
                  <a:pt x="139" y="90"/>
                  <a:pt x="139" y="69"/>
                </a:cubicBezTo>
                <a:cubicBezTo>
                  <a:pt x="139" y="67"/>
                  <a:pt x="139" y="67"/>
                  <a:pt x="139" y="67"/>
                </a:cubicBezTo>
                <a:cubicBezTo>
                  <a:pt x="104" y="67"/>
                  <a:pt x="104" y="67"/>
                  <a:pt x="104" y="67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81" y="32"/>
                  <a:pt x="64" y="49"/>
                  <a:pt x="64" y="69"/>
                </a:cubicBezTo>
                <a:close/>
                <a:moveTo>
                  <a:pt x="99" y="38"/>
                </a:moveTo>
                <a:cubicBezTo>
                  <a:pt x="99" y="72"/>
                  <a:pt x="99" y="72"/>
                  <a:pt x="99" y="72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32" y="88"/>
                  <a:pt x="118" y="101"/>
                  <a:pt x="101" y="101"/>
                </a:cubicBezTo>
                <a:cubicBezTo>
                  <a:pt x="89" y="101"/>
                  <a:pt x="79" y="95"/>
                  <a:pt x="74" y="85"/>
                </a:cubicBezTo>
                <a:cubicBezTo>
                  <a:pt x="83" y="85"/>
                  <a:pt x="83" y="85"/>
                  <a:pt x="83" y="85"/>
                </a:cubicBezTo>
                <a:cubicBezTo>
                  <a:pt x="84" y="85"/>
                  <a:pt x="85" y="84"/>
                  <a:pt x="85" y="83"/>
                </a:cubicBezTo>
                <a:cubicBezTo>
                  <a:pt x="85" y="81"/>
                  <a:pt x="84" y="80"/>
                  <a:pt x="83" y="80"/>
                </a:cubicBezTo>
                <a:cubicBezTo>
                  <a:pt x="71" y="80"/>
                  <a:pt x="71" y="80"/>
                  <a:pt x="71" y="80"/>
                </a:cubicBezTo>
                <a:cubicBezTo>
                  <a:pt x="70" y="77"/>
                  <a:pt x="69" y="73"/>
                  <a:pt x="69" y="69"/>
                </a:cubicBezTo>
                <a:cubicBezTo>
                  <a:pt x="69" y="53"/>
                  <a:pt x="82" y="39"/>
                  <a:pt x="99" y="38"/>
                </a:cubicBezTo>
                <a:close/>
                <a:moveTo>
                  <a:pt x="160" y="11"/>
                </a:moveTo>
                <a:cubicBezTo>
                  <a:pt x="83" y="11"/>
                  <a:pt x="83" y="11"/>
                  <a:pt x="83" y="11"/>
                </a:cubicBezTo>
                <a:cubicBezTo>
                  <a:pt x="83" y="3"/>
                  <a:pt x="83" y="3"/>
                  <a:pt x="83" y="3"/>
                </a:cubicBezTo>
                <a:cubicBezTo>
                  <a:pt x="83" y="1"/>
                  <a:pt x="81" y="0"/>
                  <a:pt x="80" y="0"/>
                </a:cubicBezTo>
                <a:cubicBezTo>
                  <a:pt x="79" y="0"/>
                  <a:pt x="77" y="1"/>
                  <a:pt x="77" y="3"/>
                </a:cubicBezTo>
                <a:cubicBezTo>
                  <a:pt x="77" y="11"/>
                  <a:pt x="77" y="11"/>
                  <a:pt x="77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123"/>
                  <a:pt x="0" y="123"/>
                  <a:pt x="0" y="123"/>
                </a:cubicBezTo>
                <a:cubicBezTo>
                  <a:pt x="74" y="123"/>
                  <a:pt x="74" y="123"/>
                  <a:pt x="74" y="123"/>
                </a:cubicBezTo>
                <a:cubicBezTo>
                  <a:pt x="41" y="155"/>
                  <a:pt x="41" y="155"/>
                  <a:pt x="41" y="155"/>
                </a:cubicBezTo>
                <a:cubicBezTo>
                  <a:pt x="40" y="156"/>
                  <a:pt x="40" y="158"/>
                  <a:pt x="41" y="159"/>
                </a:cubicBezTo>
                <a:cubicBezTo>
                  <a:pt x="41" y="160"/>
                  <a:pt x="42" y="160"/>
                  <a:pt x="43" y="160"/>
                </a:cubicBezTo>
                <a:cubicBezTo>
                  <a:pt x="43" y="160"/>
                  <a:pt x="44" y="160"/>
                  <a:pt x="45" y="159"/>
                </a:cubicBezTo>
                <a:cubicBezTo>
                  <a:pt x="77" y="126"/>
                  <a:pt x="77" y="126"/>
                  <a:pt x="77" y="126"/>
                </a:cubicBezTo>
                <a:cubicBezTo>
                  <a:pt x="77" y="152"/>
                  <a:pt x="77" y="152"/>
                  <a:pt x="77" y="152"/>
                </a:cubicBezTo>
                <a:cubicBezTo>
                  <a:pt x="77" y="153"/>
                  <a:pt x="79" y="155"/>
                  <a:pt x="80" y="155"/>
                </a:cubicBezTo>
                <a:cubicBezTo>
                  <a:pt x="81" y="155"/>
                  <a:pt x="83" y="153"/>
                  <a:pt x="83" y="152"/>
                </a:cubicBezTo>
                <a:cubicBezTo>
                  <a:pt x="83" y="126"/>
                  <a:pt x="83" y="126"/>
                  <a:pt x="83" y="126"/>
                </a:cubicBezTo>
                <a:cubicBezTo>
                  <a:pt x="115" y="159"/>
                  <a:pt x="115" y="159"/>
                  <a:pt x="115" y="159"/>
                </a:cubicBezTo>
                <a:cubicBezTo>
                  <a:pt x="116" y="160"/>
                  <a:pt x="117" y="160"/>
                  <a:pt x="117" y="160"/>
                </a:cubicBezTo>
                <a:cubicBezTo>
                  <a:pt x="118" y="160"/>
                  <a:pt x="119" y="160"/>
                  <a:pt x="119" y="159"/>
                </a:cubicBezTo>
                <a:cubicBezTo>
                  <a:pt x="120" y="158"/>
                  <a:pt x="120" y="156"/>
                  <a:pt x="119" y="155"/>
                </a:cubicBezTo>
                <a:cubicBezTo>
                  <a:pt x="86" y="123"/>
                  <a:pt x="86" y="123"/>
                  <a:pt x="86" y="123"/>
                </a:cubicBezTo>
                <a:cubicBezTo>
                  <a:pt x="160" y="123"/>
                  <a:pt x="160" y="123"/>
                  <a:pt x="160" y="123"/>
                </a:cubicBezTo>
                <a:lnTo>
                  <a:pt x="160" y="11"/>
                </a:lnTo>
                <a:close/>
                <a:moveTo>
                  <a:pt x="155" y="117"/>
                </a:moveTo>
                <a:cubicBezTo>
                  <a:pt x="5" y="117"/>
                  <a:pt x="5" y="117"/>
                  <a:pt x="5" y="117"/>
                </a:cubicBezTo>
                <a:cubicBezTo>
                  <a:pt x="5" y="16"/>
                  <a:pt x="5" y="16"/>
                  <a:pt x="5" y="16"/>
                </a:cubicBezTo>
                <a:cubicBezTo>
                  <a:pt x="155" y="16"/>
                  <a:pt x="155" y="16"/>
                  <a:pt x="155" y="16"/>
                </a:cubicBezTo>
                <a:lnTo>
                  <a:pt x="155" y="117"/>
                </a:lnTo>
                <a:close/>
                <a:moveTo>
                  <a:pt x="21" y="51"/>
                </a:moveTo>
                <a:cubicBezTo>
                  <a:pt x="23" y="51"/>
                  <a:pt x="24" y="49"/>
                  <a:pt x="24" y="48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6"/>
                  <a:pt x="23" y="35"/>
                  <a:pt x="21" y="35"/>
                </a:cubicBezTo>
                <a:cubicBezTo>
                  <a:pt x="20" y="35"/>
                  <a:pt x="19" y="36"/>
                  <a:pt x="19" y="37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49"/>
                  <a:pt x="20" y="51"/>
                  <a:pt x="21" y="51"/>
                </a:cubicBezTo>
                <a:close/>
                <a:moveTo>
                  <a:pt x="29" y="51"/>
                </a:moveTo>
                <a:cubicBezTo>
                  <a:pt x="31" y="51"/>
                  <a:pt x="32" y="49"/>
                  <a:pt x="32" y="48"/>
                </a:cubicBezTo>
                <a:cubicBezTo>
                  <a:pt x="32" y="37"/>
                  <a:pt x="32" y="37"/>
                  <a:pt x="32" y="37"/>
                </a:cubicBezTo>
                <a:cubicBezTo>
                  <a:pt x="32" y="36"/>
                  <a:pt x="31" y="35"/>
                  <a:pt x="29" y="35"/>
                </a:cubicBezTo>
                <a:cubicBezTo>
                  <a:pt x="28" y="35"/>
                  <a:pt x="27" y="36"/>
                  <a:pt x="27" y="37"/>
                </a:cubicBezTo>
                <a:cubicBezTo>
                  <a:pt x="27" y="48"/>
                  <a:pt x="27" y="48"/>
                  <a:pt x="27" y="48"/>
                </a:cubicBezTo>
                <a:cubicBezTo>
                  <a:pt x="27" y="49"/>
                  <a:pt x="28" y="51"/>
                  <a:pt x="29" y="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137">
            <a:extLst>
              <a:ext uri="{FF2B5EF4-FFF2-40B4-BE49-F238E27FC236}">
                <a16:creationId xmlns:a16="http://schemas.microsoft.com/office/drawing/2014/main" id="{9B9DD969-9BCD-4E2A-84EA-65B9231048A0}"/>
              </a:ext>
            </a:extLst>
          </p:cNvPr>
          <p:cNvSpPr>
            <a:spLocks noEditPoints="1"/>
          </p:cNvSpPr>
          <p:nvPr/>
        </p:nvSpPr>
        <p:spPr bwMode="auto">
          <a:xfrm>
            <a:off x="8492937" y="5461352"/>
            <a:ext cx="547688" cy="531813"/>
          </a:xfrm>
          <a:custGeom>
            <a:avLst/>
            <a:gdLst>
              <a:gd name="T0" fmla="*/ 100 w 160"/>
              <a:gd name="T1" fmla="*/ 0 h 154"/>
              <a:gd name="T2" fmla="*/ 77 w 160"/>
              <a:gd name="T3" fmla="*/ 13 h 154"/>
              <a:gd name="T4" fmla="*/ 5 w 160"/>
              <a:gd name="T5" fmla="*/ 141 h 154"/>
              <a:gd name="T6" fmla="*/ 32 w 160"/>
              <a:gd name="T7" fmla="*/ 141 h 154"/>
              <a:gd name="T8" fmla="*/ 99 w 160"/>
              <a:gd name="T9" fmla="*/ 151 h 154"/>
              <a:gd name="T10" fmla="*/ 125 w 160"/>
              <a:gd name="T11" fmla="*/ 141 h 154"/>
              <a:gd name="T12" fmla="*/ 155 w 160"/>
              <a:gd name="T13" fmla="*/ 141 h 154"/>
              <a:gd name="T14" fmla="*/ 155 w 160"/>
              <a:gd name="T15" fmla="*/ 13 h 154"/>
              <a:gd name="T16" fmla="*/ 27 w 160"/>
              <a:gd name="T17" fmla="*/ 141 h 154"/>
              <a:gd name="T18" fmla="*/ 5 w 160"/>
              <a:gd name="T19" fmla="*/ 136 h 154"/>
              <a:gd name="T20" fmla="*/ 77 w 160"/>
              <a:gd name="T21" fmla="*/ 24 h 154"/>
              <a:gd name="T22" fmla="*/ 13 w 160"/>
              <a:gd name="T23" fmla="*/ 129 h 154"/>
              <a:gd name="T24" fmla="*/ 63 w 160"/>
              <a:gd name="T25" fmla="*/ 131 h 154"/>
              <a:gd name="T26" fmla="*/ 77 w 160"/>
              <a:gd name="T27" fmla="*/ 53 h 154"/>
              <a:gd name="T28" fmla="*/ 30 w 160"/>
              <a:gd name="T29" fmla="*/ 101 h 154"/>
              <a:gd name="T30" fmla="*/ 17 w 160"/>
              <a:gd name="T31" fmla="*/ 29 h 154"/>
              <a:gd name="T32" fmla="*/ 46 w 160"/>
              <a:gd name="T33" fmla="*/ 107 h 154"/>
              <a:gd name="T34" fmla="*/ 28 w 160"/>
              <a:gd name="T35" fmla="*/ 107 h 154"/>
              <a:gd name="T36" fmla="*/ 65 w 160"/>
              <a:gd name="T37" fmla="*/ 101 h 154"/>
              <a:gd name="T38" fmla="*/ 63 w 160"/>
              <a:gd name="T39" fmla="*/ 107 h 154"/>
              <a:gd name="T40" fmla="*/ 60 w 160"/>
              <a:gd name="T41" fmla="*/ 125 h 154"/>
              <a:gd name="T42" fmla="*/ 60 w 160"/>
              <a:gd name="T43" fmla="*/ 125 h 154"/>
              <a:gd name="T44" fmla="*/ 77 w 160"/>
              <a:gd name="T45" fmla="*/ 101 h 154"/>
              <a:gd name="T46" fmla="*/ 52 w 160"/>
              <a:gd name="T47" fmla="*/ 77 h 154"/>
              <a:gd name="T48" fmla="*/ 83 w 160"/>
              <a:gd name="T49" fmla="*/ 144 h 154"/>
              <a:gd name="T50" fmla="*/ 83 w 160"/>
              <a:gd name="T51" fmla="*/ 83 h 154"/>
              <a:gd name="T52" fmla="*/ 83 w 160"/>
              <a:gd name="T53" fmla="*/ 11 h 154"/>
              <a:gd name="T54" fmla="*/ 104 w 160"/>
              <a:gd name="T55" fmla="*/ 7 h 154"/>
              <a:gd name="T56" fmla="*/ 141 w 160"/>
              <a:gd name="T57" fmla="*/ 37 h 154"/>
              <a:gd name="T58" fmla="*/ 139 w 160"/>
              <a:gd name="T59" fmla="*/ 48 h 154"/>
              <a:gd name="T60" fmla="*/ 141 w 160"/>
              <a:gd name="T61" fmla="*/ 109 h 154"/>
              <a:gd name="T62" fmla="*/ 141 w 160"/>
              <a:gd name="T63" fmla="*/ 126 h 154"/>
              <a:gd name="T64" fmla="*/ 133 w 160"/>
              <a:gd name="T65" fmla="*/ 147 h 154"/>
              <a:gd name="T66" fmla="*/ 155 w 160"/>
              <a:gd name="T67" fmla="*/ 136 h 154"/>
              <a:gd name="T68" fmla="*/ 147 w 160"/>
              <a:gd name="T69" fmla="*/ 117 h 154"/>
              <a:gd name="T70" fmla="*/ 147 w 160"/>
              <a:gd name="T71" fmla="*/ 112 h 154"/>
              <a:gd name="T72" fmla="*/ 149 w 160"/>
              <a:gd name="T73" fmla="*/ 104 h 154"/>
              <a:gd name="T74" fmla="*/ 152 w 160"/>
              <a:gd name="T75" fmla="*/ 48 h 154"/>
              <a:gd name="T76" fmla="*/ 149 w 160"/>
              <a:gd name="T77" fmla="*/ 43 h 154"/>
              <a:gd name="T78" fmla="*/ 147 w 160"/>
              <a:gd name="T79" fmla="*/ 25 h 154"/>
              <a:gd name="T80" fmla="*/ 155 w 160"/>
              <a:gd name="T81" fmla="*/ 136 h 154"/>
              <a:gd name="T82" fmla="*/ 88 w 160"/>
              <a:gd name="T83" fmla="*/ 16 h 154"/>
              <a:gd name="T84" fmla="*/ 91 w 160"/>
              <a:gd name="T85" fmla="*/ 34 h 154"/>
              <a:gd name="T86" fmla="*/ 93 w 160"/>
              <a:gd name="T87" fmla="*/ 122 h 154"/>
              <a:gd name="T88" fmla="*/ 91 w 160"/>
              <a:gd name="T89" fmla="*/ 104 h 154"/>
              <a:gd name="T90" fmla="*/ 91 w 160"/>
              <a:gd name="T91" fmla="*/ 104 h 154"/>
              <a:gd name="T92" fmla="*/ 88 w 160"/>
              <a:gd name="T93" fmla="*/ 48 h 154"/>
              <a:gd name="T94" fmla="*/ 91 w 160"/>
              <a:gd name="T95" fmla="*/ 141 h 154"/>
              <a:gd name="T96" fmla="*/ 107 w 160"/>
              <a:gd name="T97" fmla="*/ 93 h 154"/>
              <a:gd name="T98" fmla="*/ 109 w 160"/>
              <a:gd name="T99" fmla="*/ 58 h 154"/>
              <a:gd name="T100" fmla="*/ 115 w 160"/>
              <a:gd name="T101" fmla="*/ 85 h 154"/>
              <a:gd name="T102" fmla="*/ 109 w 160"/>
              <a:gd name="T103" fmla="*/ 53 h 154"/>
              <a:gd name="T104" fmla="*/ 107 w 160"/>
              <a:gd name="T105" fmla="*/ 104 h 154"/>
              <a:gd name="T106" fmla="*/ 109 w 160"/>
              <a:gd name="T107" fmla="*/ 48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60" h="154">
                <a:moveTo>
                  <a:pt x="155" y="13"/>
                </a:moveTo>
                <a:cubicBezTo>
                  <a:pt x="126" y="13"/>
                  <a:pt x="126" y="13"/>
                  <a:pt x="126" y="13"/>
                </a:cubicBezTo>
                <a:cubicBezTo>
                  <a:pt x="103" y="0"/>
                  <a:pt x="103" y="0"/>
                  <a:pt x="103" y="0"/>
                </a:cubicBezTo>
                <a:cubicBezTo>
                  <a:pt x="102" y="0"/>
                  <a:pt x="101" y="0"/>
                  <a:pt x="100" y="0"/>
                </a:cubicBezTo>
                <a:cubicBezTo>
                  <a:pt x="99" y="1"/>
                  <a:pt x="99" y="2"/>
                  <a:pt x="99" y="3"/>
                </a:cubicBezTo>
                <a:cubicBezTo>
                  <a:pt x="99" y="5"/>
                  <a:pt x="99" y="5"/>
                  <a:pt x="99" y="5"/>
                </a:cubicBezTo>
                <a:cubicBezTo>
                  <a:pt x="77" y="5"/>
                  <a:pt x="77" y="5"/>
                  <a:pt x="77" y="5"/>
                </a:cubicBezTo>
                <a:cubicBezTo>
                  <a:pt x="77" y="13"/>
                  <a:pt x="77" y="13"/>
                  <a:pt x="77" y="13"/>
                </a:cubicBezTo>
                <a:cubicBezTo>
                  <a:pt x="5" y="13"/>
                  <a:pt x="5" y="13"/>
                  <a:pt x="5" y="13"/>
                </a:cubicBezTo>
                <a:cubicBezTo>
                  <a:pt x="2" y="13"/>
                  <a:pt x="0" y="16"/>
                  <a:pt x="0" y="19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9"/>
                  <a:pt x="2" y="141"/>
                  <a:pt x="5" y="141"/>
                </a:cubicBezTo>
                <a:cubicBezTo>
                  <a:pt x="5" y="141"/>
                  <a:pt x="5" y="141"/>
                  <a:pt x="5" y="141"/>
                </a:cubicBezTo>
                <a:cubicBezTo>
                  <a:pt x="5" y="152"/>
                  <a:pt x="5" y="152"/>
                  <a:pt x="5" y="152"/>
                </a:cubicBezTo>
                <a:cubicBezTo>
                  <a:pt x="32" y="152"/>
                  <a:pt x="32" y="152"/>
                  <a:pt x="32" y="152"/>
                </a:cubicBezTo>
                <a:cubicBezTo>
                  <a:pt x="32" y="141"/>
                  <a:pt x="32" y="141"/>
                  <a:pt x="32" y="141"/>
                </a:cubicBezTo>
                <a:cubicBezTo>
                  <a:pt x="77" y="141"/>
                  <a:pt x="77" y="141"/>
                  <a:pt x="77" y="141"/>
                </a:cubicBezTo>
                <a:cubicBezTo>
                  <a:pt x="77" y="149"/>
                  <a:pt x="77" y="149"/>
                  <a:pt x="77" y="149"/>
                </a:cubicBezTo>
                <a:cubicBezTo>
                  <a:pt x="99" y="149"/>
                  <a:pt x="99" y="149"/>
                  <a:pt x="99" y="149"/>
                </a:cubicBezTo>
                <a:cubicBezTo>
                  <a:pt x="99" y="151"/>
                  <a:pt x="99" y="151"/>
                  <a:pt x="99" y="151"/>
                </a:cubicBezTo>
                <a:cubicBezTo>
                  <a:pt x="99" y="152"/>
                  <a:pt x="99" y="153"/>
                  <a:pt x="100" y="154"/>
                </a:cubicBezTo>
                <a:cubicBezTo>
                  <a:pt x="101" y="154"/>
                  <a:pt x="101" y="154"/>
                  <a:pt x="102" y="154"/>
                </a:cubicBezTo>
                <a:cubicBezTo>
                  <a:pt x="102" y="154"/>
                  <a:pt x="103" y="154"/>
                  <a:pt x="103" y="154"/>
                </a:cubicBezTo>
                <a:cubicBezTo>
                  <a:pt x="125" y="141"/>
                  <a:pt x="125" y="141"/>
                  <a:pt x="125" y="141"/>
                </a:cubicBezTo>
                <a:cubicBezTo>
                  <a:pt x="128" y="141"/>
                  <a:pt x="128" y="141"/>
                  <a:pt x="128" y="141"/>
                </a:cubicBezTo>
                <a:cubicBezTo>
                  <a:pt x="128" y="152"/>
                  <a:pt x="128" y="152"/>
                  <a:pt x="128" y="152"/>
                </a:cubicBezTo>
                <a:cubicBezTo>
                  <a:pt x="155" y="152"/>
                  <a:pt x="155" y="152"/>
                  <a:pt x="155" y="152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8" y="141"/>
                  <a:pt x="160" y="139"/>
                  <a:pt x="160" y="136"/>
                </a:cubicBezTo>
                <a:cubicBezTo>
                  <a:pt x="160" y="19"/>
                  <a:pt x="160" y="19"/>
                  <a:pt x="160" y="19"/>
                </a:cubicBezTo>
                <a:cubicBezTo>
                  <a:pt x="160" y="16"/>
                  <a:pt x="158" y="13"/>
                  <a:pt x="155" y="13"/>
                </a:cubicBezTo>
                <a:close/>
                <a:moveTo>
                  <a:pt x="27" y="147"/>
                </a:moveTo>
                <a:cubicBezTo>
                  <a:pt x="11" y="147"/>
                  <a:pt x="11" y="147"/>
                  <a:pt x="11" y="147"/>
                </a:cubicBezTo>
                <a:cubicBezTo>
                  <a:pt x="11" y="141"/>
                  <a:pt x="11" y="141"/>
                  <a:pt x="11" y="141"/>
                </a:cubicBezTo>
                <a:cubicBezTo>
                  <a:pt x="27" y="141"/>
                  <a:pt x="27" y="141"/>
                  <a:pt x="27" y="141"/>
                </a:cubicBezTo>
                <a:lnTo>
                  <a:pt x="27" y="147"/>
                </a:lnTo>
                <a:close/>
                <a:moveTo>
                  <a:pt x="32" y="136"/>
                </a:moveTo>
                <a:cubicBezTo>
                  <a:pt x="32" y="136"/>
                  <a:pt x="32" y="136"/>
                  <a:pt x="32" y="136"/>
                </a:cubicBezTo>
                <a:cubicBezTo>
                  <a:pt x="5" y="136"/>
                  <a:pt x="5" y="136"/>
                  <a:pt x="5" y="136"/>
                </a:cubicBezTo>
                <a:cubicBezTo>
                  <a:pt x="5" y="136"/>
                  <a:pt x="5" y="136"/>
                  <a:pt x="5" y="136"/>
                </a:cubicBezTo>
                <a:cubicBezTo>
                  <a:pt x="5" y="19"/>
                  <a:pt x="5" y="19"/>
                  <a:pt x="5" y="19"/>
                </a:cubicBezTo>
                <a:cubicBezTo>
                  <a:pt x="77" y="19"/>
                  <a:pt x="77" y="19"/>
                  <a:pt x="77" y="19"/>
                </a:cubicBezTo>
                <a:cubicBezTo>
                  <a:pt x="77" y="24"/>
                  <a:pt x="77" y="24"/>
                  <a:pt x="7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3" y="24"/>
                  <a:pt x="11" y="27"/>
                  <a:pt x="11" y="30"/>
                </a:cubicBezTo>
                <a:cubicBezTo>
                  <a:pt x="11" y="124"/>
                  <a:pt x="11" y="124"/>
                  <a:pt x="11" y="124"/>
                </a:cubicBezTo>
                <a:cubicBezTo>
                  <a:pt x="11" y="126"/>
                  <a:pt x="11" y="128"/>
                  <a:pt x="13" y="129"/>
                </a:cubicBezTo>
                <a:cubicBezTo>
                  <a:pt x="12" y="131"/>
                  <a:pt x="12" y="131"/>
                  <a:pt x="12" y="131"/>
                </a:cubicBezTo>
                <a:cubicBezTo>
                  <a:pt x="17" y="131"/>
                  <a:pt x="17" y="131"/>
                  <a:pt x="17" y="131"/>
                </a:cubicBezTo>
                <a:cubicBezTo>
                  <a:pt x="52" y="131"/>
                  <a:pt x="52" y="131"/>
                  <a:pt x="52" y="131"/>
                </a:cubicBezTo>
                <a:cubicBezTo>
                  <a:pt x="63" y="131"/>
                  <a:pt x="63" y="131"/>
                  <a:pt x="63" y="131"/>
                </a:cubicBezTo>
                <a:cubicBezTo>
                  <a:pt x="77" y="131"/>
                  <a:pt x="77" y="131"/>
                  <a:pt x="77" y="131"/>
                </a:cubicBezTo>
                <a:cubicBezTo>
                  <a:pt x="77" y="136"/>
                  <a:pt x="77" y="136"/>
                  <a:pt x="77" y="136"/>
                </a:cubicBezTo>
                <a:lnTo>
                  <a:pt x="32" y="136"/>
                </a:lnTo>
                <a:close/>
                <a:moveTo>
                  <a:pt x="77" y="53"/>
                </a:moveTo>
                <a:cubicBezTo>
                  <a:pt x="57" y="53"/>
                  <a:pt x="57" y="53"/>
                  <a:pt x="57" y="53"/>
                </a:cubicBezTo>
                <a:cubicBezTo>
                  <a:pt x="46" y="77"/>
                  <a:pt x="46" y="77"/>
                  <a:pt x="46" y="77"/>
                </a:cubicBezTo>
                <a:cubicBezTo>
                  <a:pt x="41" y="77"/>
                  <a:pt x="41" y="77"/>
                  <a:pt x="41" y="77"/>
                </a:cubicBezTo>
                <a:cubicBezTo>
                  <a:pt x="30" y="101"/>
                  <a:pt x="30" y="101"/>
                  <a:pt x="30" y="101"/>
                </a:cubicBezTo>
                <a:cubicBezTo>
                  <a:pt x="25" y="101"/>
                  <a:pt x="25" y="101"/>
                  <a:pt x="25" y="101"/>
                </a:cubicBezTo>
                <a:cubicBezTo>
                  <a:pt x="16" y="121"/>
                  <a:pt x="16" y="121"/>
                  <a:pt x="16" y="121"/>
                </a:cubicBezTo>
                <a:cubicBezTo>
                  <a:pt x="16" y="30"/>
                  <a:pt x="16" y="30"/>
                  <a:pt x="16" y="30"/>
                </a:cubicBezTo>
                <a:cubicBezTo>
                  <a:pt x="16" y="30"/>
                  <a:pt x="16" y="29"/>
                  <a:pt x="17" y="29"/>
                </a:cubicBezTo>
                <a:cubicBezTo>
                  <a:pt x="77" y="29"/>
                  <a:pt x="77" y="29"/>
                  <a:pt x="77" y="29"/>
                </a:cubicBezTo>
                <a:lnTo>
                  <a:pt x="77" y="53"/>
                </a:lnTo>
                <a:close/>
                <a:moveTo>
                  <a:pt x="28" y="107"/>
                </a:moveTo>
                <a:cubicBezTo>
                  <a:pt x="46" y="107"/>
                  <a:pt x="46" y="107"/>
                  <a:pt x="46" y="107"/>
                </a:cubicBezTo>
                <a:cubicBezTo>
                  <a:pt x="54" y="125"/>
                  <a:pt x="54" y="125"/>
                  <a:pt x="54" y="125"/>
                </a:cubicBezTo>
                <a:cubicBezTo>
                  <a:pt x="54" y="125"/>
                  <a:pt x="54" y="125"/>
                  <a:pt x="54" y="125"/>
                </a:cubicBezTo>
                <a:cubicBezTo>
                  <a:pt x="20" y="125"/>
                  <a:pt x="20" y="125"/>
                  <a:pt x="20" y="125"/>
                </a:cubicBezTo>
                <a:lnTo>
                  <a:pt x="28" y="107"/>
                </a:lnTo>
                <a:close/>
                <a:moveTo>
                  <a:pt x="44" y="83"/>
                </a:moveTo>
                <a:cubicBezTo>
                  <a:pt x="62" y="83"/>
                  <a:pt x="62" y="83"/>
                  <a:pt x="62" y="83"/>
                </a:cubicBezTo>
                <a:cubicBezTo>
                  <a:pt x="71" y="101"/>
                  <a:pt x="71" y="101"/>
                  <a:pt x="71" y="101"/>
                </a:cubicBezTo>
                <a:cubicBezTo>
                  <a:pt x="65" y="101"/>
                  <a:pt x="65" y="101"/>
                  <a:pt x="65" y="101"/>
                </a:cubicBezTo>
                <a:cubicBezTo>
                  <a:pt x="50" y="101"/>
                  <a:pt x="50" y="101"/>
                  <a:pt x="50" y="101"/>
                </a:cubicBezTo>
                <a:cubicBezTo>
                  <a:pt x="36" y="101"/>
                  <a:pt x="36" y="101"/>
                  <a:pt x="36" y="101"/>
                </a:cubicBezTo>
                <a:lnTo>
                  <a:pt x="44" y="83"/>
                </a:lnTo>
                <a:close/>
                <a:moveTo>
                  <a:pt x="63" y="107"/>
                </a:moveTo>
                <a:cubicBezTo>
                  <a:pt x="57" y="118"/>
                  <a:pt x="57" y="118"/>
                  <a:pt x="57" y="118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63" y="107"/>
                  <a:pt x="63" y="107"/>
                  <a:pt x="63" y="107"/>
                </a:cubicBezTo>
                <a:close/>
                <a:moveTo>
                  <a:pt x="60" y="125"/>
                </a:moveTo>
                <a:cubicBezTo>
                  <a:pt x="68" y="107"/>
                  <a:pt x="68" y="107"/>
                  <a:pt x="68" y="107"/>
                </a:cubicBezTo>
                <a:cubicBezTo>
                  <a:pt x="77" y="107"/>
                  <a:pt x="77" y="107"/>
                  <a:pt x="77" y="107"/>
                </a:cubicBezTo>
                <a:cubicBezTo>
                  <a:pt x="77" y="125"/>
                  <a:pt x="77" y="125"/>
                  <a:pt x="77" y="125"/>
                </a:cubicBezTo>
                <a:cubicBezTo>
                  <a:pt x="60" y="125"/>
                  <a:pt x="60" y="125"/>
                  <a:pt x="60" y="125"/>
                </a:cubicBezTo>
                <a:close/>
                <a:moveTo>
                  <a:pt x="76" y="101"/>
                </a:moveTo>
                <a:cubicBezTo>
                  <a:pt x="68" y="83"/>
                  <a:pt x="68" y="83"/>
                  <a:pt x="68" y="83"/>
                </a:cubicBezTo>
                <a:cubicBezTo>
                  <a:pt x="77" y="83"/>
                  <a:pt x="77" y="83"/>
                  <a:pt x="77" y="83"/>
                </a:cubicBezTo>
                <a:cubicBezTo>
                  <a:pt x="77" y="101"/>
                  <a:pt x="77" y="101"/>
                  <a:pt x="77" y="101"/>
                </a:cubicBezTo>
                <a:lnTo>
                  <a:pt x="76" y="101"/>
                </a:lnTo>
                <a:close/>
                <a:moveTo>
                  <a:pt x="77" y="77"/>
                </a:moveTo>
                <a:cubicBezTo>
                  <a:pt x="66" y="77"/>
                  <a:pt x="66" y="77"/>
                  <a:pt x="66" y="77"/>
                </a:cubicBezTo>
                <a:cubicBezTo>
                  <a:pt x="52" y="77"/>
                  <a:pt x="52" y="77"/>
                  <a:pt x="52" y="77"/>
                </a:cubicBezTo>
                <a:cubicBezTo>
                  <a:pt x="60" y="59"/>
                  <a:pt x="60" y="59"/>
                  <a:pt x="60" y="59"/>
                </a:cubicBezTo>
                <a:cubicBezTo>
                  <a:pt x="77" y="59"/>
                  <a:pt x="77" y="59"/>
                  <a:pt x="77" y="59"/>
                </a:cubicBezTo>
                <a:lnTo>
                  <a:pt x="77" y="77"/>
                </a:lnTo>
                <a:close/>
                <a:moveTo>
                  <a:pt x="83" y="144"/>
                </a:moveTo>
                <a:cubicBezTo>
                  <a:pt x="83" y="141"/>
                  <a:pt x="83" y="141"/>
                  <a:pt x="83" y="141"/>
                </a:cubicBezTo>
                <a:cubicBezTo>
                  <a:pt x="83" y="131"/>
                  <a:pt x="83" y="131"/>
                  <a:pt x="83" y="13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3" y="83"/>
                  <a:pt x="83" y="83"/>
                  <a:pt x="83" y="83"/>
                </a:cubicBezTo>
                <a:cubicBezTo>
                  <a:pt x="83" y="53"/>
                  <a:pt x="83" y="53"/>
                  <a:pt x="83" y="53"/>
                </a:cubicBezTo>
                <a:cubicBezTo>
                  <a:pt x="83" y="24"/>
                  <a:pt x="83" y="24"/>
                  <a:pt x="83" y="24"/>
                </a:cubicBezTo>
                <a:cubicBezTo>
                  <a:pt x="83" y="13"/>
                  <a:pt x="83" y="13"/>
                  <a:pt x="83" y="13"/>
                </a:cubicBezTo>
                <a:cubicBezTo>
                  <a:pt x="83" y="11"/>
                  <a:pt x="83" y="11"/>
                  <a:pt x="83" y="11"/>
                </a:cubicBezTo>
                <a:cubicBezTo>
                  <a:pt x="99" y="11"/>
                  <a:pt x="99" y="11"/>
                  <a:pt x="99" y="11"/>
                </a:cubicBezTo>
                <a:cubicBezTo>
                  <a:pt x="99" y="144"/>
                  <a:pt x="99" y="144"/>
                  <a:pt x="99" y="144"/>
                </a:cubicBezTo>
                <a:lnTo>
                  <a:pt x="83" y="144"/>
                </a:lnTo>
                <a:close/>
                <a:moveTo>
                  <a:pt x="104" y="7"/>
                </a:moveTo>
                <a:cubicBezTo>
                  <a:pt x="115" y="13"/>
                  <a:pt x="115" y="13"/>
                  <a:pt x="115" y="13"/>
                </a:cubicBezTo>
                <a:cubicBezTo>
                  <a:pt x="115" y="13"/>
                  <a:pt x="115" y="13"/>
                  <a:pt x="115" y="13"/>
                </a:cubicBezTo>
                <a:cubicBezTo>
                  <a:pt x="141" y="28"/>
                  <a:pt x="141" y="28"/>
                  <a:pt x="141" y="28"/>
                </a:cubicBezTo>
                <a:cubicBezTo>
                  <a:pt x="141" y="37"/>
                  <a:pt x="141" y="37"/>
                  <a:pt x="141" y="37"/>
                </a:cubicBezTo>
                <a:cubicBezTo>
                  <a:pt x="140" y="37"/>
                  <a:pt x="139" y="39"/>
                  <a:pt x="139" y="40"/>
                </a:cubicBezTo>
                <a:cubicBezTo>
                  <a:pt x="139" y="41"/>
                  <a:pt x="140" y="43"/>
                  <a:pt x="141" y="43"/>
                </a:cubicBezTo>
                <a:cubicBezTo>
                  <a:pt x="141" y="45"/>
                  <a:pt x="141" y="45"/>
                  <a:pt x="141" y="45"/>
                </a:cubicBezTo>
                <a:cubicBezTo>
                  <a:pt x="140" y="45"/>
                  <a:pt x="139" y="47"/>
                  <a:pt x="139" y="48"/>
                </a:cubicBezTo>
                <a:cubicBezTo>
                  <a:pt x="139" y="49"/>
                  <a:pt x="140" y="51"/>
                  <a:pt x="141" y="51"/>
                </a:cubicBezTo>
                <a:cubicBezTo>
                  <a:pt x="141" y="104"/>
                  <a:pt x="141" y="104"/>
                  <a:pt x="141" y="104"/>
                </a:cubicBezTo>
                <a:cubicBezTo>
                  <a:pt x="140" y="104"/>
                  <a:pt x="139" y="105"/>
                  <a:pt x="139" y="107"/>
                </a:cubicBezTo>
                <a:cubicBezTo>
                  <a:pt x="139" y="108"/>
                  <a:pt x="140" y="109"/>
                  <a:pt x="141" y="109"/>
                </a:cubicBezTo>
                <a:cubicBezTo>
                  <a:pt x="141" y="112"/>
                  <a:pt x="141" y="112"/>
                  <a:pt x="141" y="112"/>
                </a:cubicBezTo>
                <a:cubicBezTo>
                  <a:pt x="140" y="112"/>
                  <a:pt x="139" y="113"/>
                  <a:pt x="139" y="115"/>
                </a:cubicBezTo>
                <a:cubicBezTo>
                  <a:pt x="139" y="116"/>
                  <a:pt x="140" y="117"/>
                  <a:pt x="141" y="117"/>
                </a:cubicBezTo>
                <a:cubicBezTo>
                  <a:pt x="141" y="126"/>
                  <a:pt x="141" y="126"/>
                  <a:pt x="141" y="126"/>
                </a:cubicBezTo>
                <a:cubicBezTo>
                  <a:pt x="104" y="147"/>
                  <a:pt x="104" y="147"/>
                  <a:pt x="104" y="147"/>
                </a:cubicBezTo>
                <a:lnTo>
                  <a:pt x="104" y="7"/>
                </a:lnTo>
                <a:close/>
                <a:moveTo>
                  <a:pt x="149" y="147"/>
                </a:moveTo>
                <a:cubicBezTo>
                  <a:pt x="133" y="147"/>
                  <a:pt x="133" y="147"/>
                  <a:pt x="133" y="147"/>
                </a:cubicBezTo>
                <a:cubicBezTo>
                  <a:pt x="133" y="141"/>
                  <a:pt x="133" y="141"/>
                  <a:pt x="133" y="141"/>
                </a:cubicBezTo>
                <a:cubicBezTo>
                  <a:pt x="149" y="141"/>
                  <a:pt x="149" y="141"/>
                  <a:pt x="149" y="141"/>
                </a:cubicBezTo>
                <a:lnTo>
                  <a:pt x="149" y="147"/>
                </a:lnTo>
                <a:close/>
                <a:moveTo>
                  <a:pt x="155" y="136"/>
                </a:moveTo>
                <a:cubicBezTo>
                  <a:pt x="135" y="136"/>
                  <a:pt x="135" y="136"/>
                  <a:pt x="135" y="136"/>
                </a:cubicBezTo>
                <a:cubicBezTo>
                  <a:pt x="147" y="130"/>
                  <a:pt x="147" y="130"/>
                  <a:pt x="147" y="130"/>
                </a:cubicBezTo>
                <a:cubicBezTo>
                  <a:pt x="147" y="129"/>
                  <a:pt x="147" y="129"/>
                  <a:pt x="147" y="129"/>
                </a:cubicBezTo>
                <a:cubicBezTo>
                  <a:pt x="147" y="117"/>
                  <a:pt x="147" y="117"/>
                  <a:pt x="147" y="117"/>
                </a:cubicBezTo>
                <a:cubicBezTo>
                  <a:pt x="149" y="117"/>
                  <a:pt x="149" y="117"/>
                  <a:pt x="149" y="117"/>
                </a:cubicBezTo>
                <a:cubicBezTo>
                  <a:pt x="151" y="117"/>
                  <a:pt x="152" y="116"/>
                  <a:pt x="152" y="115"/>
                </a:cubicBezTo>
                <a:cubicBezTo>
                  <a:pt x="152" y="113"/>
                  <a:pt x="151" y="112"/>
                  <a:pt x="149" y="112"/>
                </a:cubicBezTo>
                <a:cubicBezTo>
                  <a:pt x="147" y="112"/>
                  <a:pt x="147" y="112"/>
                  <a:pt x="147" y="112"/>
                </a:cubicBezTo>
                <a:cubicBezTo>
                  <a:pt x="147" y="109"/>
                  <a:pt x="147" y="109"/>
                  <a:pt x="147" y="109"/>
                </a:cubicBezTo>
                <a:cubicBezTo>
                  <a:pt x="149" y="109"/>
                  <a:pt x="149" y="109"/>
                  <a:pt x="149" y="109"/>
                </a:cubicBezTo>
                <a:cubicBezTo>
                  <a:pt x="151" y="109"/>
                  <a:pt x="152" y="108"/>
                  <a:pt x="152" y="107"/>
                </a:cubicBezTo>
                <a:cubicBezTo>
                  <a:pt x="152" y="105"/>
                  <a:pt x="151" y="104"/>
                  <a:pt x="149" y="104"/>
                </a:cubicBezTo>
                <a:cubicBezTo>
                  <a:pt x="147" y="104"/>
                  <a:pt x="147" y="104"/>
                  <a:pt x="147" y="104"/>
                </a:cubicBezTo>
                <a:cubicBezTo>
                  <a:pt x="147" y="51"/>
                  <a:pt x="147" y="51"/>
                  <a:pt x="147" y="51"/>
                </a:cubicBezTo>
                <a:cubicBezTo>
                  <a:pt x="149" y="51"/>
                  <a:pt x="149" y="51"/>
                  <a:pt x="149" y="51"/>
                </a:cubicBezTo>
                <a:cubicBezTo>
                  <a:pt x="151" y="51"/>
                  <a:pt x="152" y="49"/>
                  <a:pt x="152" y="48"/>
                </a:cubicBezTo>
                <a:cubicBezTo>
                  <a:pt x="152" y="47"/>
                  <a:pt x="151" y="45"/>
                  <a:pt x="149" y="45"/>
                </a:cubicBezTo>
                <a:cubicBezTo>
                  <a:pt x="147" y="45"/>
                  <a:pt x="147" y="45"/>
                  <a:pt x="147" y="45"/>
                </a:cubicBezTo>
                <a:cubicBezTo>
                  <a:pt x="147" y="43"/>
                  <a:pt x="147" y="43"/>
                  <a:pt x="147" y="43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51" y="43"/>
                  <a:pt x="152" y="41"/>
                  <a:pt x="152" y="40"/>
                </a:cubicBezTo>
                <a:cubicBezTo>
                  <a:pt x="152" y="39"/>
                  <a:pt x="151" y="37"/>
                  <a:pt x="149" y="37"/>
                </a:cubicBezTo>
                <a:cubicBezTo>
                  <a:pt x="147" y="37"/>
                  <a:pt x="147" y="37"/>
                  <a:pt x="147" y="37"/>
                </a:cubicBezTo>
                <a:cubicBezTo>
                  <a:pt x="147" y="25"/>
                  <a:pt x="147" y="25"/>
                  <a:pt x="147" y="25"/>
                </a:cubicBezTo>
                <a:cubicBezTo>
                  <a:pt x="147" y="25"/>
                  <a:pt x="147" y="25"/>
                  <a:pt x="147" y="25"/>
                </a:cubicBezTo>
                <a:cubicBezTo>
                  <a:pt x="136" y="19"/>
                  <a:pt x="136" y="19"/>
                  <a:pt x="136" y="19"/>
                </a:cubicBezTo>
                <a:cubicBezTo>
                  <a:pt x="155" y="19"/>
                  <a:pt x="155" y="19"/>
                  <a:pt x="155" y="19"/>
                </a:cubicBezTo>
                <a:cubicBezTo>
                  <a:pt x="155" y="136"/>
                  <a:pt x="155" y="136"/>
                  <a:pt x="155" y="136"/>
                </a:cubicBezTo>
                <a:close/>
                <a:moveTo>
                  <a:pt x="91" y="13"/>
                </a:moveTo>
                <a:cubicBezTo>
                  <a:pt x="92" y="13"/>
                  <a:pt x="93" y="14"/>
                  <a:pt x="93" y="16"/>
                </a:cubicBezTo>
                <a:cubicBezTo>
                  <a:pt x="93" y="17"/>
                  <a:pt x="92" y="18"/>
                  <a:pt x="91" y="18"/>
                </a:cubicBezTo>
                <a:cubicBezTo>
                  <a:pt x="89" y="18"/>
                  <a:pt x="88" y="17"/>
                  <a:pt x="88" y="16"/>
                </a:cubicBezTo>
                <a:cubicBezTo>
                  <a:pt x="88" y="14"/>
                  <a:pt x="89" y="13"/>
                  <a:pt x="91" y="13"/>
                </a:cubicBezTo>
                <a:close/>
                <a:moveTo>
                  <a:pt x="91" y="29"/>
                </a:moveTo>
                <a:cubicBezTo>
                  <a:pt x="92" y="29"/>
                  <a:pt x="93" y="30"/>
                  <a:pt x="93" y="32"/>
                </a:cubicBezTo>
                <a:cubicBezTo>
                  <a:pt x="93" y="33"/>
                  <a:pt x="92" y="34"/>
                  <a:pt x="91" y="34"/>
                </a:cubicBezTo>
                <a:cubicBezTo>
                  <a:pt x="89" y="34"/>
                  <a:pt x="88" y="33"/>
                  <a:pt x="88" y="32"/>
                </a:cubicBezTo>
                <a:cubicBezTo>
                  <a:pt x="88" y="30"/>
                  <a:pt x="89" y="29"/>
                  <a:pt x="91" y="29"/>
                </a:cubicBezTo>
                <a:close/>
                <a:moveTo>
                  <a:pt x="91" y="120"/>
                </a:moveTo>
                <a:cubicBezTo>
                  <a:pt x="92" y="120"/>
                  <a:pt x="93" y="121"/>
                  <a:pt x="93" y="122"/>
                </a:cubicBezTo>
                <a:cubicBezTo>
                  <a:pt x="93" y="124"/>
                  <a:pt x="92" y="125"/>
                  <a:pt x="91" y="125"/>
                </a:cubicBezTo>
                <a:cubicBezTo>
                  <a:pt x="89" y="125"/>
                  <a:pt x="88" y="124"/>
                  <a:pt x="88" y="122"/>
                </a:cubicBezTo>
                <a:cubicBezTo>
                  <a:pt x="88" y="121"/>
                  <a:pt x="89" y="120"/>
                  <a:pt x="91" y="120"/>
                </a:cubicBezTo>
                <a:close/>
                <a:moveTo>
                  <a:pt x="91" y="104"/>
                </a:moveTo>
                <a:cubicBezTo>
                  <a:pt x="92" y="104"/>
                  <a:pt x="93" y="105"/>
                  <a:pt x="93" y="106"/>
                </a:cubicBezTo>
                <a:cubicBezTo>
                  <a:pt x="93" y="108"/>
                  <a:pt x="92" y="109"/>
                  <a:pt x="91" y="109"/>
                </a:cubicBezTo>
                <a:cubicBezTo>
                  <a:pt x="89" y="109"/>
                  <a:pt x="88" y="108"/>
                  <a:pt x="88" y="106"/>
                </a:cubicBezTo>
                <a:cubicBezTo>
                  <a:pt x="88" y="105"/>
                  <a:pt x="89" y="104"/>
                  <a:pt x="91" y="104"/>
                </a:cubicBezTo>
                <a:close/>
                <a:moveTo>
                  <a:pt x="91" y="45"/>
                </a:moveTo>
                <a:cubicBezTo>
                  <a:pt x="92" y="45"/>
                  <a:pt x="93" y="46"/>
                  <a:pt x="93" y="48"/>
                </a:cubicBezTo>
                <a:cubicBezTo>
                  <a:pt x="93" y="49"/>
                  <a:pt x="92" y="50"/>
                  <a:pt x="91" y="50"/>
                </a:cubicBezTo>
                <a:cubicBezTo>
                  <a:pt x="89" y="50"/>
                  <a:pt x="88" y="49"/>
                  <a:pt x="88" y="48"/>
                </a:cubicBezTo>
                <a:cubicBezTo>
                  <a:pt x="88" y="46"/>
                  <a:pt x="89" y="45"/>
                  <a:pt x="91" y="45"/>
                </a:cubicBezTo>
                <a:close/>
                <a:moveTo>
                  <a:pt x="91" y="136"/>
                </a:moveTo>
                <a:cubicBezTo>
                  <a:pt x="92" y="136"/>
                  <a:pt x="93" y="137"/>
                  <a:pt x="93" y="138"/>
                </a:cubicBezTo>
                <a:cubicBezTo>
                  <a:pt x="93" y="140"/>
                  <a:pt x="92" y="141"/>
                  <a:pt x="91" y="141"/>
                </a:cubicBezTo>
                <a:cubicBezTo>
                  <a:pt x="89" y="141"/>
                  <a:pt x="88" y="140"/>
                  <a:pt x="88" y="138"/>
                </a:cubicBezTo>
                <a:cubicBezTo>
                  <a:pt x="88" y="137"/>
                  <a:pt x="89" y="136"/>
                  <a:pt x="91" y="136"/>
                </a:cubicBezTo>
                <a:close/>
                <a:moveTo>
                  <a:pt x="109" y="90"/>
                </a:moveTo>
                <a:cubicBezTo>
                  <a:pt x="108" y="90"/>
                  <a:pt x="107" y="92"/>
                  <a:pt x="107" y="93"/>
                </a:cubicBezTo>
                <a:cubicBezTo>
                  <a:pt x="107" y="95"/>
                  <a:pt x="108" y="96"/>
                  <a:pt x="109" y="96"/>
                </a:cubicBezTo>
                <a:cubicBezTo>
                  <a:pt x="115" y="96"/>
                  <a:pt x="120" y="91"/>
                  <a:pt x="120" y="85"/>
                </a:cubicBezTo>
                <a:cubicBezTo>
                  <a:pt x="120" y="69"/>
                  <a:pt x="120" y="69"/>
                  <a:pt x="120" y="69"/>
                </a:cubicBezTo>
                <a:cubicBezTo>
                  <a:pt x="120" y="63"/>
                  <a:pt x="115" y="58"/>
                  <a:pt x="109" y="58"/>
                </a:cubicBezTo>
                <a:cubicBezTo>
                  <a:pt x="108" y="58"/>
                  <a:pt x="107" y="60"/>
                  <a:pt x="107" y="61"/>
                </a:cubicBezTo>
                <a:cubicBezTo>
                  <a:pt x="107" y="63"/>
                  <a:pt x="108" y="64"/>
                  <a:pt x="109" y="64"/>
                </a:cubicBezTo>
                <a:cubicBezTo>
                  <a:pt x="112" y="64"/>
                  <a:pt x="115" y="66"/>
                  <a:pt x="115" y="69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15" y="88"/>
                  <a:pt x="112" y="90"/>
                  <a:pt x="109" y="90"/>
                </a:cubicBezTo>
                <a:close/>
                <a:moveTo>
                  <a:pt x="109" y="48"/>
                </a:moveTo>
                <a:cubicBezTo>
                  <a:pt x="108" y="48"/>
                  <a:pt x="107" y="49"/>
                  <a:pt x="107" y="50"/>
                </a:cubicBezTo>
                <a:cubicBezTo>
                  <a:pt x="107" y="52"/>
                  <a:pt x="108" y="53"/>
                  <a:pt x="109" y="53"/>
                </a:cubicBezTo>
                <a:cubicBezTo>
                  <a:pt x="118" y="53"/>
                  <a:pt x="125" y="60"/>
                  <a:pt x="125" y="69"/>
                </a:cubicBezTo>
                <a:cubicBezTo>
                  <a:pt x="125" y="85"/>
                  <a:pt x="125" y="85"/>
                  <a:pt x="125" y="85"/>
                </a:cubicBezTo>
                <a:cubicBezTo>
                  <a:pt x="125" y="94"/>
                  <a:pt x="118" y="101"/>
                  <a:pt x="109" y="101"/>
                </a:cubicBezTo>
                <a:cubicBezTo>
                  <a:pt x="108" y="101"/>
                  <a:pt x="107" y="102"/>
                  <a:pt x="107" y="104"/>
                </a:cubicBezTo>
                <a:cubicBezTo>
                  <a:pt x="107" y="105"/>
                  <a:pt x="108" y="106"/>
                  <a:pt x="109" y="106"/>
                </a:cubicBezTo>
                <a:cubicBezTo>
                  <a:pt x="121" y="106"/>
                  <a:pt x="131" y="97"/>
                  <a:pt x="131" y="85"/>
                </a:cubicBezTo>
                <a:cubicBezTo>
                  <a:pt x="131" y="69"/>
                  <a:pt x="131" y="69"/>
                  <a:pt x="131" y="69"/>
                </a:cubicBezTo>
                <a:cubicBezTo>
                  <a:pt x="131" y="57"/>
                  <a:pt x="121" y="48"/>
                  <a:pt x="109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8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5523" y="0"/>
            <a:ext cx="2719329" cy="3580482"/>
          </a:xfrm>
          <a:prstGeom prst="rect">
            <a:avLst/>
          </a:prstGeom>
          <a:solidFill>
            <a:srgbClr val="FFC2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 rot="16200000">
            <a:off x="9492743" y="610902"/>
            <a:ext cx="4626266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600" b="1">
                <a:solidFill>
                  <a:srgbClr val="FFFFFF"/>
                </a:solidFill>
                <a:latin typeface="Source Sans Pro Black" charset="0"/>
                <a:ea typeface="Source Sans Pro Black" charset="0"/>
                <a:cs typeface="Source Sans Pro Black" charset="0"/>
              </a:rPr>
              <a:t>BITCOIN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3017" y="2386843"/>
            <a:ext cx="2392044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268" y="4234770"/>
            <a:ext cx="4078039" cy="132343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8000" dirty="0"/>
              <a:t>$5,744,12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268" y="5455034"/>
            <a:ext cx="609141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dirty="0">
                <a:solidFill>
                  <a:schemeClr val="tx1">
                    <a:alpha val="40000"/>
                  </a:schemeClr>
                </a:solidFill>
              </a:rPr>
              <a:t>Trillion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7003055" y="1410608"/>
            <a:ext cx="1261564" cy="759266"/>
            <a:chOff x="913016" y="4970134"/>
            <a:chExt cx="1261564" cy="759266"/>
          </a:xfrm>
        </p:grpSpPr>
        <p:sp>
          <p:nvSpPr>
            <p:cNvPr id="14" name="TextBox 13"/>
            <p:cNvSpPr txBox="1"/>
            <p:nvPr/>
          </p:nvSpPr>
          <p:spPr>
            <a:xfrm>
              <a:off x="913016" y="4970134"/>
              <a:ext cx="275717" cy="276999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alpha val="40000"/>
                    </a:schemeClr>
                  </a:solidFill>
                </a:rPr>
                <a:t>USD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3016" y="5083069"/>
              <a:ext cx="1261564" cy="646331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3600" dirty="0"/>
                <a:t>10,476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480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Inevitable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9" y="1574779"/>
            <a:ext cx="5115385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3016" y="3392488"/>
            <a:ext cx="2523893" cy="252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04508" y="3392488"/>
            <a:ext cx="2523893" cy="252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0" y="3392488"/>
            <a:ext cx="2523893" cy="252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687492" y="3392488"/>
            <a:ext cx="2523893" cy="25238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22900" y="5104143"/>
            <a:ext cx="2063728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FFFFFF">
                    <a:alpha val="70000"/>
                  </a:srgbClr>
                </a:solidFill>
              </a:rPr>
              <a:t>Inveswted</a:t>
            </a: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 in the </a:t>
            </a:r>
            <a:r>
              <a:rPr lang="en-US" sz="1200" dirty="0" err="1">
                <a:solidFill>
                  <a:srgbClr val="FFFFFF">
                    <a:alpha val="70000"/>
                  </a:srgbClr>
                </a:solidFill>
              </a:rPr>
              <a:t>blockchain</a:t>
            </a:r>
            <a:endParaRPr lang="en-US" sz="12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Technology in 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900" y="3512253"/>
            <a:ext cx="1378583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$480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900" y="4297231"/>
            <a:ext cx="514564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solidFill>
                  <a:srgbClr val="FFFFFF">
                    <a:alpha val="40000"/>
                  </a:srgbClr>
                </a:solidFill>
              </a:rPr>
              <a:t>millions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7834" y="5104143"/>
            <a:ext cx="2063728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+20 cryptocurrencies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1</a:t>
            </a:r>
            <a:r>
              <a:rPr lang="en-US" sz="1200" baseline="30000" dirty="0">
                <a:solidFill>
                  <a:srgbClr val="FFFFFF">
                    <a:alpha val="70000"/>
                  </a:srgbClr>
                </a:solidFill>
              </a:rPr>
              <a:t>st</a:t>
            </a: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 version in 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7834" y="3512253"/>
            <a:ext cx="1551707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5400" dirty="0">
                <a:solidFill>
                  <a:schemeClr val="accent2"/>
                </a:solidFill>
              </a:rPr>
              <a:t>6,500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7834" y="4297231"/>
            <a:ext cx="779059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 err="1">
                <a:solidFill>
                  <a:srgbClr val="FFFFFF">
                    <a:alpha val="40000"/>
                  </a:srgbClr>
                </a:solidFill>
              </a:rPr>
              <a:t>blochchains</a:t>
            </a:r>
            <a:endParaRPr lang="en-US" sz="1200" dirty="0">
              <a:solidFill>
                <a:srgbClr val="FFFFFF">
                  <a:alpha val="40000"/>
                </a:srgb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5885" y="5097632"/>
            <a:ext cx="2063728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 err="1">
                <a:solidFill>
                  <a:srgbClr val="FFFFFF">
                    <a:alpha val="70000"/>
                  </a:srgbClr>
                </a:solidFill>
              </a:rPr>
              <a:t>Inveswted</a:t>
            </a: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 in the </a:t>
            </a:r>
            <a:r>
              <a:rPr lang="en-US" sz="1200" dirty="0" err="1">
                <a:solidFill>
                  <a:srgbClr val="FFFFFF">
                    <a:alpha val="70000"/>
                  </a:srgbClr>
                </a:solidFill>
              </a:rPr>
              <a:t>blockchain</a:t>
            </a:r>
            <a:endParaRPr lang="en-US" sz="12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Technology in 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5885" y="3505742"/>
            <a:ext cx="1033937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5400" dirty="0">
                <a:solidFill>
                  <a:schemeClr val="accent3"/>
                </a:solidFill>
              </a:rPr>
              <a:t>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5885" y="4290720"/>
            <a:ext cx="407163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solidFill>
                  <a:srgbClr val="FFFFFF">
                    <a:alpha val="40000"/>
                  </a:srgbClr>
                </a:solidFill>
              </a:rPr>
              <a:t>billion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0818" y="5097632"/>
            <a:ext cx="2063728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+20 cryptocurrencies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1</a:t>
            </a:r>
            <a:r>
              <a:rPr lang="en-US" sz="1200" baseline="30000" dirty="0">
                <a:solidFill>
                  <a:srgbClr val="FFFFFF">
                    <a:alpha val="70000"/>
                  </a:srgbClr>
                </a:solidFill>
              </a:rPr>
              <a:t>st</a:t>
            </a: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 version in 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0818" y="3505742"/>
            <a:ext cx="1033937" cy="92333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5400" dirty="0">
                <a:solidFill>
                  <a:schemeClr val="accent4"/>
                </a:solidFill>
              </a:rPr>
              <a:t>$35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0818" y="4290720"/>
            <a:ext cx="514564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>
                <a:solidFill>
                  <a:srgbClr val="FFFFFF">
                    <a:alpha val="40000"/>
                  </a:srgbClr>
                </a:solidFill>
              </a:rPr>
              <a:t>millions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3016" y="5860473"/>
            <a:ext cx="2523893" cy="559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504508" y="5860473"/>
            <a:ext cx="2523893" cy="559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96000" y="5860473"/>
            <a:ext cx="2523893" cy="559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687492" y="5860473"/>
            <a:ext cx="2523893" cy="559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Crowdale</a:t>
            </a:r>
            <a:br>
              <a:rPr lang="en-US" dirty="0"/>
            </a:br>
            <a:r>
              <a:rPr lang="en-US" dirty="0"/>
              <a:t>starts 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016" y="489146"/>
            <a:ext cx="89447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rgbClr val="FFFFFF">
                    <a:alpha val="60000"/>
                  </a:srgbClr>
                </a:solidFill>
                <a:latin typeface="+mj-lt"/>
              </a:rPr>
              <a:t>BLOCKCHAIN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09268" y="6295673"/>
            <a:ext cx="279465" cy="57600"/>
            <a:chOff x="909268" y="6459095"/>
            <a:chExt cx="279465" cy="57600"/>
          </a:xfrm>
        </p:grpSpPr>
        <p:sp>
          <p:nvSpPr>
            <p:cNvPr id="13" name="Oval 12"/>
            <p:cNvSpPr/>
            <p:nvPr/>
          </p:nvSpPr>
          <p:spPr>
            <a:xfrm>
              <a:off x="909268" y="6459095"/>
              <a:ext cx="57600" cy="5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020201" y="6459095"/>
              <a:ext cx="57600" cy="576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131133" y="6459095"/>
              <a:ext cx="57600" cy="576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909268" y="3915087"/>
            <a:ext cx="839974" cy="110799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6600" dirty="0">
                <a:solidFill>
                  <a:schemeClr val="accent1"/>
                </a:solidFill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9268" y="4833944"/>
            <a:ext cx="30777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/>
              <a:t>Days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38523" y="3915087"/>
            <a:ext cx="839974" cy="110799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6600" dirty="0">
                <a:solidFill>
                  <a:schemeClr val="accent2"/>
                </a:solidFill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38523" y="4833944"/>
            <a:ext cx="384721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/>
              <a:t>Hours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42586" y="4152597"/>
            <a:ext cx="102592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3200">
                <a:solidFill>
                  <a:schemeClr val="tx1">
                    <a:alpha val="40000"/>
                  </a:schemeClr>
                </a:solidFill>
              </a:rPr>
              <a:t>:</a:t>
            </a:r>
            <a:endParaRPr lang="en-US" sz="3200" dirty="0">
              <a:solidFill>
                <a:schemeClr val="tx1">
                  <a:alpha val="40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614184" y="3915087"/>
            <a:ext cx="839974" cy="110799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6600" dirty="0">
                <a:solidFill>
                  <a:schemeClr val="accent3"/>
                </a:solidFill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4184" y="4833944"/>
            <a:ext cx="235642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/>
              <a:t>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43439" y="3915087"/>
            <a:ext cx="839974" cy="1107996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6600" dirty="0">
                <a:solidFill>
                  <a:schemeClr val="accent4"/>
                </a:solidFill>
              </a:rPr>
              <a:t>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43439" y="4833944"/>
            <a:ext cx="229230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 dirty="0"/>
              <a:t>Sec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7502" y="4152597"/>
            <a:ext cx="102592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3200">
                <a:solidFill>
                  <a:schemeClr val="tx1">
                    <a:alpha val="40000"/>
                  </a:schemeClr>
                </a:solidFill>
              </a:rPr>
              <a:t>:</a:t>
            </a:r>
            <a:endParaRPr lang="en-US" sz="3200" dirty="0">
              <a:solidFill>
                <a:schemeClr val="tx1">
                  <a:alpha val="40000"/>
                </a:schemeClr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313731" y="4152597"/>
            <a:ext cx="102592" cy="5847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3200">
                <a:solidFill>
                  <a:schemeClr val="tx1">
                    <a:alpha val="40000"/>
                  </a:schemeClr>
                </a:solidFill>
              </a:rPr>
              <a:t>:</a:t>
            </a:r>
            <a:endParaRPr lang="en-US" sz="3200" dirty="0">
              <a:solidFill>
                <a:schemeClr val="tx1">
                  <a:alpha val="40000"/>
                </a:schemeClr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485523" y="0"/>
            <a:ext cx="2719329" cy="35804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 rot="16200000">
            <a:off x="9669875" y="705816"/>
            <a:ext cx="4272003" cy="14773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9600" b="1">
                <a:solidFill>
                  <a:srgbClr val="FFFFFF"/>
                </a:solidFill>
                <a:latin typeface="Source Sans Pro Black" charset="0"/>
                <a:ea typeface="Source Sans Pro Black" charset="0"/>
                <a:cs typeface="Source Sans Pro Black" charset="0"/>
              </a:rPr>
              <a:t>STARTS</a:t>
            </a:r>
            <a:endParaRPr lang="en-US" sz="9600" b="1" dirty="0">
              <a:solidFill>
                <a:srgbClr val="FFFFFF"/>
              </a:solidFill>
              <a:latin typeface="Source Sans Pro Black" charset="0"/>
              <a:ea typeface="Source Sans Pro Black" charset="0"/>
              <a:cs typeface="Source Sans Pro Black" charset="0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>
            <a:off x="909268" y="5276300"/>
            <a:ext cx="83997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2238523" y="5276300"/>
            <a:ext cx="839974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614184" y="5276300"/>
            <a:ext cx="839974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945272" y="5276300"/>
            <a:ext cx="839974" cy="0"/>
          </a:xfrm>
          <a:prstGeom prst="line">
            <a:avLst/>
          </a:prstGeom>
          <a:ln w="25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977349" y="1596812"/>
            <a:ext cx="2027755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purify.</a:t>
            </a:r>
          </a:p>
        </p:txBody>
      </p:sp>
    </p:spTree>
    <p:extLst>
      <p:ext uri="{BB962C8B-B14F-4D97-AF65-F5344CB8AC3E}">
        <p14:creationId xmlns:p14="http://schemas.microsoft.com/office/powerpoint/2010/main" val="7621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7" name="Rectangle 6"/>
          <p:cNvSpPr/>
          <p:nvPr/>
        </p:nvSpPr>
        <p:spPr>
          <a:xfrm>
            <a:off x="215900" y="20320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44417" y="2662178"/>
            <a:ext cx="8103180" cy="14465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Source Sans Pro Black" charset="0"/>
                <a:ea typeface="Source Sans Pro Black" charset="0"/>
                <a:cs typeface="Source Sans Pro Black" charset="0"/>
              </a:rPr>
              <a:t>ARE YOU </a:t>
            </a:r>
            <a:r>
              <a:rPr lang="en-US" sz="4400" b="1" dirty="0">
                <a:solidFill>
                  <a:schemeClr val="accent6"/>
                </a:solidFill>
                <a:latin typeface="Source Sans Pro Black" charset="0"/>
                <a:ea typeface="Source Sans Pro Black" charset="0"/>
                <a:cs typeface="Source Sans Pro Black" charset="0"/>
              </a:rPr>
              <a:t>BLOCKCHAIN </a:t>
            </a:r>
            <a:r>
              <a:rPr lang="en-US" sz="4400" b="1" dirty="0">
                <a:solidFill>
                  <a:srgbClr val="FFFFFF"/>
                </a:solidFill>
                <a:latin typeface="Source Sans Pro Black" charset="0"/>
                <a:ea typeface="Source Sans Pro Black" charset="0"/>
                <a:cs typeface="Source Sans Pro Black" charset="0"/>
              </a:rPr>
              <a:t>STARTUP</a:t>
            </a:r>
          </a:p>
          <a:p>
            <a:pPr algn="ctr"/>
            <a:r>
              <a:rPr lang="en-US" sz="4400" b="1" dirty="0">
                <a:solidFill>
                  <a:srgbClr val="FFFFFF"/>
                </a:solidFill>
                <a:latin typeface="Source Sans Pro Black" charset="0"/>
                <a:ea typeface="Source Sans Pro Black" charset="0"/>
                <a:cs typeface="Source Sans Pro Black" charset="0"/>
              </a:rPr>
              <a:t>LOOKING FOR SEED FUNDING?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9575" y="4947832"/>
            <a:ext cx="6072850" cy="5355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</a:rPr>
              <a:t>A peep at some distant orb has power to raise and purify our thoughts like a strain of sacred music, or a noble picture, or </a:t>
            </a:r>
            <a:r>
              <a:rPr lang="en-US" sz="1200">
                <a:solidFill>
                  <a:srgbClr val="FFFFFF">
                    <a:alpha val="70000"/>
                  </a:srgbClr>
                </a:solidFill>
              </a:rPr>
              <a:t>a passage.</a:t>
            </a:r>
            <a:endParaRPr lang="en-US" sz="12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3016" y="489146"/>
            <a:ext cx="894476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rgbClr val="FFFFFF">
                    <a:alpha val="60000"/>
                  </a:srgbClr>
                </a:solidFill>
                <a:latin typeface="+mj-lt"/>
              </a:rPr>
              <a:t>BLOCKCHAIN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9268" y="6295673"/>
            <a:ext cx="279465" cy="57600"/>
            <a:chOff x="909268" y="6459095"/>
            <a:chExt cx="279465" cy="57600"/>
          </a:xfrm>
        </p:grpSpPr>
        <p:sp>
          <p:nvSpPr>
            <p:cNvPr id="11" name="Oval 10"/>
            <p:cNvSpPr/>
            <p:nvPr/>
          </p:nvSpPr>
          <p:spPr>
            <a:xfrm>
              <a:off x="909268" y="6459095"/>
              <a:ext cx="57600" cy="57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020201" y="6459095"/>
              <a:ext cx="57600" cy="576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131133" y="6459095"/>
              <a:ext cx="57600" cy="576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733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Bitcoin</a:t>
            </a:r>
            <a:br>
              <a:rPr lang="en-US" dirty="0"/>
            </a:br>
            <a:r>
              <a:rPr lang="en-US" dirty="0"/>
              <a:t>Price</a:t>
            </a:r>
            <a:br>
              <a:rPr lang="en-US" dirty="0"/>
            </a:br>
            <a:r>
              <a:rPr lang="en-US" dirty="0"/>
              <a:t>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5349799" y="1800851"/>
          <a:ext cx="5868327" cy="3896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6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8699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BTC</a:t>
                      </a:r>
                    </a:p>
                    <a:p>
                      <a:pPr algn="ctr"/>
                      <a:r>
                        <a:rPr lang="en-US" sz="1400" b="0" dirty="0">
                          <a:solidFill>
                            <a:schemeClr val="accent1"/>
                          </a:solidFill>
                        </a:rPr>
                        <a:t>Bitcoin</a:t>
                      </a:r>
                    </a:p>
                  </a:txBody>
                  <a:tcPr marT="216000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8699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USD</a:t>
                      </a:r>
                    </a:p>
                    <a:p>
                      <a:pPr algn="ctr"/>
                      <a:r>
                        <a:rPr lang="en-US" sz="2000" dirty="0"/>
                        <a:t>11,500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EUR</a:t>
                      </a:r>
                    </a:p>
                    <a:p>
                      <a:pPr algn="ctr"/>
                      <a:r>
                        <a:rPr lang="en-US" sz="2000" dirty="0"/>
                        <a:t>9,521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GBP</a:t>
                      </a:r>
                    </a:p>
                    <a:p>
                      <a:pPr algn="ctr"/>
                      <a:r>
                        <a:rPr lang="en-US" sz="2000" dirty="0"/>
                        <a:t>8,231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8699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% 1h</a:t>
                      </a:r>
                    </a:p>
                    <a:p>
                      <a:pPr algn="ctr"/>
                      <a:r>
                        <a:rPr lang="en-US" sz="2000" dirty="0"/>
                        <a:t>▾ -0.2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%</a:t>
                      </a:r>
                      <a:r>
                        <a:rPr lang="en-US" sz="1050" baseline="0" dirty="0">
                          <a:solidFill>
                            <a:schemeClr val="accent1"/>
                          </a:solidFill>
                        </a:rPr>
                        <a:t> 24h</a:t>
                      </a:r>
                    </a:p>
                    <a:p>
                      <a:pPr algn="ctr"/>
                      <a:r>
                        <a:rPr lang="en-US" sz="2000" dirty="0"/>
                        <a:t>▾ </a:t>
                      </a:r>
                      <a:r>
                        <a:rPr lang="en-US" sz="2000" baseline="0" dirty="0"/>
                        <a:t>-0.36</a:t>
                      </a:r>
                      <a:endParaRPr 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accent1"/>
                          </a:solidFill>
                        </a:rPr>
                        <a:t>% 7d</a:t>
                      </a:r>
                    </a:p>
                    <a:p>
                      <a:pPr algn="ctr"/>
                      <a:r>
                        <a:rPr lang="en-US" sz="2000" dirty="0"/>
                        <a:t>▴ 0.41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3017" y="4830848"/>
            <a:ext cx="2392044" cy="9787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</a:t>
            </a:r>
          </a:p>
        </p:txBody>
      </p:sp>
    </p:spTree>
    <p:extLst>
      <p:ext uri="{BB962C8B-B14F-4D97-AF65-F5344CB8AC3E}">
        <p14:creationId xmlns:p14="http://schemas.microsoft.com/office/powerpoint/2010/main" val="465114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841500" y="1446668"/>
            <a:ext cx="13689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b="1" dirty="0">
                <a:latin typeface="+mj-lt"/>
                <a:ea typeface="Open Sans" charset="0"/>
                <a:cs typeface="Open Sans" charset="0"/>
              </a:rPr>
              <a:t>Digital 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500" y="1894590"/>
            <a:ext cx="3467100" cy="9787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 from the grander poets. It always does one good.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500" y="4042345"/>
            <a:ext cx="156453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b="1" dirty="0">
                <a:latin typeface="+mj-lt"/>
                <a:ea typeface="Open Sans" charset="0"/>
                <a:cs typeface="Open Sans" charset="0"/>
              </a:rPr>
              <a:t>Smart Contract</a:t>
            </a:r>
          </a:p>
        </p:txBody>
      </p:sp>
      <p:sp>
        <p:nvSpPr>
          <p:cNvPr id="16" name="Freeform 1098">
            <a:extLst>
              <a:ext uri="{FF2B5EF4-FFF2-40B4-BE49-F238E27FC236}">
                <a16:creationId xmlns:a16="http://schemas.microsoft.com/office/drawing/2014/main" id="{86EE3BE9-8060-4E5B-9D73-6C0637F7E30F}"/>
              </a:ext>
            </a:extLst>
          </p:cNvPr>
          <p:cNvSpPr>
            <a:spLocks noEditPoints="1"/>
          </p:cNvSpPr>
          <p:nvPr/>
        </p:nvSpPr>
        <p:spPr bwMode="auto">
          <a:xfrm>
            <a:off x="927100" y="4096274"/>
            <a:ext cx="602457" cy="607695"/>
          </a:xfrm>
          <a:custGeom>
            <a:avLst/>
            <a:gdLst>
              <a:gd name="T0" fmla="*/ 48 w 160"/>
              <a:gd name="T1" fmla="*/ 78 h 160"/>
              <a:gd name="T2" fmla="*/ 38 w 160"/>
              <a:gd name="T3" fmla="*/ 74 h 160"/>
              <a:gd name="T4" fmla="*/ 156 w 160"/>
              <a:gd name="T5" fmla="*/ 77 h 160"/>
              <a:gd name="T6" fmla="*/ 150 w 160"/>
              <a:gd name="T7" fmla="*/ 73 h 160"/>
              <a:gd name="T8" fmla="*/ 141 w 160"/>
              <a:gd name="T9" fmla="*/ 72 h 160"/>
              <a:gd name="T10" fmla="*/ 50 w 160"/>
              <a:gd name="T11" fmla="*/ 33 h 160"/>
              <a:gd name="T12" fmla="*/ 16 w 160"/>
              <a:gd name="T13" fmla="*/ 40 h 160"/>
              <a:gd name="T14" fmla="*/ 16 w 160"/>
              <a:gd name="T15" fmla="*/ 80 h 160"/>
              <a:gd name="T16" fmla="*/ 13 w 160"/>
              <a:gd name="T17" fmla="*/ 122 h 160"/>
              <a:gd name="T18" fmla="*/ 21 w 160"/>
              <a:gd name="T19" fmla="*/ 155 h 160"/>
              <a:gd name="T20" fmla="*/ 54 w 160"/>
              <a:gd name="T21" fmla="*/ 154 h 160"/>
              <a:gd name="T22" fmla="*/ 112 w 160"/>
              <a:gd name="T23" fmla="*/ 160 h 160"/>
              <a:gd name="T24" fmla="*/ 135 w 160"/>
              <a:gd name="T25" fmla="*/ 136 h 160"/>
              <a:gd name="T26" fmla="*/ 143 w 160"/>
              <a:gd name="T27" fmla="*/ 90 h 160"/>
              <a:gd name="T28" fmla="*/ 136 w 160"/>
              <a:gd name="T29" fmla="*/ 83 h 160"/>
              <a:gd name="T30" fmla="*/ 138 w 160"/>
              <a:gd name="T31" fmla="*/ 79 h 160"/>
              <a:gd name="T32" fmla="*/ 139 w 160"/>
              <a:gd name="T33" fmla="*/ 78 h 160"/>
              <a:gd name="T34" fmla="*/ 149 w 160"/>
              <a:gd name="T35" fmla="*/ 84 h 160"/>
              <a:gd name="T36" fmla="*/ 110 w 160"/>
              <a:gd name="T37" fmla="*/ 43 h 160"/>
              <a:gd name="T38" fmla="*/ 101 w 160"/>
              <a:gd name="T39" fmla="*/ 51 h 160"/>
              <a:gd name="T40" fmla="*/ 90 w 160"/>
              <a:gd name="T41" fmla="*/ 49 h 160"/>
              <a:gd name="T42" fmla="*/ 81 w 160"/>
              <a:gd name="T43" fmla="*/ 49 h 160"/>
              <a:gd name="T44" fmla="*/ 70 w 160"/>
              <a:gd name="T45" fmla="*/ 52 h 160"/>
              <a:gd name="T46" fmla="*/ 63 w 160"/>
              <a:gd name="T47" fmla="*/ 52 h 160"/>
              <a:gd name="T48" fmla="*/ 57 w 160"/>
              <a:gd name="T49" fmla="*/ 42 h 160"/>
              <a:gd name="T50" fmla="*/ 48 w 160"/>
              <a:gd name="T51" fmla="*/ 155 h 160"/>
              <a:gd name="T52" fmla="*/ 27 w 160"/>
              <a:gd name="T53" fmla="*/ 140 h 160"/>
              <a:gd name="T54" fmla="*/ 128 w 160"/>
              <a:gd name="T55" fmla="*/ 155 h 160"/>
              <a:gd name="T56" fmla="*/ 131 w 160"/>
              <a:gd name="T57" fmla="*/ 140 h 160"/>
              <a:gd name="T58" fmla="*/ 128 w 160"/>
              <a:gd name="T59" fmla="*/ 136 h 160"/>
              <a:gd name="T60" fmla="*/ 120 w 160"/>
              <a:gd name="T61" fmla="*/ 142 h 160"/>
              <a:gd name="T62" fmla="*/ 110 w 160"/>
              <a:gd name="T63" fmla="*/ 147 h 160"/>
              <a:gd name="T64" fmla="*/ 82 w 160"/>
              <a:gd name="T65" fmla="*/ 153 h 160"/>
              <a:gd name="T66" fmla="*/ 19 w 160"/>
              <a:gd name="T67" fmla="*/ 117 h 160"/>
              <a:gd name="T68" fmla="*/ 13 w 160"/>
              <a:gd name="T69" fmla="*/ 85 h 160"/>
              <a:gd name="T70" fmla="*/ 32 w 160"/>
              <a:gd name="T71" fmla="*/ 59 h 160"/>
              <a:gd name="T72" fmla="*/ 44 w 160"/>
              <a:gd name="T73" fmla="*/ 48 h 160"/>
              <a:gd name="T74" fmla="*/ 55 w 160"/>
              <a:gd name="T75" fmla="*/ 50 h 160"/>
              <a:gd name="T76" fmla="*/ 60 w 160"/>
              <a:gd name="T77" fmla="*/ 56 h 160"/>
              <a:gd name="T78" fmla="*/ 57 w 160"/>
              <a:gd name="T79" fmla="*/ 65 h 160"/>
              <a:gd name="T80" fmla="*/ 69 w 160"/>
              <a:gd name="T81" fmla="*/ 58 h 160"/>
              <a:gd name="T82" fmla="*/ 76 w 160"/>
              <a:gd name="T83" fmla="*/ 56 h 160"/>
              <a:gd name="T84" fmla="*/ 100 w 160"/>
              <a:gd name="T85" fmla="*/ 57 h 160"/>
              <a:gd name="T86" fmla="*/ 116 w 160"/>
              <a:gd name="T87" fmla="*/ 65 h 160"/>
              <a:gd name="T88" fmla="*/ 111 w 160"/>
              <a:gd name="T89" fmla="*/ 53 h 160"/>
              <a:gd name="T90" fmla="*/ 113 w 160"/>
              <a:gd name="T91" fmla="*/ 49 h 160"/>
              <a:gd name="T92" fmla="*/ 132 w 160"/>
              <a:gd name="T93" fmla="*/ 79 h 160"/>
              <a:gd name="T94" fmla="*/ 130 w 160"/>
              <a:gd name="T95" fmla="*/ 84 h 160"/>
              <a:gd name="T96" fmla="*/ 132 w 160"/>
              <a:gd name="T97" fmla="*/ 89 h 160"/>
              <a:gd name="T98" fmla="*/ 134 w 160"/>
              <a:gd name="T99" fmla="*/ 93 h 160"/>
              <a:gd name="T100" fmla="*/ 138 w 160"/>
              <a:gd name="T101" fmla="*/ 95 h 160"/>
              <a:gd name="T102" fmla="*/ 141 w 160"/>
              <a:gd name="T103" fmla="*/ 104 h 160"/>
              <a:gd name="T104" fmla="*/ 154 w 160"/>
              <a:gd name="T105" fmla="*/ 86 h 160"/>
              <a:gd name="T106" fmla="*/ 72 w 160"/>
              <a:gd name="T107" fmla="*/ 50 h 160"/>
              <a:gd name="T108" fmla="*/ 84 w 160"/>
              <a:gd name="T109" fmla="*/ 15 h 160"/>
              <a:gd name="T110" fmla="*/ 99 w 160"/>
              <a:gd name="T111" fmla="*/ 49 h 160"/>
              <a:gd name="T112" fmla="*/ 70 w 160"/>
              <a:gd name="T113" fmla="*/ 50 h 160"/>
              <a:gd name="T114" fmla="*/ 50 w 160"/>
              <a:gd name="T115" fmla="*/ 141 h 160"/>
              <a:gd name="T116" fmla="*/ 85 w 160"/>
              <a:gd name="T117" fmla="*/ 141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60" h="160">
                <a:moveTo>
                  <a:pt x="38" y="69"/>
                </a:moveTo>
                <a:cubicBezTo>
                  <a:pt x="33" y="69"/>
                  <a:pt x="29" y="73"/>
                  <a:pt x="29" y="78"/>
                </a:cubicBezTo>
                <a:cubicBezTo>
                  <a:pt x="29" y="84"/>
                  <a:pt x="33" y="88"/>
                  <a:pt x="38" y="88"/>
                </a:cubicBezTo>
                <a:cubicBezTo>
                  <a:pt x="44" y="88"/>
                  <a:pt x="48" y="84"/>
                  <a:pt x="48" y="78"/>
                </a:cubicBezTo>
                <a:cubicBezTo>
                  <a:pt x="48" y="73"/>
                  <a:pt x="44" y="69"/>
                  <a:pt x="38" y="69"/>
                </a:cubicBezTo>
                <a:close/>
                <a:moveTo>
                  <a:pt x="38" y="82"/>
                </a:moveTo>
                <a:cubicBezTo>
                  <a:pt x="36" y="82"/>
                  <a:pt x="34" y="81"/>
                  <a:pt x="34" y="78"/>
                </a:cubicBezTo>
                <a:cubicBezTo>
                  <a:pt x="34" y="76"/>
                  <a:pt x="36" y="74"/>
                  <a:pt x="38" y="74"/>
                </a:cubicBezTo>
                <a:cubicBezTo>
                  <a:pt x="41" y="74"/>
                  <a:pt x="42" y="76"/>
                  <a:pt x="42" y="78"/>
                </a:cubicBezTo>
                <a:cubicBezTo>
                  <a:pt x="42" y="81"/>
                  <a:pt x="41" y="82"/>
                  <a:pt x="38" y="82"/>
                </a:cubicBezTo>
                <a:close/>
                <a:moveTo>
                  <a:pt x="160" y="88"/>
                </a:moveTo>
                <a:cubicBezTo>
                  <a:pt x="160" y="84"/>
                  <a:pt x="158" y="80"/>
                  <a:pt x="156" y="77"/>
                </a:cubicBezTo>
                <a:cubicBezTo>
                  <a:pt x="156" y="74"/>
                  <a:pt x="155" y="71"/>
                  <a:pt x="154" y="68"/>
                </a:cubicBezTo>
                <a:cubicBezTo>
                  <a:pt x="154" y="67"/>
                  <a:pt x="152" y="66"/>
                  <a:pt x="151" y="67"/>
                </a:cubicBezTo>
                <a:cubicBezTo>
                  <a:pt x="149" y="67"/>
                  <a:pt x="149" y="69"/>
                  <a:pt x="149" y="70"/>
                </a:cubicBezTo>
                <a:cubicBezTo>
                  <a:pt x="150" y="71"/>
                  <a:pt x="150" y="72"/>
                  <a:pt x="150" y="73"/>
                </a:cubicBezTo>
                <a:cubicBezTo>
                  <a:pt x="148" y="72"/>
                  <a:pt x="146" y="72"/>
                  <a:pt x="144" y="72"/>
                </a:cubicBezTo>
                <a:cubicBezTo>
                  <a:pt x="144" y="72"/>
                  <a:pt x="144" y="72"/>
                  <a:pt x="143" y="72"/>
                </a:cubicBezTo>
                <a:cubicBezTo>
                  <a:pt x="143" y="72"/>
                  <a:pt x="143" y="72"/>
                  <a:pt x="142" y="72"/>
                </a:cubicBezTo>
                <a:cubicBezTo>
                  <a:pt x="142" y="72"/>
                  <a:pt x="141" y="72"/>
                  <a:pt x="141" y="72"/>
                </a:cubicBezTo>
                <a:cubicBezTo>
                  <a:pt x="136" y="60"/>
                  <a:pt x="127" y="50"/>
                  <a:pt x="115" y="44"/>
                </a:cubicBezTo>
                <a:cubicBezTo>
                  <a:pt x="117" y="40"/>
                  <a:pt x="117" y="37"/>
                  <a:pt x="117" y="33"/>
                </a:cubicBezTo>
                <a:cubicBezTo>
                  <a:pt x="117" y="15"/>
                  <a:pt x="102" y="0"/>
                  <a:pt x="84" y="0"/>
                </a:cubicBezTo>
                <a:cubicBezTo>
                  <a:pt x="65" y="0"/>
                  <a:pt x="50" y="15"/>
                  <a:pt x="50" y="33"/>
                </a:cubicBezTo>
                <a:cubicBezTo>
                  <a:pt x="50" y="36"/>
                  <a:pt x="51" y="38"/>
                  <a:pt x="51" y="41"/>
                </a:cubicBezTo>
                <a:cubicBezTo>
                  <a:pt x="49" y="41"/>
                  <a:pt x="47" y="42"/>
                  <a:pt x="45" y="43"/>
                </a:cubicBezTo>
                <a:cubicBezTo>
                  <a:pt x="33" y="38"/>
                  <a:pt x="26" y="37"/>
                  <a:pt x="19" y="37"/>
                </a:cubicBezTo>
                <a:cubicBezTo>
                  <a:pt x="17" y="38"/>
                  <a:pt x="16" y="39"/>
                  <a:pt x="16" y="40"/>
                </a:cubicBezTo>
                <a:cubicBezTo>
                  <a:pt x="16" y="42"/>
                  <a:pt x="16" y="44"/>
                  <a:pt x="18" y="44"/>
                </a:cubicBezTo>
                <a:cubicBezTo>
                  <a:pt x="21" y="46"/>
                  <a:pt x="23" y="50"/>
                  <a:pt x="25" y="55"/>
                </a:cubicBezTo>
                <a:cubicBezTo>
                  <a:pt x="25" y="56"/>
                  <a:pt x="25" y="57"/>
                  <a:pt x="26" y="58"/>
                </a:cubicBezTo>
                <a:cubicBezTo>
                  <a:pt x="19" y="65"/>
                  <a:pt x="18" y="71"/>
                  <a:pt x="16" y="80"/>
                </a:cubicBezTo>
                <a:cubicBezTo>
                  <a:pt x="13" y="80"/>
                  <a:pt x="13" y="80"/>
                  <a:pt x="13" y="80"/>
                </a:cubicBezTo>
                <a:cubicBezTo>
                  <a:pt x="5" y="80"/>
                  <a:pt x="0" y="86"/>
                  <a:pt x="0" y="96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116"/>
                  <a:pt x="5" y="122"/>
                  <a:pt x="13" y="122"/>
                </a:cubicBezTo>
                <a:cubicBezTo>
                  <a:pt x="15" y="122"/>
                  <a:pt x="15" y="122"/>
                  <a:pt x="15" y="122"/>
                </a:cubicBezTo>
                <a:cubicBezTo>
                  <a:pt x="17" y="127"/>
                  <a:pt x="20" y="132"/>
                  <a:pt x="23" y="136"/>
                </a:cubicBezTo>
                <a:cubicBezTo>
                  <a:pt x="20" y="145"/>
                  <a:pt x="20" y="145"/>
                  <a:pt x="20" y="145"/>
                </a:cubicBezTo>
                <a:cubicBezTo>
                  <a:pt x="18" y="148"/>
                  <a:pt x="19" y="152"/>
                  <a:pt x="21" y="155"/>
                </a:cubicBezTo>
                <a:cubicBezTo>
                  <a:pt x="23" y="158"/>
                  <a:pt x="26" y="160"/>
                  <a:pt x="30" y="160"/>
                </a:cubicBezTo>
                <a:cubicBezTo>
                  <a:pt x="48" y="160"/>
                  <a:pt x="48" y="160"/>
                  <a:pt x="48" y="160"/>
                </a:cubicBezTo>
                <a:cubicBezTo>
                  <a:pt x="50" y="160"/>
                  <a:pt x="52" y="159"/>
                  <a:pt x="53" y="157"/>
                </a:cubicBezTo>
                <a:cubicBezTo>
                  <a:pt x="54" y="154"/>
                  <a:pt x="54" y="154"/>
                  <a:pt x="54" y="154"/>
                </a:cubicBezTo>
                <a:cubicBezTo>
                  <a:pt x="62" y="157"/>
                  <a:pt x="72" y="158"/>
                  <a:pt x="82" y="158"/>
                </a:cubicBezTo>
                <a:cubicBezTo>
                  <a:pt x="90" y="158"/>
                  <a:pt x="98" y="157"/>
                  <a:pt x="105" y="155"/>
                </a:cubicBezTo>
                <a:cubicBezTo>
                  <a:pt x="105" y="155"/>
                  <a:pt x="105" y="155"/>
                  <a:pt x="105" y="155"/>
                </a:cubicBezTo>
                <a:cubicBezTo>
                  <a:pt x="106" y="158"/>
                  <a:pt x="108" y="160"/>
                  <a:pt x="112" y="160"/>
                </a:cubicBezTo>
                <a:cubicBezTo>
                  <a:pt x="128" y="160"/>
                  <a:pt x="128" y="160"/>
                  <a:pt x="128" y="160"/>
                </a:cubicBezTo>
                <a:cubicBezTo>
                  <a:pt x="131" y="160"/>
                  <a:pt x="135" y="158"/>
                  <a:pt x="137" y="155"/>
                </a:cubicBezTo>
                <a:cubicBezTo>
                  <a:pt x="139" y="152"/>
                  <a:pt x="140" y="148"/>
                  <a:pt x="139" y="145"/>
                </a:cubicBezTo>
                <a:cubicBezTo>
                  <a:pt x="135" y="136"/>
                  <a:pt x="135" y="136"/>
                  <a:pt x="135" y="136"/>
                </a:cubicBezTo>
                <a:cubicBezTo>
                  <a:pt x="143" y="127"/>
                  <a:pt x="146" y="116"/>
                  <a:pt x="146" y="104"/>
                </a:cubicBezTo>
                <a:cubicBezTo>
                  <a:pt x="146" y="104"/>
                  <a:pt x="146" y="104"/>
                  <a:pt x="146" y="104"/>
                </a:cubicBezTo>
                <a:cubicBezTo>
                  <a:pt x="154" y="102"/>
                  <a:pt x="160" y="96"/>
                  <a:pt x="160" y="88"/>
                </a:cubicBezTo>
                <a:close/>
                <a:moveTo>
                  <a:pt x="143" y="90"/>
                </a:moveTo>
                <a:cubicBezTo>
                  <a:pt x="143" y="90"/>
                  <a:pt x="143" y="90"/>
                  <a:pt x="143" y="90"/>
                </a:cubicBezTo>
                <a:cubicBezTo>
                  <a:pt x="143" y="90"/>
                  <a:pt x="143" y="90"/>
                  <a:pt x="142" y="90"/>
                </a:cubicBezTo>
                <a:cubicBezTo>
                  <a:pt x="139" y="90"/>
                  <a:pt x="136" y="87"/>
                  <a:pt x="136" y="84"/>
                </a:cubicBezTo>
                <a:cubicBezTo>
                  <a:pt x="136" y="83"/>
                  <a:pt x="136" y="83"/>
                  <a:pt x="136" y="83"/>
                </a:cubicBezTo>
                <a:cubicBezTo>
                  <a:pt x="136" y="82"/>
                  <a:pt x="136" y="82"/>
                  <a:pt x="136" y="82"/>
                </a:cubicBezTo>
                <a:cubicBezTo>
                  <a:pt x="136" y="82"/>
                  <a:pt x="136" y="82"/>
                  <a:pt x="136" y="81"/>
                </a:cubicBezTo>
                <a:cubicBezTo>
                  <a:pt x="136" y="81"/>
                  <a:pt x="136" y="81"/>
                  <a:pt x="136" y="81"/>
                </a:cubicBezTo>
                <a:cubicBezTo>
                  <a:pt x="137" y="80"/>
                  <a:pt x="137" y="80"/>
                  <a:pt x="138" y="79"/>
                </a:cubicBezTo>
                <a:cubicBezTo>
                  <a:pt x="138" y="79"/>
                  <a:pt x="138" y="79"/>
                  <a:pt x="138" y="79"/>
                </a:cubicBezTo>
                <a:cubicBezTo>
                  <a:pt x="138" y="79"/>
                  <a:pt x="138" y="79"/>
                  <a:pt x="139" y="78"/>
                </a:cubicBezTo>
                <a:cubicBezTo>
                  <a:pt x="139" y="78"/>
                  <a:pt x="139" y="78"/>
                  <a:pt x="139" y="78"/>
                </a:cubicBezTo>
                <a:cubicBezTo>
                  <a:pt x="139" y="78"/>
                  <a:pt x="139" y="78"/>
                  <a:pt x="139" y="78"/>
                </a:cubicBezTo>
                <a:cubicBezTo>
                  <a:pt x="140" y="78"/>
                  <a:pt x="140" y="78"/>
                  <a:pt x="140" y="78"/>
                </a:cubicBezTo>
                <a:cubicBezTo>
                  <a:pt x="140" y="78"/>
                  <a:pt x="140" y="78"/>
                  <a:pt x="140" y="78"/>
                </a:cubicBezTo>
                <a:cubicBezTo>
                  <a:pt x="141" y="77"/>
                  <a:pt x="142" y="77"/>
                  <a:pt x="142" y="77"/>
                </a:cubicBezTo>
                <a:cubicBezTo>
                  <a:pt x="146" y="77"/>
                  <a:pt x="149" y="80"/>
                  <a:pt x="149" y="84"/>
                </a:cubicBezTo>
                <a:cubicBezTo>
                  <a:pt x="149" y="87"/>
                  <a:pt x="147" y="90"/>
                  <a:pt x="143" y="90"/>
                </a:cubicBezTo>
                <a:close/>
                <a:moveTo>
                  <a:pt x="84" y="5"/>
                </a:moveTo>
                <a:cubicBezTo>
                  <a:pt x="99" y="5"/>
                  <a:pt x="112" y="18"/>
                  <a:pt x="112" y="33"/>
                </a:cubicBezTo>
                <a:cubicBezTo>
                  <a:pt x="112" y="37"/>
                  <a:pt x="111" y="40"/>
                  <a:pt x="110" y="43"/>
                </a:cubicBezTo>
                <a:cubicBezTo>
                  <a:pt x="110" y="44"/>
                  <a:pt x="110" y="44"/>
                  <a:pt x="110" y="44"/>
                </a:cubicBezTo>
                <a:cubicBezTo>
                  <a:pt x="108" y="47"/>
                  <a:pt x="106" y="50"/>
                  <a:pt x="104" y="53"/>
                </a:cubicBezTo>
                <a:cubicBezTo>
                  <a:pt x="104" y="52"/>
                  <a:pt x="103" y="52"/>
                  <a:pt x="103" y="52"/>
                </a:cubicBezTo>
                <a:cubicBezTo>
                  <a:pt x="102" y="52"/>
                  <a:pt x="101" y="52"/>
                  <a:pt x="101" y="51"/>
                </a:cubicBezTo>
                <a:cubicBezTo>
                  <a:pt x="100" y="51"/>
                  <a:pt x="99" y="51"/>
                  <a:pt x="99" y="51"/>
                </a:cubicBezTo>
                <a:cubicBezTo>
                  <a:pt x="98" y="50"/>
                  <a:pt x="97" y="50"/>
                  <a:pt x="96" y="50"/>
                </a:cubicBezTo>
                <a:cubicBezTo>
                  <a:pt x="95" y="50"/>
                  <a:pt x="94" y="49"/>
                  <a:pt x="92" y="49"/>
                </a:cubicBezTo>
                <a:cubicBezTo>
                  <a:pt x="91" y="49"/>
                  <a:pt x="91" y="49"/>
                  <a:pt x="90" y="49"/>
                </a:cubicBezTo>
                <a:cubicBezTo>
                  <a:pt x="89" y="49"/>
                  <a:pt x="88" y="49"/>
                  <a:pt x="88" y="49"/>
                </a:cubicBezTo>
                <a:cubicBezTo>
                  <a:pt x="87" y="49"/>
                  <a:pt x="86" y="49"/>
                  <a:pt x="86" y="49"/>
                </a:cubicBezTo>
                <a:cubicBezTo>
                  <a:pt x="85" y="49"/>
                  <a:pt x="84" y="49"/>
                  <a:pt x="83" y="49"/>
                </a:cubicBezTo>
                <a:cubicBezTo>
                  <a:pt x="82" y="49"/>
                  <a:pt x="82" y="49"/>
                  <a:pt x="81" y="49"/>
                </a:cubicBezTo>
                <a:cubicBezTo>
                  <a:pt x="80" y="49"/>
                  <a:pt x="80" y="49"/>
                  <a:pt x="79" y="49"/>
                </a:cubicBezTo>
                <a:cubicBezTo>
                  <a:pt x="78" y="50"/>
                  <a:pt x="77" y="50"/>
                  <a:pt x="76" y="50"/>
                </a:cubicBezTo>
                <a:cubicBezTo>
                  <a:pt x="75" y="50"/>
                  <a:pt x="75" y="50"/>
                  <a:pt x="74" y="50"/>
                </a:cubicBezTo>
                <a:cubicBezTo>
                  <a:pt x="73" y="51"/>
                  <a:pt x="72" y="51"/>
                  <a:pt x="70" y="52"/>
                </a:cubicBezTo>
                <a:cubicBezTo>
                  <a:pt x="70" y="52"/>
                  <a:pt x="69" y="52"/>
                  <a:pt x="69" y="52"/>
                </a:cubicBezTo>
                <a:cubicBezTo>
                  <a:pt x="68" y="53"/>
                  <a:pt x="67" y="53"/>
                  <a:pt x="66" y="54"/>
                </a:cubicBezTo>
                <a:cubicBezTo>
                  <a:pt x="66" y="54"/>
                  <a:pt x="65" y="54"/>
                  <a:pt x="65" y="54"/>
                </a:cubicBezTo>
                <a:cubicBezTo>
                  <a:pt x="64" y="54"/>
                  <a:pt x="64" y="53"/>
                  <a:pt x="63" y="52"/>
                </a:cubicBezTo>
                <a:cubicBezTo>
                  <a:pt x="63" y="52"/>
                  <a:pt x="63" y="52"/>
                  <a:pt x="62" y="51"/>
                </a:cubicBezTo>
                <a:cubicBezTo>
                  <a:pt x="62" y="51"/>
                  <a:pt x="61" y="50"/>
                  <a:pt x="61" y="49"/>
                </a:cubicBezTo>
                <a:cubicBezTo>
                  <a:pt x="60" y="49"/>
                  <a:pt x="60" y="49"/>
                  <a:pt x="60" y="49"/>
                </a:cubicBezTo>
                <a:cubicBezTo>
                  <a:pt x="59" y="47"/>
                  <a:pt x="58" y="44"/>
                  <a:pt x="57" y="42"/>
                </a:cubicBezTo>
                <a:cubicBezTo>
                  <a:pt x="57" y="41"/>
                  <a:pt x="57" y="41"/>
                  <a:pt x="57" y="41"/>
                </a:cubicBezTo>
                <a:cubicBezTo>
                  <a:pt x="56" y="39"/>
                  <a:pt x="56" y="36"/>
                  <a:pt x="56" y="33"/>
                </a:cubicBezTo>
                <a:cubicBezTo>
                  <a:pt x="56" y="18"/>
                  <a:pt x="68" y="5"/>
                  <a:pt x="84" y="5"/>
                </a:cubicBezTo>
                <a:close/>
                <a:moveTo>
                  <a:pt x="48" y="155"/>
                </a:moveTo>
                <a:cubicBezTo>
                  <a:pt x="30" y="155"/>
                  <a:pt x="30" y="155"/>
                  <a:pt x="30" y="155"/>
                </a:cubicBezTo>
                <a:cubicBezTo>
                  <a:pt x="28" y="155"/>
                  <a:pt x="26" y="154"/>
                  <a:pt x="25" y="152"/>
                </a:cubicBezTo>
                <a:cubicBezTo>
                  <a:pt x="24" y="151"/>
                  <a:pt x="24" y="149"/>
                  <a:pt x="25" y="147"/>
                </a:cubicBezTo>
                <a:cubicBezTo>
                  <a:pt x="27" y="140"/>
                  <a:pt x="27" y="140"/>
                  <a:pt x="27" y="140"/>
                </a:cubicBezTo>
                <a:cubicBezTo>
                  <a:pt x="33" y="145"/>
                  <a:pt x="40" y="149"/>
                  <a:pt x="49" y="152"/>
                </a:cubicBezTo>
                <a:lnTo>
                  <a:pt x="48" y="155"/>
                </a:lnTo>
                <a:close/>
                <a:moveTo>
                  <a:pt x="133" y="152"/>
                </a:moveTo>
                <a:cubicBezTo>
                  <a:pt x="132" y="154"/>
                  <a:pt x="130" y="155"/>
                  <a:pt x="128" y="155"/>
                </a:cubicBezTo>
                <a:cubicBezTo>
                  <a:pt x="112" y="155"/>
                  <a:pt x="112" y="155"/>
                  <a:pt x="112" y="155"/>
                </a:cubicBezTo>
                <a:cubicBezTo>
                  <a:pt x="111" y="155"/>
                  <a:pt x="110" y="154"/>
                  <a:pt x="110" y="153"/>
                </a:cubicBezTo>
                <a:cubicBezTo>
                  <a:pt x="110" y="153"/>
                  <a:pt x="110" y="153"/>
                  <a:pt x="110" y="153"/>
                </a:cubicBezTo>
                <a:cubicBezTo>
                  <a:pt x="118" y="150"/>
                  <a:pt x="126" y="146"/>
                  <a:pt x="131" y="140"/>
                </a:cubicBezTo>
                <a:cubicBezTo>
                  <a:pt x="134" y="146"/>
                  <a:pt x="134" y="146"/>
                  <a:pt x="134" y="146"/>
                </a:cubicBezTo>
                <a:cubicBezTo>
                  <a:pt x="134" y="148"/>
                  <a:pt x="134" y="150"/>
                  <a:pt x="133" y="152"/>
                </a:cubicBezTo>
                <a:close/>
                <a:moveTo>
                  <a:pt x="128" y="135"/>
                </a:moveTo>
                <a:cubicBezTo>
                  <a:pt x="128" y="136"/>
                  <a:pt x="128" y="136"/>
                  <a:pt x="128" y="136"/>
                </a:cubicBezTo>
                <a:cubicBezTo>
                  <a:pt x="127" y="137"/>
                  <a:pt x="126" y="138"/>
                  <a:pt x="125" y="139"/>
                </a:cubicBezTo>
                <a:cubicBezTo>
                  <a:pt x="125" y="139"/>
                  <a:pt x="124" y="139"/>
                  <a:pt x="124" y="139"/>
                </a:cubicBezTo>
                <a:cubicBezTo>
                  <a:pt x="123" y="140"/>
                  <a:pt x="122" y="141"/>
                  <a:pt x="121" y="141"/>
                </a:cubicBezTo>
                <a:cubicBezTo>
                  <a:pt x="121" y="142"/>
                  <a:pt x="120" y="142"/>
                  <a:pt x="120" y="142"/>
                </a:cubicBezTo>
                <a:cubicBezTo>
                  <a:pt x="119" y="143"/>
                  <a:pt x="118" y="144"/>
                  <a:pt x="116" y="145"/>
                </a:cubicBezTo>
                <a:cubicBezTo>
                  <a:pt x="116" y="145"/>
                  <a:pt x="115" y="145"/>
                  <a:pt x="115" y="145"/>
                </a:cubicBezTo>
                <a:cubicBezTo>
                  <a:pt x="114" y="146"/>
                  <a:pt x="113" y="146"/>
                  <a:pt x="112" y="147"/>
                </a:cubicBezTo>
                <a:cubicBezTo>
                  <a:pt x="111" y="147"/>
                  <a:pt x="111" y="147"/>
                  <a:pt x="110" y="147"/>
                </a:cubicBezTo>
                <a:cubicBezTo>
                  <a:pt x="109" y="148"/>
                  <a:pt x="108" y="148"/>
                  <a:pt x="107" y="149"/>
                </a:cubicBezTo>
                <a:cubicBezTo>
                  <a:pt x="106" y="149"/>
                  <a:pt x="106" y="149"/>
                  <a:pt x="106" y="149"/>
                </a:cubicBezTo>
                <a:cubicBezTo>
                  <a:pt x="106" y="149"/>
                  <a:pt x="106" y="149"/>
                  <a:pt x="106" y="149"/>
                </a:cubicBezTo>
                <a:cubicBezTo>
                  <a:pt x="98" y="151"/>
                  <a:pt x="90" y="153"/>
                  <a:pt x="82" y="153"/>
                </a:cubicBezTo>
                <a:cubicBezTo>
                  <a:pt x="71" y="153"/>
                  <a:pt x="61" y="151"/>
                  <a:pt x="52" y="148"/>
                </a:cubicBezTo>
                <a:cubicBezTo>
                  <a:pt x="51" y="147"/>
                  <a:pt x="50" y="147"/>
                  <a:pt x="50" y="147"/>
                </a:cubicBezTo>
                <a:cubicBezTo>
                  <a:pt x="35" y="141"/>
                  <a:pt x="23" y="131"/>
                  <a:pt x="19" y="119"/>
                </a:cubicBezTo>
                <a:cubicBezTo>
                  <a:pt x="19" y="117"/>
                  <a:pt x="19" y="117"/>
                  <a:pt x="19" y="117"/>
                </a:cubicBezTo>
                <a:cubicBezTo>
                  <a:pt x="13" y="117"/>
                  <a:pt x="13" y="117"/>
                  <a:pt x="13" y="117"/>
                </a:cubicBezTo>
                <a:cubicBezTo>
                  <a:pt x="7" y="117"/>
                  <a:pt x="5" y="111"/>
                  <a:pt x="5" y="106"/>
                </a:cubicBezTo>
                <a:cubicBezTo>
                  <a:pt x="5" y="96"/>
                  <a:pt x="5" y="96"/>
                  <a:pt x="5" y="96"/>
                </a:cubicBezTo>
                <a:cubicBezTo>
                  <a:pt x="5" y="85"/>
                  <a:pt x="11" y="85"/>
                  <a:pt x="13" y="85"/>
                </a:cubicBezTo>
                <a:cubicBezTo>
                  <a:pt x="21" y="85"/>
                  <a:pt x="21" y="85"/>
                  <a:pt x="21" y="85"/>
                </a:cubicBezTo>
                <a:cubicBezTo>
                  <a:pt x="21" y="83"/>
                  <a:pt x="21" y="83"/>
                  <a:pt x="21" y="83"/>
                </a:cubicBezTo>
                <a:cubicBezTo>
                  <a:pt x="23" y="73"/>
                  <a:pt x="24" y="68"/>
                  <a:pt x="31" y="61"/>
                </a:cubicBezTo>
                <a:cubicBezTo>
                  <a:pt x="32" y="59"/>
                  <a:pt x="32" y="59"/>
                  <a:pt x="32" y="59"/>
                </a:cubicBezTo>
                <a:cubicBezTo>
                  <a:pt x="32" y="58"/>
                  <a:pt x="32" y="58"/>
                  <a:pt x="32" y="58"/>
                </a:cubicBezTo>
                <a:cubicBezTo>
                  <a:pt x="31" y="56"/>
                  <a:pt x="30" y="55"/>
                  <a:pt x="30" y="53"/>
                </a:cubicBezTo>
                <a:cubicBezTo>
                  <a:pt x="28" y="49"/>
                  <a:pt x="27" y="45"/>
                  <a:pt x="24" y="43"/>
                </a:cubicBezTo>
                <a:cubicBezTo>
                  <a:pt x="29" y="43"/>
                  <a:pt x="36" y="45"/>
                  <a:pt x="44" y="48"/>
                </a:cubicBezTo>
                <a:cubicBezTo>
                  <a:pt x="45" y="49"/>
                  <a:pt x="45" y="49"/>
                  <a:pt x="45" y="49"/>
                </a:cubicBezTo>
                <a:cubicBezTo>
                  <a:pt x="46" y="48"/>
                  <a:pt x="46" y="48"/>
                  <a:pt x="46" y="48"/>
                </a:cubicBezTo>
                <a:cubicBezTo>
                  <a:pt x="48" y="48"/>
                  <a:pt x="50" y="47"/>
                  <a:pt x="53" y="46"/>
                </a:cubicBezTo>
                <a:cubicBezTo>
                  <a:pt x="53" y="47"/>
                  <a:pt x="54" y="48"/>
                  <a:pt x="55" y="50"/>
                </a:cubicBezTo>
                <a:cubicBezTo>
                  <a:pt x="55" y="50"/>
                  <a:pt x="55" y="50"/>
                  <a:pt x="55" y="50"/>
                </a:cubicBezTo>
                <a:cubicBezTo>
                  <a:pt x="56" y="51"/>
                  <a:pt x="56" y="52"/>
                  <a:pt x="57" y="53"/>
                </a:cubicBezTo>
                <a:cubicBezTo>
                  <a:pt x="57" y="53"/>
                  <a:pt x="57" y="53"/>
                  <a:pt x="57" y="54"/>
                </a:cubicBezTo>
                <a:cubicBezTo>
                  <a:pt x="58" y="55"/>
                  <a:pt x="59" y="55"/>
                  <a:pt x="60" y="56"/>
                </a:cubicBezTo>
                <a:cubicBezTo>
                  <a:pt x="60" y="56"/>
                  <a:pt x="60" y="57"/>
                  <a:pt x="60" y="57"/>
                </a:cubicBezTo>
                <a:cubicBezTo>
                  <a:pt x="60" y="57"/>
                  <a:pt x="61" y="57"/>
                  <a:pt x="61" y="57"/>
                </a:cubicBezTo>
                <a:cubicBezTo>
                  <a:pt x="59" y="58"/>
                  <a:pt x="58" y="60"/>
                  <a:pt x="57" y="61"/>
                </a:cubicBezTo>
                <a:cubicBezTo>
                  <a:pt x="56" y="62"/>
                  <a:pt x="56" y="64"/>
                  <a:pt x="57" y="65"/>
                </a:cubicBezTo>
                <a:cubicBezTo>
                  <a:pt x="58" y="66"/>
                  <a:pt x="59" y="66"/>
                  <a:pt x="60" y="65"/>
                </a:cubicBezTo>
                <a:cubicBezTo>
                  <a:pt x="62" y="63"/>
                  <a:pt x="64" y="61"/>
                  <a:pt x="66" y="60"/>
                </a:cubicBezTo>
                <a:cubicBezTo>
                  <a:pt x="66" y="60"/>
                  <a:pt x="66" y="60"/>
                  <a:pt x="66" y="60"/>
                </a:cubicBezTo>
                <a:cubicBezTo>
                  <a:pt x="67" y="59"/>
                  <a:pt x="68" y="59"/>
                  <a:pt x="69" y="58"/>
                </a:cubicBezTo>
                <a:cubicBezTo>
                  <a:pt x="69" y="58"/>
                  <a:pt x="70" y="58"/>
                  <a:pt x="70" y="58"/>
                </a:cubicBezTo>
                <a:cubicBezTo>
                  <a:pt x="71" y="58"/>
                  <a:pt x="71" y="57"/>
                  <a:pt x="72" y="57"/>
                </a:cubicBezTo>
                <a:cubicBezTo>
                  <a:pt x="72" y="57"/>
                  <a:pt x="72" y="57"/>
                  <a:pt x="73" y="57"/>
                </a:cubicBezTo>
                <a:cubicBezTo>
                  <a:pt x="74" y="56"/>
                  <a:pt x="75" y="56"/>
                  <a:pt x="76" y="56"/>
                </a:cubicBezTo>
                <a:cubicBezTo>
                  <a:pt x="76" y="56"/>
                  <a:pt x="76" y="55"/>
                  <a:pt x="76" y="55"/>
                </a:cubicBezTo>
                <a:cubicBezTo>
                  <a:pt x="77" y="55"/>
                  <a:pt x="78" y="55"/>
                  <a:pt x="79" y="55"/>
                </a:cubicBezTo>
                <a:cubicBezTo>
                  <a:pt x="79" y="55"/>
                  <a:pt x="79" y="55"/>
                  <a:pt x="79" y="55"/>
                </a:cubicBezTo>
                <a:cubicBezTo>
                  <a:pt x="86" y="53"/>
                  <a:pt x="93" y="54"/>
                  <a:pt x="100" y="57"/>
                </a:cubicBezTo>
                <a:cubicBezTo>
                  <a:pt x="100" y="57"/>
                  <a:pt x="100" y="57"/>
                  <a:pt x="100" y="57"/>
                </a:cubicBezTo>
                <a:cubicBezTo>
                  <a:pt x="105" y="59"/>
                  <a:pt x="109" y="61"/>
                  <a:pt x="112" y="65"/>
                </a:cubicBezTo>
                <a:cubicBezTo>
                  <a:pt x="113" y="65"/>
                  <a:pt x="113" y="66"/>
                  <a:pt x="114" y="66"/>
                </a:cubicBezTo>
                <a:cubicBezTo>
                  <a:pt x="115" y="66"/>
                  <a:pt x="115" y="65"/>
                  <a:pt x="116" y="65"/>
                </a:cubicBezTo>
                <a:cubicBezTo>
                  <a:pt x="117" y="64"/>
                  <a:pt x="117" y="62"/>
                  <a:pt x="116" y="61"/>
                </a:cubicBezTo>
                <a:cubicBezTo>
                  <a:pt x="114" y="59"/>
                  <a:pt x="111" y="57"/>
                  <a:pt x="109" y="55"/>
                </a:cubicBezTo>
                <a:cubicBezTo>
                  <a:pt x="109" y="55"/>
                  <a:pt x="109" y="55"/>
                  <a:pt x="109" y="54"/>
                </a:cubicBezTo>
                <a:cubicBezTo>
                  <a:pt x="110" y="54"/>
                  <a:pt x="110" y="54"/>
                  <a:pt x="111" y="53"/>
                </a:cubicBezTo>
                <a:cubicBezTo>
                  <a:pt x="111" y="53"/>
                  <a:pt x="111" y="52"/>
                  <a:pt x="111" y="52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13" y="50"/>
                  <a:pt x="113" y="50"/>
                  <a:pt x="113" y="49"/>
                </a:cubicBezTo>
                <a:cubicBezTo>
                  <a:pt x="113" y="49"/>
                  <a:pt x="113" y="49"/>
                  <a:pt x="113" y="49"/>
                </a:cubicBezTo>
                <a:cubicBezTo>
                  <a:pt x="124" y="55"/>
                  <a:pt x="131" y="63"/>
                  <a:pt x="136" y="74"/>
                </a:cubicBezTo>
                <a:cubicBezTo>
                  <a:pt x="135" y="74"/>
                  <a:pt x="135" y="75"/>
                  <a:pt x="134" y="75"/>
                </a:cubicBezTo>
                <a:cubicBezTo>
                  <a:pt x="134" y="75"/>
                  <a:pt x="134" y="75"/>
                  <a:pt x="134" y="75"/>
                </a:cubicBezTo>
                <a:cubicBezTo>
                  <a:pt x="133" y="76"/>
                  <a:pt x="132" y="78"/>
                  <a:pt x="132" y="79"/>
                </a:cubicBezTo>
                <a:cubicBezTo>
                  <a:pt x="131" y="79"/>
                  <a:pt x="131" y="79"/>
                  <a:pt x="131" y="79"/>
                </a:cubicBezTo>
                <a:cubicBezTo>
                  <a:pt x="131" y="80"/>
                  <a:pt x="131" y="80"/>
                  <a:pt x="131" y="81"/>
                </a:cubicBezTo>
                <a:cubicBezTo>
                  <a:pt x="131" y="81"/>
                  <a:pt x="131" y="81"/>
                  <a:pt x="131" y="82"/>
                </a:cubicBezTo>
                <a:cubicBezTo>
                  <a:pt x="131" y="82"/>
                  <a:pt x="130" y="83"/>
                  <a:pt x="130" y="84"/>
                </a:cubicBezTo>
                <a:cubicBezTo>
                  <a:pt x="130" y="85"/>
                  <a:pt x="131" y="85"/>
                  <a:pt x="131" y="86"/>
                </a:cubicBezTo>
                <a:cubicBezTo>
                  <a:pt x="131" y="86"/>
                  <a:pt x="131" y="87"/>
                  <a:pt x="131" y="87"/>
                </a:cubicBezTo>
                <a:cubicBezTo>
                  <a:pt x="131" y="87"/>
                  <a:pt x="131" y="88"/>
                  <a:pt x="131" y="88"/>
                </a:cubicBezTo>
                <a:cubicBezTo>
                  <a:pt x="131" y="89"/>
                  <a:pt x="132" y="89"/>
                  <a:pt x="132" y="89"/>
                </a:cubicBezTo>
                <a:cubicBezTo>
                  <a:pt x="132" y="89"/>
                  <a:pt x="132" y="90"/>
                  <a:pt x="132" y="90"/>
                </a:cubicBezTo>
                <a:cubicBezTo>
                  <a:pt x="133" y="90"/>
                  <a:pt x="133" y="91"/>
                  <a:pt x="133" y="91"/>
                </a:cubicBezTo>
                <a:cubicBezTo>
                  <a:pt x="133" y="91"/>
                  <a:pt x="133" y="92"/>
                  <a:pt x="134" y="92"/>
                </a:cubicBezTo>
                <a:cubicBezTo>
                  <a:pt x="134" y="92"/>
                  <a:pt x="134" y="92"/>
                  <a:pt x="134" y="93"/>
                </a:cubicBezTo>
                <a:cubicBezTo>
                  <a:pt x="135" y="93"/>
                  <a:pt x="135" y="93"/>
                  <a:pt x="135" y="93"/>
                </a:cubicBezTo>
                <a:cubicBezTo>
                  <a:pt x="136" y="94"/>
                  <a:pt x="136" y="94"/>
                  <a:pt x="136" y="94"/>
                </a:cubicBezTo>
                <a:cubicBezTo>
                  <a:pt x="137" y="94"/>
                  <a:pt x="137" y="94"/>
                  <a:pt x="137" y="95"/>
                </a:cubicBezTo>
                <a:cubicBezTo>
                  <a:pt x="138" y="95"/>
                  <a:pt x="138" y="95"/>
                  <a:pt x="138" y="95"/>
                </a:cubicBezTo>
                <a:cubicBezTo>
                  <a:pt x="139" y="95"/>
                  <a:pt x="139" y="95"/>
                  <a:pt x="139" y="95"/>
                </a:cubicBezTo>
                <a:cubicBezTo>
                  <a:pt x="140" y="95"/>
                  <a:pt x="140" y="95"/>
                  <a:pt x="140" y="96"/>
                </a:cubicBezTo>
                <a:cubicBezTo>
                  <a:pt x="141" y="96"/>
                  <a:pt x="141" y="96"/>
                  <a:pt x="141" y="96"/>
                </a:cubicBezTo>
                <a:cubicBezTo>
                  <a:pt x="141" y="98"/>
                  <a:pt x="141" y="101"/>
                  <a:pt x="141" y="104"/>
                </a:cubicBezTo>
                <a:cubicBezTo>
                  <a:pt x="141" y="116"/>
                  <a:pt x="136" y="127"/>
                  <a:pt x="128" y="135"/>
                </a:cubicBezTo>
                <a:close/>
                <a:moveTo>
                  <a:pt x="146" y="98"/>
                </a:moveTo>
                <a:cubicBezTo>
                  <a:pt x="146" y="97"/>
                  <a:pt x="146" y="96"/>
                  <a:pt x="146" y="95"/>
                </a:cubicBezTo>
                <a:cubicBezTo>
                  <a:pt x="150" y="94"/>
                  <a:pt x="154" y="90"/>
                  <a:pt x="154" y="86"/>
                </a:cubicBezTo>
                <a:cubicBezTo>
                  <a:pt x="154" y="86"/>
                  <a:pt x="154" y="87"/>
                  <a:pt x="154" y="88"/>
                </a:cubicBezTo>
                <a:cubicBezTo>
                  <a:pt x="154" y="93"/>
                  <a:pt x="151" y="97"/>
                  <a:pt x="146" y="98"/>
                </a:cubicBezTo>
                <a:close/>
                <a:moveTo>
                  <a:pt x="70" y="50"/>
                </a:moveTo>
                <a:cubicBezTo>
                  <a:pt x="71" y="50"/>
                  <a:pt x="71" y="50"/>
                  <a:pt x="72" y="50"/>
                </a:cubicBezTo>
                <a:cubicBezTo>
                  <a:pt x="73" y="50"/>
                  <a:pt x="73" y="50"/>
                  <a:pt x="74" y="49"/>
                </a:cubicBezTo>
                <a:cubicBezTo>
                  <a:pt x="75" y="48"/>
                  <a:pt x="75" y="47"/>
                  <a:pt x="73" y="46"/>
                </a:cubicBezTo>
                <a:cubicBezTo>
                  <a:pt x="69" y="42"/>
                  <a:pt x="67" y="37"/>
                  <a:pt x="67" y="32"/>
                </a:cubicBezTo>
                <a:cubicBezTo>
                  <a:pt x="67" y="23"/>
                  <a:pt x="74" y="15"/>
                  <a:pt x="84" y="15"/>
                </a:cubicBezTo>
                <a:cubicBezTo>
                  <a:pt x="93" y="15"/>
                  <a:pt x="101" y="23"/>
                  <a:pt x="101" y="32"/>
                </a:cubicBezTo>
                <a:cubicBezTo>
                  <a:pt x="101" y="37"/>
                  <a:pt x="99" y="41"/>
                  <a:pt x="95" y="45"/>
                </a:cubicBezTo>
                <a:cubicBezTo>
                  <a:pt x="94" y="46"/>
                  <a:pt x="94" y="47"/>
                  <a:pt x="95" y="48"/>
                </a:cubicBezTo>
                <a:cubicBezTo>
                  <a:pt x="96" y="50"/>
                  <a:pt x="98" y="50"/>
                  <a:pt x="99" y="49"/>
                </a:cubicBezTo>
                <a:cubicBezTo>
                  <a:pt x="104" y="44"/>
                  <a:pt x="106" y="38"/>
                  <a:pt x="106" y="32"/>
                </a:cubicBezTo>
                <a:cubicBezTo>
                  <a:pt x="106" y="20"/>
                  <a:pt x="96" y="10"/>
                  <a:pt x="84" y="10"/>
                </a:cubicBezTo>
                <a:cubicBezTo>
                  <a:pt x="71" y="10"/>
                  <a:pt x="61" y="20"/>
                  <a:pt x="61" y="32"/>
                </a:cubicBezTo>
                <a:cubicBezTo>
                  <a:pt x="61" y="39"/>
                  <a:pt x="65" y="46"/>
                  <a:pt x="70" y="50"/>
                </a:cubicBezTo>
                <a:close/>
                <a:moveTo>
                  <a:pt x="85" y="141"/>
                </a:moveTo>
                <a:cubicBezTo>
                  <a:pt x="73" y="142"/>
                  <a:pt x="63" y="141"/>
                  <a:pt x="52" y="136"/>
                </a:cubicBezTo>
                <a:cubicBezTo>
                  <a:pt x="51" y="136"/>
                  <a:pt x="49" y="136"/>
                  <a:pt x="49" y="138"/>
                </a:cubicBezTo>
                <a:cubicBezTo>
                  <a:pt x="48" y="139"/>
                  <a:pt x="49" y="140"/>
                  <a:pt x="50" y="141"/>
                </a:cubicBezTo>
                <a:cubicBezTo>
                  <a:pt x="59" y="145"/>
                  <a:pt x="68" y="147"/>
                  <a:pt x="78" y="147"/>
                </a:cubicBezTo>
                <a:cubicBezTo>
                  <a:pt x="81" y="147"/>
                  <a:pt x="83" y="147"/>
                  <a:pt x="85" y="147"/>
                </a:cubicBezTo>
                <a:cubicBezTo>
                  <a:pt x="87" y="147"/>
                  <a:pt x="88" y="145"/>
                  <a:pt x="88" y="144"/>
                </a:cubicBezTo>
                <a:cubicBezTo>
                  <a:pt x="88" y="142"/>
                  <a:pt x="86" y="141"/>
                  <a:pt x="85" y="1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41500" y="4490267"/>
            <a:ext cx="3467100" cy="14219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 from the grander poets. It always does one good. Apparently we had reached a great height in the atmosphere, for the sky was a dead black, and the stars had ceased to twinkle. </a:t>
            </a:r>
          </a:p>
        </p:txBody>
      </p:sp>
      <p:sp>
        <p:nvSpPr>
          <p:cNvPr id="18" name="Freeform 1133">
            <a:extLst>
              <a:ext uri="{FF2B5EF4-FFF2-40B4-BE49-F238E27FC236}">
                <a16:creationId xmlns:a16="http://schemas.microsoft.com/office/drawing/2014/main" id="{48BCBC5B-0FAF-4A50-92CD-00E076DD48C2}"/>
              </a:ext>
            </a:extLst>
          </p:cNvPr>
          <p:cNvSpPr>
            <a:spLocks noEditPoints="1"/>
          </p:cNvSpPr>
          <p:nvPr/>
        </p:nvSpPr>
        <p:spPr bwMode="auto">
          <a:xfrm>
            <a:off x="927100" y="1561132"/>
            <a:ext cx="604203" cy="607695"/>
          </a:xfrm>
          <a:custGeom>
            <a:avLst/>
            <a:gdLst>
              <a:gd name="T0" fmla="*/ 80 w 160"/>
              <a:gd name="T1" fmla="*/ 139 h 160"/>
              <a:gd name="T2" fmla="*/ 80 w 160"/>
              <a:gd name="T3" fmla="*/ 27 h 160"/>
              <a:gd name="T4" fmla="*/ 77 w 160"/>
              <a:gd name="T5" fmla="*/ 32 h 160"/>
              <a:gd name="T6" fmla="*/ 77 w 160"/>
              <a:gd name="T7" fmla="*/ 128 h 160"/>
              <a:gd name="T8" fmla="*/ 123 w 160"/>
              <a:gd name="T9" fmla="*/ 83 h 160"/>
              <a:gd name="T10" fmla="*/ 120 w 160"/>
              <a:gd name="T11" fmla="*/ 80 h 160"/>
              <a:gd name="T12" fmla="*/ 32 w 160"/>
              <a:gd name="T13" fmla="*/ 83 h 160"/>
              <a:gd name="T14" fmla="*/ 53 w 160"/>
              <a:gd name="T15" fmla="*/ 109 h 160"/>
              <a:gd name="T16" fmla="*/ 83 w 160"/>
              <a:gd name="T17" fmla="*/ 53 h 160"/>
              <a:gd name="T18" fmla="*/ 71 w 160"/>
              <a:gd name="T19" fmla="*/ 83 h 160"/>
              <a:gd name="T20" fmla="*/ 85 w 160"/>
              <a:gd name="T21" fmla="*/ 77 h 160"/>
              <a:gd name="T22" fmla="*/ 48 w 160"/>
              <a:gd name="T23" fmla="*/ 27 h 160"/>
              <a:gd name="T24" fmla="*/ 155 w 160"/>
              <a:gd name="T25" fmla="*/ 80 h 160"/>
              <a:gd name="T26" fmla="*/ 29 w 160"/>
              <a:gd name="T27" fmla="*/ 3 h 160"/>
              <a:gd name="T28" fmla="*/ 27 w 160"/>
              <a:gd name="T29" fmla="*/ 27 h 160"/>
              <a:gd name="T30" fmla="*/ 12 w 160"/>
              <a:gd name="T31" fmla="*/ 116 h 160"/>
              <a:gd name="T32" fmla="*/ 19 w 160"/>
              <a:gd name="T33" fmla="*/ 130 h 160"/>
              <a:gd name="T34" fmla="*/ 12 w 160"/>
              <a:gd name="T35" fmla="*/ 122 h 160"/>
              <a:gd name="T36" fmla="*/ 22 w 160"/>
              <a:gd name="T37" fmla="*/ 135 h 160"/>
              <a:gd name="T38" fmla="*/ 28 w 160"/>
              <a:gd name="T39" fmla="*/ 137 h 160"/>
              <a:gd name="T40" fmla="*/ 28 w 160"/>
              <a:gd name="T41" fmla="*/ 137 h 160"/>
              <a:gd name="T42" fmla="*/ 5 w 160"/>
              <a:gd name="T43" fmla="*/ 101 h 160"/>
              <a:gd name="T44" fmla="*/ 1 w 160"/>
              <a:gd name="T45" fmla="*/ 91 h 160"/>
              <a:gd name="T46" fmla="*/ 5 w 160"/>
              <a:gd name="T47" fmla="*/ 107 h 160"/>
              <a:gd name="T48" fmla="*/ 3 w 160"/>
              <a:gd name="T49" fmla="*/ 86 h 160"/>
              <a:gd name="T50" fmla="*/ 34 w 160"/>
              <a:gd name="T51" fmla="*/ 142 h 160"/>
              <a:gd name="T52" fmla="*/ 34 w 160"/>
              <a:gd name="T53" fmla="*/ 142 h 160"/>
              <a:gd name="T54" fmla="*/ 134 w 160"/>
              <a:gd name="T55" fmla="*/ 139 h 160"/>
              <a:gd name="T56" fmla="*/ 138 w 160"/>
              <a:gd name="T57" fmla="*/ 134 h 160"/>
              <a:gd name="T58" fmla="*/ 141 w 160"/>
              <a:gd name="T59" fmla="*/ 127 h 160"/>
              <a:gd name="T60" fmla="*/ 125 w 160"/>
              <a:gd name="T61" fmla="*/ 140 h 160"/>
              <a:gd name="T62" fmla="*/ 125 w 160"/>
              <a:gd name="T63" fmla="*/ 140 h 160"/>
              <a:gd name="T64" fmla="*/ 122 w 160"/>
              <a:gd name="T65" fmla="*/ 145 h 160"/>
              <a:gd name="T66" fmla="*/ 146 w 160"/>
              <a:gd name="T67" fmla="*/ 121 h 160"/>
              <a:gd name="T68" fmla="*/ 154 w 160"/>
              <a:gd name="T69" fmla="*/ 88 h 160"/>
              <a:gd name="T70" fmla="*/ 156 w 160"/>
              <a:gd name="T71" fmla="*/ 93 h 160"/>
              <a:gd name="T72" fmla="*/ 156 w 160"/>
              <a:gd name="T73" fmla="*/ 93 h 160"/>
              <a:gd name="T74" fmla="*/ 156 w 160"/>
              <a:gd name="T75" fmla="*/ 104 h 160"/>
              <a:gd name="T76" fmla="*/ 151 w 160"/>
              <a:gd name="T77" fmla="*/ 114 h 160"/>
              <a:gd name="T78" fmla="*/ 112 w 160"/>
              <a:gd name="T79" fmla="*/ 153 h 160"/>
              <a:gd name="T80" fmla="*/ 63 w 160"/>
              <a:gd name="T81" fmla="*/ 156 h 160"/>
              <a:gd name="T82" fmla="*/ 74 w 160"/>
              <a:gd name="T83" fmla="*/ 154 h 160"/>
              <a:gd name="T84" fmla="*/ 76 w 160"/>
              <a:gd name="T85" fmla="*/ 157 h 160"/>
              <a:gd name="T86" fmla="*/ 58 w 160"/>
              <a:gd name="T87" fmla="*/ 157 h 160"/>
              <a:gd name="T88" fmla="*/ 49 w 160"/>
              <a:gd name="T89" fmla="*/ 154 h 160"/>
              <a:gd name="T90" fmla="*/ 87 w 160"/>
              <a:gd name="T91" fmla="*/ 157 h 160"/>
              <a:gd name="T92" fmla="*/ 89 w 160"/>
              <a:gd name="T93" fmla="*/ 154 h 160"/>
              <a:gd name="T94" fmla="*/ 108 w 160"/>
              <a:gd name="T95" fmla="*/ 152 h 160"/>
              <a:gd name="T96" fmla="*/ 98 w 160"/>
              <a:gd name="T97" fmla="*/ 158 h 160"/>
              <a:gd name="T98" fmla="*/ 81 w 160"/>
              <a:gd name="T99" fmla="*/ 160 h 160"/>
              <a:gd name="T100" fmla="*/ 41 w 160"/>
              <a:gd name="T101" fmla="*/ 147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60" h="160">
                <a:moveTo>
                  <a:pt x="80" y="139"/>
                </a:moveTo>
                <a:cubicBezTo>
                  <a:pt x="112" y="139"/>
                  <a:pt x="139" y="112"/>
                  <a:pt x="139" y="80"/>
                </a:cubicBezTo>
                <a:cubicBezTo>
                  <a:pt x="139" y="48"/>
                  <a:pt x="112" y="21"/>
                  <a:pt x="80" y="21"/>
                </a:cubicBezTo>
                <a:cubicBezTo>
                  <a:pt x="48" y="21"/>
                  <a:pt x="21" y="48"/>
                  <a:pt x="21" y="80"/>
                </a:cubicBezTo>
                <a:cubicBezTo>
                  <a:pt x="21" y="112"/>
                  <a:pt x="48" y="139"/>
                  <a:pt x="80" y="139"/>
                </a:cubicBezTo>
                <a:close/>
                <a:moveTo>
                  <a:pt x="80" y="27"/>
                </a:moveTo>
                <a:cubicBezTo>
                  <a:pt x="109" y="27"/>
                  <a:pt x="133" y="51"/>
                  <a:pt x="133" y="80"/>
                </a:cubicBezTo>
                <a:cubicBezTo>
                  <a:pt x="133" y="109"/>
                  <a:pt x="109" y="133"/>
                  <a:pt x="80" y="133"/>
                </a:cubicBezTo>
                <a:cubicBezTo>
                  <a:pt x="51" y="133"/>
                  <a:pt x="27" y="109"/>
                  <a:pt x="27" y="80"/>
                </a:cubicBezTo>
                <a:cubicBezTo>
                  <a:pt x="27" y="51"/>
                  <a:pt x="51" y="27"/>
                  <a:pt x="80" y="27"/>
                </a:cubicBezTo>
                <a:close/>
                <a:moveTo>
                  <a:pt x="80" y="40"/>
                </a:moveTo>
                <a:cubicBezTo>
                  <a:pt x="81" y="40"/>
                  <a:pt x="83" y="39"/>
                  <a:pt x="83" y="37"/>
                </a:cubicBezTo>
                <a:cubicBezTo>
                  <a:pt x="83" y="32"/>
                  <a:pt x="83" y="32"/>
                  <a:pt x="83" y="32"/>
                </a:cubicBezTo>
                <a:cubicBezTo>
                  <a:pt x="83" y="31"/>
                  <a:pt x="81" y="29"/>
                  <a:pt x="80" y="29"/>
                </a:cubicBezTo>
                <a:cubicBezTo>
                  <a:pt x="78" y="29"/>
                  <a:pt x="77" y="31"/>
                  <a:pt x="77" y="32"/>
                </a:cubicBezTo>
                <a:cubicBezTo>
                  <a:pt x="77" y="37"/>
                  <a:pt x="77" y="37"/>
                  <a:pt x="77" y="37"/>
                </a:cubicBezTo>
                <a:cubicBezTo>
                  <a:pt x="77" y="39"/>
                  <a:pt x="78" y="40"/>
                  <a:pt x="80" y="40"/>
                </a:cubicBezTo>
                <a:close/>
                <a:moveTo>
                  <a:pt x="80" y="120"/>
                </a:moveTo>
                <a:cubicBezTo>
                  <a:pt x="78" y="120"/>
                  <a:pt x="77" y="121"/>
                  <a:pt x="77" y="123"/>
                </a:cubicBezTo>
                <a:cubicBezTo>
                  <a:pt x="77" y="128"/>
                  <a:pt x="77" y="128"/>
                  <a:pt x="77" y="128"/>
                </a:cubicBezTo>
                <a:cubicBezTo>
                  <a:pt x="77" y="129"/>
                  <a:pt x="78" y="131"/>
                  <a:pt x="80" y="131"/>
                </a:cubicBezTo>
                <a:cubicBezTo>
                  <a:pt x="81" y="131"/>
                  <a:pt x="83" y="129"/>
                  <a:pt x="83" y="128"/>
                </a:cubicBezTo>
                <a:cubicBezTo>
                  <a:pt x="83" y="123"/>
                  <a:pt x="83" y="123"/>
                  <a:pt x="83" y="123"/>
                </a:cubicBezTo>
                <a:cubicBezTo>
                  <a:pt x="83" y="121"/>
                  <a:pt x="81" y="120"/>
                  <a:pt x="80" y="120"/>
                </a:cubicBezTo>
                <a:close/>
                <a:moveTo>
                  <a:pt x="123" y="83"/>
                </a:moveTo>
                <a:cubicBezTo>
                  <a:pt x="128" y="83"/>
                  <a:pt x="128" y="83"/>
                  <a:pt x="128" y="83"/>
                </a:cubicBezTo>
                <a:cubicBezTo>
                  <a:pt x="129" y="83"/>
                  <a:pt x="131" y="81"/>
                  <a:pt x="131" y="80"/>
                </a:cubicBezTo>
                <a:cubicBezTo>
                  <a:pt x="131" y="79"/>
                  <a:pt x="129" y="77"/>
                  <a:pt x="128" y="77"/>
                </a:cubicBezTo>
                <a:cubicBezTo>
                  <a:pt x="123" y="77"/>
                  <a:pt x="123" y="77"/>
                  <a:pt x="123" y="77"/>
                </a:cubicBezTo>
                <a:cubicBezTo>
                  <a:pt x="121" y="77"/>
                  <a:pt x="120" y="79"/>
                  <a:pt x="120" y="80"/>
                </a:cubicBezTo>
                <a:cubicBezTo>
                  <a:pt x="120" y="81"/>
                  <a:pt x="121" y="83"/>
                  <a:pt x="123" y="83"/>
                </a:cubicBezTo>
                <a:close/>
                <a:moveTo>
                  <a:pt x="37" y="77"/>
                </a:moveTo>
                <a:cubicBezTo>
                  <a:pt x="32" y="77"/>
                  <a:pt x="32" y="77"/>
                  <a:pt x="32" y="77"/>
                </a:cubicBezTo>
                <a:cubicBezTo>
                  <a:pt x="30" y="77"/>
                  <a:pt x="29" y="79"/>
                  <a:pt x="29" y="80"/>
                </a:cubicBezTo>
                <a:cubicBezTo>
                  <a:pt x="29" y="81"/>
                  <a:pt x="30" y="83"/>
                  <a:pt x="32" y="83"/>
                </a:cubicBezTo>
                <a:cubicBezTo>
                  <a:pt x="37" y="83"/>
                  <a:pt x="37" y="83"/>
                  <a:pt x="37" y="83"/>
                </a:cubicBezTo>
                <a:cubicBezTo>
                  <a:pt x="39" y="83"/>
                  <a:pt x="40" y="81"/>
                  <a:pt x="40" y="80"/>
                </a:cubicBezTo>
                <a:cubicBezTo>
                  <a:pt x="40" y="79"/>
                  <a:pt x="39" y="77"/>
                  <a:pt x="37" y="77"/>
                </a:cubicBezTo>
                <a:close/>
                <a:moveTo>
                  <a:pt x="51" y="109"/>
                </a:moveTo>
                <a:cubicBezTo>
                  <a:pt x="51" y="109"/>
                  <a:pt x="52" y="109"/>
                  <a:pt x="53" y="109"/>
                </a:cubicBezTo>
                <a:cubicBezTo>
                  <a:pt x="75" y="87"/>
                  <a:pt x="75" y="87"/>
                  <a:pt x="75" y="87"/>
                </a:cubicBezTo>
                <a:cubicBezTo>
                  <a:pt x="76" y="87"/>
                  <a:pt x="78" y="88"/>
                  <a:pt x="80" y="88"/>
                </a:cubicBezTo>
                <a:cubicBezTo>
                  <a:pt x="86" y="88"/>
                  <a:pt x="91" y="83"/>
                  <a:pt x="91" y="77"/>
                </a:cubicBezTo>
                <a:cubicBezTo>
                  <a:pt x="91" y="72"/>
                  <a:pt x="87" y="68"/>
                  <a:pt x="83" y="67"/>
                </a:cubicBezTo>
                <a:cubicBezTo>
                  <a:pt x="83" y="53"/>
                  <a:pt x="83" y="53"/>
                  <a:pt x="83" y="53"/>
                </a:cubicBezTo>
                <a:cubicBezTo>
                  <a:pt x="83" y="52"/>
                  <a:pt x="81" y="51"/>
                  <a:pt x="80" y="51"/>
                </a:cubicBezTo>
                <a:cubicBezTo>
                  <a:pt x="78" y="51"/>
                  <a:pt x="77" y="52"/>
                  <a:pt x="77" y="53"/>
                </a:cubicBezTo>
                <a:cubicBezTo>
                  <a:pt x="77" y="67"/>
                  <a:pt x="77" y="67"/>
                  <a:pt x="77" y="67"/>
                </a:cubicBezTo>
                <a:cubicBezTo>
                  <a:pt x="73" y="68"/>
                  <a:pt x="69" y="72"/>
                  <a:pt x="69" y="77"/>
                </a:cubicBezTo>
                <a:cubicBezTo>
                  <a:pt x="69" y="79"/>
                  <a:pt x="70" y="81"/>
                  <a:pt x="71" y="83"/>
                </a:cubicBezTo>
                <a:cubicBezTo>
                  <a:pt x="49" y="105"/>
                  <a:pt x="49" y="105"/>
                  <a:pt x="49" y="105"/>
                </a:cubicBezTo>
                <a:cubicBezTo>
                  <a:pt x="48" y="106"/>
                  <a:pt x="48" y="108"/>
                  <a:pt x="49" y="109"/>
                </a:cubicBezTo>
                <a:cubicBezTo>
                  <a:pt x="49" y="109"/>
                  <a:pt x="50" y="109"/>
                  <a:pt x="51" y="109"/>
                </a:cubicBezTo>
                <a:close/>
                <a:moveTo>
                  <a:pt x="80" y="72"/>
                </a:moveTo>
                <a:cubicBezTo>
                  <a:pt x="83" y="72"/>
                  <a:pt x="85" y="74"/>
                  <a:pt x="85" y="77"/>
                </a:cubicBezTo>
                <a:cubicBezTo>
                  <a:pt x="85" y="80"/>
                  <a:pt x="83" y="83"/>
                  <a:pt x="80" y="83"/>
                </a:cubicBezTo>
                <a:cubicBezTo>
                  <a:pt x="77" y="83"/>
                  <a:pt x="75" y="80"/>
                  <a:pt x="75" y="77"/>
                </a:cubicBezTo>
                <a:cubicBezTo>
                  <a:pt x="75" y="74"/>
                  <a:pt x="77" y="72"/>
                  <a:pt x="80" y="72"/>
                </a:cubicBezTo>
                <a:close/>
                <a:moveTo>
                  <a:pt x="27" y="27"/>
                </a:move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1" y="25"/>
                  <a:pt x="51" y="24"/>
                </a:cubicBezTo>
                <a:cubicBezTo>
                  <a:pt x="51" y="23"/>
                  <a:pt x="49" y="21"/>
                  <a:pt x="48" y="21"/>
                </a:cubicBezTo>
                <a:cubicBezTo>
                  <a:pt x="34" y="21"/>
                  <a:pt x="34" y="21"/>
                  <a:pt x="34" y="21"/>
                </a:cubicBezTo>
                <a:cubicBezTo>
                  <a:pt x="47" y="11"/>
                  <a:pt x="63" y="5"/>
                  <a:pt x="80" y="5"/>
                </a:cubicBezTo>
                <a:cubicBezTo>
                  <a:pt x="121" y="5"/>
                  <a:pt x="155" y="39"/>
                  <a:pt x="155" y="80"/>
                </a:cubicBezTo>
                <a:cubicBezTo>
                  <a:pt x="155" y="81"/>
                  <a:pt x="156" y="83"/>
                  <a:pt x="157" y="83"/>
                </a:cubicBezTo>
                <a:cubicBezTo>
                  <a:pt x="159" y="83"/>
                  <a:pt x="160" y="81"/>
                  <a:pt x="160" y="80"/>
                </a:cubicBezTo>
                <a:cubicBezTo>
                  <a:pt x="160" y="36"/>
                  <a:pt x="124" y="0"/>
                  <a:pt x="80" y="0"/>
                </a:cubicBezTo>
                <a:cubicBezTo>
                  <a:pt x="61" y="0"/>
                  <a:pt x="44" y="6"/>
                  <a:pt x="29" y="18"/>
                </a:cubicBezTo>
                <a:cubicBezTo>
                  <a:pt x="29" y="3"/>
                  <a:pt x="29" y="3"/>
                  <a:pt x="29" y="3"/>
                </a:cubicBezTo>
                <a:cubicBezTo>
                  <a:pt x="29" y="1"/>
                  <a:pt x="28" y="0"/>
                  <a:pt x="27" y="0"/>
                </a:cubicBezTo>
                <a:cubicBezTo>
                  <a:pt x="25" y="0"/>
                  <a:pt x="24" y="1"/>
                  <a:pt x="24" y="3"/>
                </a:cubicBezTo>
                <a:cubicBezTo>
                  <a:pt x="24" y="27"/>
                  <a:pt x="24" y="27"/>
                  <a:pt x="24" y="27"/>
                </a:cubicBezTo>
                <a:cubicBezTo>
                  <a:pt x="26" y="27"/>
                  <a:pt x="26" y="27"/>
                  <a:pt x="26" y="27"/>
                </a:cubicBezTo>
                <a:cubicBezTo>
                  <a:pt x="27" y="27"/>
                  <a:pt x="27" y="27"/>
                  <a:pt x="27" y="27"/>
                </a:cubicBezTo>
                <a:close/>
                <a:moveTo>
                  <a:pt x="13" y="113"/>
                </a:moveTo>
                <a:cubicBezTo>
                  <a:pt x="12" y="111"/>
                  <a:pt x="11" y="111"/>
                  <a:pt x="9" y="111"/>
                </a:cubicBezTo>
                <a:cubicBezTo>
                  <a:pt x="8" y="112"/>
                  <a:pt x="7" y="114"/>
                  <a:pt x="8" y="115"/>
                </a:cubicBezTo>
                <a:cubicBezTo>
                  <a:pt x="8" y="116"/>
                  <a:pt x="9" y="116"/>
                  <a:pt x="10" y="116"/>
                </a:cubicBezTo>
                <a:cubicBezTo>
                  <a:pt x="11" y="116"/>
                  <a:pt x="11" y="116"/>
                  <a:pt x="12" y="116"/>
                </a:cubicBezTo>
                <a:cubicBezTo>
                  <a:pt x="13" y="116"/>
                  <a:pt x="13" y="114"/>
                  <a:pt x="13" y="113"/>
                </a:cubicBezTo>
                <a:close/>
                <a:moveTo>
                  <a:pt x="21" y="126"/>
                </a:moveTo>
                <a:cubicBezTo>
                  <a:pt x="20" y="125"/>
                  <a:pt x="18" y="124"/>
                  <a:pt x="17" y="125"/>
                </a:cubicBezTo>
                <a:cubicBezTo>
                  <a:pt x="16" y="126"/>
                  <a:pt x="16" y="128"/>
                  <a:pt x="17" y="129"/>
                </a:cubicBezTo>
                <a:cubicBezTo>
                  <a:pt x="17" y="130"/>
                  <a:pt x="18" y="130"/>
                  <a:pt x="19" y="130"/>
                </a:cubicBezTo>
                <a:cubicBezTo>
                  <a:pt x="19" y="130"/>
                  <a:pt x="20" y="130"/>
                  <a:pt x="20" y="129"/>
                </a:cubicBezTo>
                <a:cubicBezTo>
                  <a:pt x="22" y="129"/>
                  <a:pt x="22" y="127"/>
                  <a:pt x="21" y="126"/>
                </a:cubicBezTo>
                <a:close/>
                <a:moveTo>
                  <a:pt x="17" y="119"/>
                </a:moveTo>
                <a:cubicBezTo>
                  <a:pt x="16" y="118"/>
                  <a:pt x="14" y="118"/>
                  <a:pt x="13" y="119"/>
                </a:cubicBezTo>
                <a:cubicBezTo>
                  <a:pt x="12" y="119"/>
                  <a:pt x="11" y="121"/>
                  <a:pt x="12" y="122"/>
                </a:cubicBezTo>
                <a:cubicBezTo>
                  <a:pt x="13" y="123"/>
                  <a:pt x="13" y="123"/>
                  <a:pt x="14" y="123"/>
                </a:cubicBezTo>
                <a:cubicBezTo>
                  <a:pt x="15" y="123"/>
                  <a:pt x="15" y="123"/>
                  <a:pt x="16" y="123"/>
                </a:cubicBezTo>
                <a:cubicBezTo>
                  <a:pt x="17" y="122"/>
                  <a:pt x="17" y="121"/>
                  <a:pt x="17" y="119"/>
                </a:cubicBezTo>
                <a:close/>
                <a:moveTo>
                  <a:pt x="22" y="131"/>
                </a:moveTo>
                <a:cubicBezTo>
                  <a:pt x="21" y="133"/>
                  <a:pt x="21" y="134"/>
                  <a:pt x="22" y="135"/>
                </a:cubicBezTo>
                <a:cubicBezTo>
                  <a:pt x="23" y="136"/>
                  <a:pt x="23" y="136"/>
                  <a:pt x="24" y="136"/>
                </a:cubicBezTo>
                <a:cubicBezTo>
                  <a:pt x="25" y="136"/>
                  <a:pt x="25" y="136"/>
                  <a:pt x="26" y="135"/>
                </a:cubicBezTo>
                <a:cubicBezTo>
                  <a:pt x="27" y="134"/>
                  <a:pt x="27" y="133"/>
                  <a:pt x="26" y="132"/>
                </a:cubicBezTo>
                <a:cubicBezTo>
                  <a:pt x="25" y="131"/>
                  <a:pt x="23" y="130"/>
                  <a:pt x="22" y="131"/>
                </a:cubicBezTo>
                <a:close/>
                <a:moveTo>
                  <a:pt x="28" y="137"/>
                </a:moveTo>
                <a:cubicBezTo>
                  <a:pt x="27" y="138"/>
                  <a:pt x="27" y="140"/>
                  <a:pt x="28" y="141"/>
                </a:cubicBezTo>
                <a:cubicBezTo>
                  <a:pt x="29" y="141"/>
                  <a:pt x="29" y="142"/>
                  <a:pt x="30" y="142"/>
                </a:cubicBezTo>
                <a:cubicBezTo>
                  <a:pt x="31" y="142"/>
                  <a:pt x="31" y="141"/>
                  <a:pt x="32" y="141"/>
                </a:cubicBezTo>
                <a:cubicBezTo>
                  <a:pt x="33" y="140"/>
                  <a:pt x="33" y="138"/>
                  <a:pt x="32" y="137"/>
                </a:cubicBezTo>
                <a:cubicBezTo>
                  <a:pt x="30" y="136"/>
                  <a:pt x="29" y="136"/>
                  <a:pt x="28" y="137"/>
                </a:cubicBezTo>
                <a:close/>
                <a:moveTo>
                  <a:pt x="6" y="101"/>
                </a:moveTo>
                <a:cubicBezTo>
                  <a:pt x="7" y="101"/>
                  <a:pt x="8" y="100"/>
                  <a:pt x="8" y="98"/>
                </a:cubicBezTo>
                <a:cubicBezTo>
                  <a:pt x="7" y="97"/>
                  <a:pt x="6" y="96"/>
                  <a:pt x="4" y="96"/>
                </a:cubicBezTo>
                <a:cubicBezTo>
                  <a:pt x="3" y="97"/>
                  <a:pt x="2" y="98"/>
                  <a:pt x="2" y="99"/>
                </a:cubicBezTo>
                <a:cubicBezTo>
                  <a:pt x="3" y="101"/>
                  <a:pt x="4" y="101"/>
                  <a:pt x="5" y="101"/>
                </a:cubicBezTo>
                <a:cubicBezTo>
                  <a:pt x="5" y="101"/>
                  <a:pt x="5" y="101"/>
                  <a:pt x="6" y="101"/>
                </a:cubicBezTo>
                <a:close/>
                <a:moveTo>
                  <a:pt x="4" y="94"/>
                </a:moveTo>
                <a:cubicBezTo>
                  <a:pt x="5" y="93"/>
                  <a:pt x="6" y="92"/>
                  <a:pt x="6" y="91"/>
                </a:cubicBezTo>
                <a:cubicBezTo>
                  <a:pt x="6" y="89"/>
                  <a:pt x="4" y="88"/>
                  <a:pt x="3" y="88"/>
                </a:cubicBezTo>
                <a:cubicBezTo>
                  <a:pt x="2" y="89"/>
                  <a:pt x="1" y="90"/>
                  <a:pt x="1" y="91"/>
                </a:cubicBezTo>
                <a:cubicBezTo>
                  <a:pt x="1" y="93"/>
                  <a:pt x="2" y="94"/>
                  <a:pt x="3" y="94"/>
                </a:cubicBezTo>
                <a:cubicBezTo>
                  <a:pt x="4" y="94"/>
                  <a:pt x="4" y="94"/>
                  <a:pt x="4" y="94"/>
                </a:cubicBezTo>
                <a:close/>
                <a:moveTo>
                  <a:pt x="10" y="106"/>
                </a:moveTo>
                <a:cubicBezTo>
                  <a:pt x="9" y="104"/>
                  <a:pt x="8" y="103"/>
                  <a:pt x="6" y="104"/>
                </a:cubicBezTo>
                <a:cubicBezTo>
                  <a:pt x="5" y="104"/>
                  <a:pt x="4" y="106"/>
                  <a:pt x="5" y="107"/>
                </a:cubicBezTo>
                <a:cubicBezTo>
                  <a:pt x="5" y="108"/>
                  <a:pt x="6" y="109"/>
                  <a:pt x="7" y="109"/>
                </a:cubicBezTo>
                <a:cubicBezTo>
                  <a:pt x="8" y="109"/>
                  <a:pt x="8" y="109"/>
                  <a:pt x="8" y="109"/>
                </a:cubicBezTo>
                <a:cubicBezTo>
                  <a:pt x="10" y="108"/>
                  <a:pt x="10" y="107"/>
                  <a:pt x="10" y="106"/>
                </a:cubicBezTo>
                <a:close/>
                <a:moveTo>
                  <a:pt x="3" y="86"/>
                </a:moveTo>
                <a:cubicBezTo>
                  <a:pt x="3" y="86"/>
                  <a:pt x="3" y="86"/>
                  <a:pt x="3" y="86"/>
                </a:cubicBezTo>
                <a:cubicBezTo>
                  <a:pt x="4" y="86"/>
                  <a:pt x="5" y="84"/>
                  <a:pt x="5" y="83"/>
                </a:cubicBezTo>
                <a:cubicBezTo>
                  <a:pt x="5" y="81"/>
                  <a:pt x="4" y="80"/>
                  <a:pt x="3" y="80"/>
                </a:cubicBezTo>
                <a:cubicBezTo>
                  <a:pt x="1" y="80"/>
                  <a:pt x="0" y="82"/>
                  <a:pt x="0" y="83"/>
                </a:cubicBezTo>
                <a:cubicBezTo>
                  <a:pt x="0" y="85"/>
                  <a:pt x="1" y="86"/>
                  <a:pt x="3" y="86"/>
                </a:cubicBezTo>
                <a:close/>
                <a:moveTo>
                  <a:pt x="34" y="142"/>
                </a:moveTo>
                <a:cubicBezTo>
                  <a:pt x="33" y="143"/>
                  <a:pt x="34" y="145"/>
                  <a:pt x="35" y="146"/>
                </a:cubicBezTo>
                <a:cubicBezTo>
                  <a:pt x="35" y="146"/>
                  <a:pt x="36" y="146"/>
                  <a:pt x="36" y="146"/>
                </a:cubicBezTo>
                <a:cubicBezTo>
                  <a:pt x="37" y="146"/>
                  <a:pt x="38" y="146"/>
                  <a:pt x="38" y="145"/>
                </a:cubicBezTo>
                <a:cubicBezTo>
                  <a:pt x="39" y="144"/>
                  <a:pt x="39" y="142"/>
                  <a:pt x="38" y="142"/>
                </a:cubicBezTo>
                <a:cubicBezTo>
                  <a:pt x="37" y="141"/>
                  <a:pt x="35" y="141"/>
                  <a:pt x="34" y="142"/>
                </a:cubicBezTo>
                <a:close/>
                <a:moveTo>
                  <a:pt x="130" y="135"/>
                </a:moveTo>
                <a:cubicBezTo>
                  <a:pt x="130" y="135"/>
                  <a:pt x="130" y="135"/>
                  <a:pt x="130" y="135"/>
                </a:cubicBezTo>
                <a:cubicBezTo>
                  <a:pt x="129" y="136"/>
                  <a:pt x="129" y="138"/>
                  <a:pt x="130" y="139"/>
                </a:cubicBezTo>
                <a:cubicBezTo>
                  <a:pt x="131" y="139"/>
                  <a:pt x="132" y="140"/>
                  <a:pt x="132" y="140"/>
                </a:cubicBezTo>
                <a:cubicBezTo>
                  <a:pt x="133" y="140"/>
                  <a:pt x="134" y="139"/>
                  <a:pt x="134" y="139"/>
                </a:cubicBezTo>
                <a:cubicBezTo>
                  <a:pt x="135" y="138"/>
                  <a:pt x="135" y="136"/>
                  <a:pt x="134" y="135"/>
                </a:cubicBezTo>
                <a:cubicBezTo>
                  <a:pt x="133" y="134"/>
                  <a:pt x="132" y="134"/>
                  <a:pt x="130" y="135"/>
                </a:cubicBezTo>
                <a:close/>
                <a:moveTo>
                  <a:pt x="136" y="129"/>
                </a:moveTo>
                <a:cubicBezTo>
                  <a:pt x="135" y="131"/>
                  <a:pt x="135" y="132"/>
                  <a:pt x="136" y="133"/>
                </a:cubicBezTo>
                <a:cubicBezTo>
                  <a:pt x="137" y="134"/>
                  <a:pt x="137" y="134"/>
                  <a:pt x="138" y="134"/>
                </a:cubicBezTo>
                <a:cubicBezTo>
                  <a:pt x="139" y="134"/>
                  <a:pt x="139" y="134"/>
                  <a:pt x="140" y="133"/>
                </a:cubicBezTo>
                <a:cubicBezTo>
                  <a:pt x="141" y="132"/>
                  <a:pt x="141" y="130"/>
                  <a:pt x="140" y="129"/>
                </a:cubicBezTo>
                <a:cubicBezTo>
                  <a:pt x="139" y="128"/>
                  <a:pt x="137" y="128"/>
                  <a:pt x="136" y="129"/>
                </a:cubicBezTo>
                <a:close/>
                <a:moveTo>
                  <a:pt x="141" y="123"/>
                </a:moveTo>
                <a:cubicBezTo>
                  <a:pt x="140" y="125"/>
                  <a:pt x="140" y="126"/>
                  <a:pt x="141" y="127"/>
                </a:cubicBezTo>
                <a:cubicBezTo>
                  <a:pt x="142" y="127"/>
                  <a:pt x="142" y="128"/>
                  <a:pt x="143" y="128"/>
                </a:cubicBezTo>
                <a:cubicBezTo>
                  <a:pt x="144" y="128"/>
                  <a:pt x="145" y="127"/>
                  <a:pt x="145" y="127"/>
                </a:cubicBezTo>
                <a:cubicBezTo>
                  <a:pt x="146" y="125"/>
                  <a:pt x="146" y="124"/>
                  <a:pt x="144" y="123"/>
                </a:cubicBezTo>
                <a:cubicBezTo>
                  <a:pt x="143" y="122"/>
                  <a:pt x="142" y="122"/>
                  <a:pt x="141" y="123"/>
                </a:cubicBezTo>
                <a:close/>
                <a:moveTo>
                  <a:pt x="125" y="140"/>
                </a:moveTo>
                <a:cubicBezTo>
                  <a:pt x="123" y="141"/>
                  <a:pt x="123" y="142"/>
                  <a:pt x="124" y="144"/>
                </a:cubicBezTo>
                <a:cubicBezTo>
                  <a:pt x="125" y="144"/>
                  <a:pt x="125" y="145"/>
                  <a:pt x="126" y="145"/>
                </a:cubicBezTo>
                <a:cubicBezTo>
                  <a:pt x="127" y="145"/>
                  <a:pt x="127" y="145"/>
                  <a:pt x="128" y="144"/>
                </a:cubicBezTo>
                <a:cubicBezTo>
                  <a:pt x="129" y="143"/>
                  <a:pt x="129" y="142"/>
                  <a:pt x="128" y="140"/>
                </a:cubicBezTo>
                <a:cubicBezTo>
                  <a:pt x="127" y="139"/>
                  <a:pt x="126" y="139"/>
                  <a:pt x="125" y="140"/>
                </a:cubicBezTo>
                <a:close/>
                <a:moveTo>
                  <a:pt x="118" y="144"/>
                </a:moveTo>
                <a:cubicBezTo>
                  <a:pt x="117" y="145"/>
                  <a:pt x="116" y="147"/>
                  <a:pt x="117" y="148"/>
                </a:cubicBezTo>
                <a:cubicBezTo>
                  <a:pt x="118" y="149"/>
                  <a:pt x="119" y="149"/>
                  <a:pt x="119" y="149"/>
                </a:cubicBezTo>
                <a:cubicBezTo>
                  <a:pt x="120" y="149"/>
                  <a:pt x="120" y="149"/>
                  <a:pt x="121" y="149"/>
                </a:cubicBezTo>
                <a:cubicBezTo>
                  <a:pt x="122" y="148"/>
                  <a:pt x="123" y="146"/>
                  <a:pt x="122" y="145"/>
                </a:cubicBezTo>
                <a:cubicBezTo>
                  <a:pt x="121" y="144"/>
                  <a:pt x="119" y="143"/>
                  <a:pt x="118" y="144"/>
                </a:cubicBezTo>
                <a:close/>
                <a:moveTo>
                  <a:pt x="149" y="116"/>
                </a:moveTo>
                <a:cubicBezTo>
                  <a:pt x="147" y="115"/>
                  <a:pt x="146" y="116"/>
                  <a:pt x="145" y="117"/>
                </a:cubicBezTo>
                <a:cubicBezTo>
                  <a:pt x="145" y="117"/>
                  <a:pt x="145" y="117"/>
                  <a:pt x="145" y="117"/>
                </a:cubicBezTo>
                <a:cubicBezTo>
                  <a:pt x="144" y="118"/>
                  <a:pt x="145" y="120"/>
                  <a:pt x="146" y="121"/>
                </a:cubicBezTo>
                <a:cubicBezTo>
                  <a:pt x="146" y="121"/>
                  <a:pt x="147" y="121"/>
                  <a:pt x="147" y="121"/>
                </a:cubicBezTo>
                <a:cubicBezTo>
                  <a:pt x="148" y="121"/>
                  <a:pt x="149" y="120"/>
                  <a:pt x="149" y="120"/>
                </a:cubicBezTo>
                <a:cubicBezTo>
                  <a:pt x="150" y="118"/>
                  <a:pt x="150" y="117"/>
                  <a:pt x="149" y="116"/>
                </a:cubicBezTo>
                <a:close/>
                <a:moveTo>
                  <a:pt x="157" y="85"/>
                </a:moveTo>
                <a:cubicBezTo>
                  <a:pt x="156" y="85"/>
                  <a:pt x="154" y="86"/>
                  <a:pt x="154" y="88"/>
                </a:cubicBezTo>
                <a:cubicBezTo>
                  <a:pt x="154" y="89"/>
                  <a:pt x="155" y="90"/>
                  <a:pt x="157" y="91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8" y="91"/>
                  <a:pt x="159" y="90"/>
                  <a:pt x="160" y="88"/>
                </a:cubicBezTo>
                <a:cubicBezTo>
                  <a:pt x="160" y="87"/>
                  <a:pt x="159" y="85"/>
                  <a:pt x="157" y="85"/>
                </a:cubicBezTo>
                <a:close/>
                <a:moveTo>
                  <a:pt x="156" y="93"/>
                </a:moveTo>
                <a:cubicBezTo>
                  <a:pt x="155" y="93"/>
                  <a:pt x="153" y="94"/>
                  <a:pt x="153" y="95"/>
                </a:cubicBezTo>
                <a:cubicBezTo>
                  <a:pt x="153" y="97"/>
                  <a:pt x="154" y="98"/>
                  <a:pt x="155" y="98"/>
                </a:cubicBezTo>
                <a:cubicBezTo>
                  <a:pt x="155" y="99"/>
                  <a:pt x="155" y="99"/>
                  <a:pt x="156" y="99"/>
                </a:cubicBezTo>
                <a:cubicBezTo>
                  <a:pt x="157" y="99"/>
                  <a:pt x="158" y="98"/>
                  <a:pt x="158" y="96"/>
                </a:cubicBezTo>
                <a:cubicBezTo>
                  <a:pt x="159" y="95"/>
                  <a:pt x="158" y="94"/>
                  <a:pt x="156" y="93"/>
                </a:cubicBezTo>
                <a:close/>
                <a:moveTo>
                  <a:pt x="154" y="101"/>
                </a:moveTo>
                <a:cubicBezTo>
                  <a:pt x="153" y="101"/>
                  <a:pt x="152" y="101"/>
                  <a:pt x="151" y="103"/>
                </a:cubicBezTo>
                <a:cubicBezTo>
                  <a:pt x="151" y="104"/>
                  <a:pt x="151" y="106"/>
                  <a:pt x="153" y="106"/>
                </a:cubicBezTo>
                <a:cubicBezTo>
                  <a:pt x="153" y="106"/>
                  <a:pt x="153" y="106"/>
                  <a:pt x="154" y="106"/>
                </a:cubicBezTo>
                <a:cubicBezTo>
                  <a:pt x="155" y="106"/>
                  <a:pt x="156" y="106"/>
                  <a:pt x="156" y="104"/>
                </a:cubicBezTo>
                <a:cubicBezTo>
                  <a:pt x="157" y="103"/>
                  <a:pt x="156" y="102"/>
                  <a:pt x="154" y="101"/>
                </a:cubicBezTo>
                <a:close/>
                <a:moveTo>
                  <a:pt x="152" y="109"/>
                </a:moveTo>
                <a:cubicBezTo>
                  <a:pt x="151" y="108"/>
                  <a:pt x="149" y="109"/>
                  <a:pt x="148" y="110"/>
                </a:cubicBezTo>
                <a:cubicBezTo>
                  <a:pt x="148" y="111"/>
                  <a:pt x="148" y="113"/>
                  <a:pt x="150" y="114"/>
                </a:cubicBezTo>
                <a:cubicBezTo>
                  <a:pt x="150" y="114"/>
                  <a:pt x="150" y="114"/>
                  <a:pt x="151" y="114"/>
                </a:cubicBezTo>
                <a:cubicBezTo>
                  <a:pt x="152" y="114"/>
                  <a:pt x="153" y="113"/>
                  <a:pt x="153" y="112"/>
                </a:cubicBezTo>
                <a:cubicBezTo>
                  <a:pt x="154" y="111"/>
                  <a:pt x="153" y="109"/>
                  <a:pt x="152" y="109"/>
                </a:cubicBezTo>
                <a:close/>
                <a:moveTo>
                  <a:pt x="111" y="148"/>
                </a:moveTo>
                <a:cubicBezTo>
                  <a:pt x="110" y="148"/>
                  <a:pt x="109" y="150"/>
                  <a:pt x="110" y="151"/>
                </a:cubicBezTo>
                <a:cubicBezTo>
                  <a:pt x="110" y="152"/>
                  <a:pt x="111" y="153"/>
                  <a:pt x="112" y="153"/>
                </a:cubicBezTo>
                <a:cubicBezTo>
                  <a:pt x="113" y="153"/>
                  <a:pt x="113" y="153"/>
                  <a:pt x="114" y="153"/>
                </a:cubicBezTo>
                <a:cubicBezTo>
                  <a:pt x="115" y="152"/>
                  <a:pt x="115" y="150"/>
                  <a:pt x="115" y="149"/>
                </a:cubicBezTo>
                <a:cubicBezTo>
                  <a:pt x="114" y="148"/>
                  <a:pt x="113" y="147"/>
                  <a:pt x="111" y="148"/>
                </a:cubicBezTo>
                <a:close/>
                <a:moveTo>
                  <a:pt x="66" y="153"/>
                </a:moveTo>
                <a:cubicBezTo>
                  <a:pt x="65" y="153"/>
                  <a:pt x="63" y="154"/>
                  <a:pt x="63" y="156"/>
                </a:cubicBezTo>
                <a:cubicBezTo>
                  <a:pt x="63" y="157"/>
                  <a:pt x="64" y="158"/>
                  <a:pt x="65" y="159"/>
                </a:cubicBezTo>
                <a:cubicBezTo>
                  <a:pt x="65" y="159"/>
                  <a:pt x="65" y="159"/>
                  <a:pt x="66" y="159"/>
                </a:cubicBezTo>
                <a:cubicBezTo>
                  <a:pt x="67" y="159"/>
                  <a:pt x="68" y="158"/>
                  <a:pt x="68" y="157"/>
                </a:cubicBezTo>
                <a:cubicBezTo>
                  <a:pt x="68" y="155"/>
                  <a:pt x="67" y="154"/>
                  <a:pt x="66" y="153"/>
                </a:cubicBezTo>
                <a:close/>
                <a:moveTo>
                  <a:pt x="74" y="154"/>
                </a:moveTo>
                <a:cubicBezTo>
                  <a:pt x="72" y="154"/>
                  <a:pt x="71" y="155"/>
                  <a:pt x="71" y="157"/>
                </a:cubicBezTo>
                <a:cubicBezTo>
                  <a:pt x="71" y="158"/>
                  <a:pt x="72" y="160"/>
                  <a:pt x="73" y="160"/>
                </a:cubicBezTo>
                <a:cubicBezTo>
                  <a:pt x="73" y="160"/>
                  <a:pt x="73" y="160"/>
                  <a:pt x="73" y="160"/>
                </a:cubicBezTo>
                <a:cubicBezTo>
                  <a:pt x="73" y="160"/>
                  <a:pt x="73" y="160"/>
                  <a:pt x="73" y="160"/>
                </a:cubicBezTo>
                <a:cubicBezTo>
                  <a:pt x="75" y="160"/>
                  <a:pt x="76" y="159"/>
                  <a:pt x="76" y="157"/>
                </a:cubicBezTo>
                <a:cubicBezTo>
                  <a:pt x="76" y="156"/>
                  <a:pt x="75" y="155"/>
                  <a:pt x="74" y="154"/>
                </a:cubicBezTo>
                <a:close/>
                <a:moveTo>
                  <a:pt x="59" y="152"/>
                </a:moveTo>
                <a:cubicBezTo>
                  <a:pt x="57" y="151"/>
                  <a:pt x="56" y="152"/>
                  <a:pt x="55" y="153"/>
                </a:cubicBezTo>
                <a:cubicBezTo>
                  <a:pt x="55" y="155"/>
                  <a:pt x="56" y="156"/>
                  <a:pt x="57" y="157"/>
                </a:cubicBezTo>
                <a:cubicBezTo>
                  <a:pt x="57" y="157"/>
                  <a:pt x="58" y="157"/>
                  <a:pt x="58" y="157"/>
                </a:cubicBezTo>
                <a:cubicBezTo>
                  <a:pt x="59" y="157"/>
                  <a:pt x="60" y="156"/>
                  <a:pt x="60" y="155"/>
                </a:cubicBezTo>
                <a:cubicBezTo>
                  <a:pt x="61" y="153"/>
                  <a:pt x="60" y="152"/>
                  <a:pt x="59" y="152"/>
                </a:cubicBezTo>
                <a:close/>
                <a:moveTo>
                  <a:pt x="51" y="149"/>
                </a:moveTo>
                <a:cubicBezTo>
                  <a:pt x="50" y="148"/>
                  <a:pt x="48" y="149"/>
                  <a:pt x="48" y="150"/>
                </a:cubicBezTo>
                <a:cubicBezTo>
                  <a:pt x="47" y="152"/>
                  <a:pt x="48" y="153"/>
                  <a:pt x="49" y="154"/>
                </a:cubicBezTo>
                <a:cubicBezTo>
                  <a:pt x="50" y="154"/>
                  <a:pt x="50" y="154"/>
                  <a:pt x="50" y="154"/>
                </a:cubicBezTo>
                <a:cubicBezTo>
                  <a:pt x="51" y="154"/>
                  <a:pt x="52" y="153"/>
                  <a:pt x="53" y="152"/>
                </a:cubicBezTo>
                <a:cubicBezTo>
                  <a:pt x="53" y="151"/>
                  <a:pt x="53" y="150"/>
                  <a:pt x="51" y="149"/>
                </a:cubicBezTo>
                <a:close/>
                <a:moveTo>
                  <a:pt x="89" y="154"/>
                </a:moveTo>
                <a:cubicBezTo>
                  <a:pt x="88" y="154"/>
                  <a:pt x="87" y="156"/>
                  <a:pt x="87" y="157"/>
                </a:cubicBezTo>
                <a:cubicBezTo>
                  <a:pt x="87" y="158"/>
                  <a:pt x="88" y="159"/>
                  <a:pt x="89" y="159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90" y="159"/>
                  <a:pt x="90" y="159"/>
                  <a:pt x="90" y="159"/>
                </a:cubicBezTo>
                <a:cubicBezTo>
                  <a:pt x="91" y="159"/>
                  <a:pt x="92" y="158"/>
                  <a:pt x="92" y="156"/>
                </a:cubicBezTo>
                <a:cubicBezTo>
                  <a:pt x="92" y="155"/>
                  <a:pt x="91" y="154"/>
                  <a:pt x="89" y="154"/>
                </a:cubicBezTo>
                <a:close/>
                <a:moveTo>
                  <a:pt x="104" y="151"/>
                </a:moveTo>
                <a:cubicBezTo>
                  <a:pt x="103" y="151"/>
                  <a:pt x="102" y="153"/>
                  <a:pt x="102" y="154"/>
                </a:cubicBezTo>
                <a:cubicBezTo>
                  <a:pt x="103" y="155"/>
                  <a:pt x="104" y="156"/>
                  <a:pt x="105" y="156"/>
                </a:cubicBezTo>
                <a:cubicBezTo>
                  <a:pt x="105" y="156"/>
                  <a:pt x="106" y="156"/>
                  <a:pt x="106" y="156"/>
                </a:cubicBezTo>
                <a:cubicBezTo>
                  <a:pt x="107" y="155"/>
                  <a:pt x="108" y="154"/>
                  <a:pt x="108" y="152"/>
                </a:cubicBezTo>
                <a:cubicBezTo>
                  <a:pt x="107" y="151"/>
                  <a:pt x="106" y="150"/>
                  <a:pt x="104" y="151"/>
                </a:cubicBezTo>
                <a:close/>
                <a:moveTo>
                  <a:pt x="97" y="153"/>
                </a:moveTo>
                <a:cubicBezTo>
                  <a:pt x="95" y="153"/>
                  <a:pt x="94" y="155"/>
                  <a:pt x="95" y="156"/>
                </a:cubicBezTo>
                <a:cubicBezTo>
                  <a:pt x="95" y="157"/>
                  <a:pt x="96" y="158"/>
                  <a:pt x="97" y="158"/>
                </a:cubicBezTo>
                <a:cubicBezTo>
                  <a:pt x="98" y="158"/>
                  <a:pt x="98" y="158"/>
                  <a:pt x="98" y="158"/>
                </a:cubicBezTo>
                <a:cubicBezTo>
                  <a:pt x="99" y="158"/>
                  <a:pt x="100" y="156"/>
                  <a:pt x="100" y="155"/>
                </a:cubicBezTo>
                <a:cubicBezTo>
                  <a:pt x="100" y="153"/>
                  <a:pt x="98" y="152"/>
                  <a:pt x="97" y="153"/>
                </a:cubicBezTo>
                <a:close/>
                <a:moveTo>
                  <a:pt x="81" y="155"/>
                </a:moveTo>
                <a:cubicBezTo>
                  <a:pt x="80" y="155"/>
                  <a:pt x="79" y="156"/>
                  <a:pt x="79" y="157"/>
                </a:cubicBezTo>
                <a:cubicBezTo>
                  <a:pt x="79" y="159"/>
                  <a:pt x="80" y="160"/>
                  <a:pt x="81" y="160"/>
                </a:cubicBezTo>
                <a:cubicBezTo>
                  <a:pt x="81" y="160"/>
                  <a:pt x="81" y="160"/>
                  <a:pt x="82" y="160"/>
                </a:cubicBezTo>
                <a:cubicBezTo>
                  <a:pt x="83" y="160"/>
                  <a:pt x="84" y="159"/>
                  <a:pt x="84" y="157"/>
                </a:cubicBezTo>
                <a:cubicBezTo>
                  <a:pt x="84" y="156"/>
                  <a:pt x="83" y="155"/>
                  <a:pt x="81" y="155"/>
                </a:cubicBezTo>
                <a:close/>
                <a:moveTo>
                  <a:pt x="44" y="146"/>
                </a:moveTo>
                <a:cubicBezTo>
                  <a:pt x="43" y="145"/>
                  <a:pt x="41" y="145"/>
                  <a:pt x="41" y="147"/>
                </a:cubicBezTo>
                <a:cubicBezTo>
                  <a:pt x="40" y="148"/>
                  <a:pt x="40" y="150"/>
                  <a:pt x="42" y="150"/>
                </a:cubicBezTo>
                <a:cubicBezTo>
                  <a:pt x="42" y="151"/>
                  <a:pt x="43" y="151"/>
                  <a:pt x="43" y="151"/>
                </a:cubicBezTo>
                <a:cubicBezTo>
                  <a:pt x="44" y="151"/>
                  <a:pt x="45" y="150"/>
                  <a:pt x="45" y="149"/>
                </a:cubicBezTo>
                <a:cubicBezTo>
                  <a:pt x="46" y="148"/>
                  <a:pt x="46" y="146"/>
                  <a:pt x="44" y="14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927100" y="3454400"/>
            <a:ext cx="3743337" cy="0"/>
          </a:xfrm>
          <a:prstGeom prst="line">
            <a:avLst/>
          </a:prstGeom>
          <a:ln w="635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633622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" y="3862600"/>
            <a:ext cx="12191999" cy="2995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99316" y="2504080"/>
            <a:ext cx="5351362" cy="5202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 our thoughts like a strain of sacred music, or a noble picture, or a passage from the grander poets.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899" y="4254262"/>
            <a:ext cx="1734449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Give an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6899" y="4592816"/>
            <a:ext cx="176490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chemeClr val="bg1">
                    <a:alpha val="70000"/>
                  </a:schemeClr>
                </a:solidFill>
              </a:rPr>
              <a:t>How to work with the fund?</a:t>
            </a:r>
            <a:endParaRPr lang="en-US" sz="1200" dirty="0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9" name="Freeform 39"/>
          <p:cNvSpPr>
            <a:spLocks noEditPoints="1"/>
          </p:cNvSpPr>
          <p:nvPr/>
        </p:nvSpPr>
        <p:spPr bwMode="auto">
          <a:xfrm>
            <a:off x="1020748" y="4329806"/>
            <a:ext cx="495930" cy="456570"/>
          </a:xfrm>
          <a:custGeom>
            <a:avLst/>
            <a:gdLst>
              <a:gd name="T0" fmla="*/ 137 w 160"/>
              <a:gd name="T1" fmla="*/ 140 h 146"/>
              <a:gd name="T2" fmla="*/ 86 w 160"/>
              <a:gd name="T3" fmla="*/ 140 h 146"/>
              <a:gd name="T4" fmla="*/ 34 w 160"/>
              <a:gd name="T5" fmla="*/ 140 h 146"/>
              <a:gd name="T6" fmla="*/ 9 w 160"/>
              <a:gd name="T7" fmla="*/ 23 h 146"/>
              <a:gd name="T8" fmla="*/ 146 w 160"/>
              <a:gd name="T9" fmla="*/ 14 h 146"/>
              <a:gd name="T10" fmla="*/ 26 w 160"/>
              <a:gd name="T11" fmla="*/ 6 h 146"/>
              <a:gd name="T12" fmla="*/ 131 w 160"/>
              <a:gd name="T13" fmla="*/ 66 h 146"/>
              <a:gd name="T14" fmla="*/ 143 w 160"/>
              <a:gd name="T15" fmla="*/ 71 h 146"/>
              <a:gd name="T16" fmla="*/ 149 w 160"/>
              <a:gd name="T17" fmla="*/ 60 h 146"/>
              <a:gd name="T18" fmla="*/ 131 w 160"/>
              <a:gd name="T19" fmla="*/ 77 h 146"/>
              <a:gd name="T20" fmla="*/ 137 w 160"/>
              <a:gd name="T21" fmla="*/ 89 h 146"/>
              <a:gd name="T22" fmla="*/ 149 w 160"/>
              <a:gd name="T23" fmla="*/ 83 h 146"/>
              <a:gd name="T24" fmla="*/ 134 w 160"/>
              <a:gd name="T25" fmla="*/ 114 h 146"/>
              <a:gd name="T26" fmla="*/ 140 w 160"/>
              <a:gd name="T27" fmla="*/ 120 h 146"/>
              <a:gd name="T28" fmla="*/ 149 w 160"/>
              <a:gd name="T29" fmla="*/ 111 h 146"/>
              <a:gd name="T30" fmla="*/ 77 w 160"/>
              <a:gd name="T31" fmla="*/ 46 h 146"/>
              <a:gd name="T32" fmla="*/ 89 w 160"/>
              <a:gd name="T33" fmla="*/ 57 h 146"/>
              <a:gd name="T34" fmla="*/ 100 w 160"/>
              <a:gd name="T35" fmla="*/ 46 h 146"/>
              <a:gd name="T36" fmla="*/ 97 w 160"/>
              <a:gd name="T37" fmla="*/ 60 h 146"/>
              <a:gd name="T38" fmla="*/ 114 w 160"/>
              <a:gd name="T39" fmla="*/ 60 h 146"/>
              <a:gd name="T40" fmla="*/ 120 w 160"/>
              <a:gd name="T41" fmla="*/ 54 h 146"/>
              <a:gd name="T42" fmla="*/ 123 w 160"/>
              <a:gd name="T43" fmla="*/ 74 h 146"/>
              <a:gd name="T44" fmla="*/ 83 w 160"/>
              <a:gd name="T45" fmla="*/ 97 h 146"/>
              <a:gd name="T46" fmla="*/ 89 w 160"/>
              <a:gd name="T47" fmla="*/ 103 h 146"/>
              <a:gd name="T48" fmla="*/ 97 w 160"/>
              <a:gd name="T49" fmla="*/ 77 h 146"/>
              <a:gd name="T50" fmla="*/ 94 w 160"/>
              <a:gd name="T51" fmla="*/ 97 h 146"/>
              <a:gd name="T52" fmla="*/ 106 w 160"/>
              <a:gd name="T53" fmla="*/ 91 h 146"/>
              <a:gd name="T54" fmla="*/ 109 w 160"/>
              <a:gd name="T55" fmla="*/ 106 h 146"/>
              <a:gd name="T56" fmla="*/ 80 w 160"/>
              <a:gd name="T57" fmla="*/ 111 h 146"/>
              <a:gd name="T58" fmla="*/ 80 w 160"/>
              <a:gd name="T59" fmla="*/ 129 h 146"/>
              <a:gd name="T60" fmla="*/ 94 w 160"/>
              <a:gd name="T61" fmla="*/ 114 h 146"/>
              <a:gd name="T62" fmla="*/ 97 w 160"/>
              <a:gd name="T63" fmla="*/ 134 h 146"/>
              <a:gd name="T64" fmla="*/ 109 w 160"/>
              <a:gd name="T65" fmla="*/ 123 h 146"/>
              <a:gd name="T66" fmla="*/ 63 w 160"/>
              <a:gd name="T67" fmla="*/ 43 h 146"/>
              <a:gd name="T68" fmla="*/ 63 w 160"/>
              <a:gd name="T69" fmla="*/ 60 h 146"/>
              <a:gd name="T70" fmla="*/ 69 w 160"/>
              <a:gd name="T71" fmla="*/ 71 h 146"/>
              <a:gd name="T72" fmla="*/ 63 w 160"/>
              <a:gd name="T73" fmla="*/ 100 h 146"/>
              <a:gd name="T74" fmla="*/ 74 w 160"/>
              <a:gd name="T75" fmla="*/ 106 h 146"/>
              <a:gd name="T76" fmla="*/ 63 w 160"/>
              <a:gd name="T77" fmla="*/ 129 h 146"/>
              <a:gd name="T78" fmla="*/ 71 w 160"/>
              <a:gd name="T79" fmla="*/ 120 h 146"/>
              <a:gd name="T80" fmla="*/ 9 w 160"/>
              <a:gd name="T81" fmla="*/ 63 h 146"/>
              <a:gd name="T82" fmla="*/ 20 w 160"/>
              <a:gd name="T83" fmla="*/ 74 h 146"/>
              <a:gd name="T84" fmla="*/ 49 w 160"/>
              <a:gd name="T85" fmla="*/ 46 h 146"/>
              <a:gd name="T86" fmla="*/ 46 w 160"/>
              <a:gd name="T87" fmla="*/ 60 h 146"/>
              <a:gd name="T88" fmla="*/ 37 w 160"/>
              <a:gd name="T89" fmla="*/ 51 h 146"/>
              <a:gd name="T90" fmla="*/ 34 w 160"/>
              <a:gd name="T91" fmla="*/ 71 h 146"/>
              <a:gd name="T92" fmla="*/ 11 w 160"/>
              <a:gd name="T93" fmla="*/ 83 h 146"/>
              <a:gd name="T94" fmla="*/ 23 w 160"/>
              <a:gd name="T95" fmla="*/ 89 h 146"/>
              <a:gd name="T96" fmla="*/ 29 w 160"/>
              <a:gd name="T97" fmla="*/ 77 h 146"/>
              <a:gd name="T98" fmla="*/ 46 w 160"/>
              <a:gd name="T99" fmla="*/ 77 h 146"/>
              <a:gd name="T100" fmla="*/ 43 w 160"/>
              <a:gd name="T101" fmla="*/ 97 h 146"/>
              <a:gd name="T102" fmla="*/ 54 w 160"/>
              <a:gd name="T103" fmla="*/ 91 h 146"/>
              <a:gd name="T104" fmla="*/ 57 w 160"/>
              <a:gd name="T105" fmla="*/ 106 h 146"/>
              <a:gd name="T106" fmla="*/ 11 w 160"/>
              <a:gd name="T107" fmla="*/ 129 h 146"/>
              <a:gd name="T108" fmla="*/ 20 w 160"/>
              <a:gd name="T109" fmla="*/ 120 h 146"/>
              <a:gd name="T110" fmla="*/ 43 w 160"/>
              <a:gd name="T111" fmla="*/ 114 h 146"/>
              <a:gd name="T112" fmla="*/ 46 w 160"/>
              <a:gd name="T113" fmla="*/ 134 h 146"/>
              <a:gd name="T114" fmla="*/ 57 w 160"/>
              <a:gd name="T115" fmla="*/ 123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0" h="146">
                <a:moveTo>
                  <a:pt x="0" y="34"/>
                </a:moveTo>
                <a:cubicBezTo>
                  <a:pt x="0" y="146"/>
                  <a:pt x="0" y="146"/>
                  <a:pt x="0" y="146"/>
                </a:cubicBezTo>
                <a:cubicBezTo>
                  <a:pt x="160" y="146"/>
                  <a:pt x="160" y="146"/>
                  <a:pt x="160" y="146"/>
                </a:cubicBezTo>
                <a:cubicBezTo>
                  <a:pt x="160" y="34"/>
                  <a:pt x="160" y="34"/>
                  <a:pt x="160" y="34"/>
                </a:cubicBezTo>
                <a:lnTo>
                  <a:pt x="0" y="34"/>
                </a:lnTo>
                <a:close/>
                <a:moveTo>
                  <a:pt x="154" y="140"/>
                </a:moveTo>
                <a:cubicBezTo>
                  <a:pt x="143" y="140"/>
                  <a:pt x="143" y="140"/>
                  <a:pt x="143" y="140"/>
                </a:cubicBezTo>
                <a:cubicBezTo>
                  <a:pt x="143" y="138"/>
                  <a:pt x="142" y="137"/>
                  <a:pt x="140" y="137"/>
                </a:cubicBezTo>
                <a:cubicBezTo>
                  <a:pt x="138" y="137"/>
                  <a:pt x="137" y="138"/>
                  <a:pt x="137" y="140"/>
                </a:cubicBezTo>
                <a:cubicBezTo>
                  <a:pt x="126" y="140"/>
                  <a:pt x="126" y="140"/>
                  <a:pt x="126" y="140"/>
                </a:cubicBezTo>
                <a:cubicBezTo>
                  <a:pt x="126" y="138"/>
                  <a:pt x="124" y="137"/>
                  <a:pt x="123" y="137"/>
                </a:cubicBezTo>
                <a:cubicBezTo>
                  <a:pt x="121" y="137"/>
                  <a:pt x="120" y="138"/>
                  <a:pt x="120" y="140"/>
                </a:cubicBezTo>
                <a:cubicBezTo>
                  <a:pt x="109" y="140"/>
                  <a:pt x="109" y="140"/>
                  <a:pt x="109" y="140"/>
                </a:cubicBezTo>
                <a:cubicBezTo>
                  <a:pt x="109" y="138"/>
                  <a:pt x="107" y="137"/>
                  <a:pt x="106" y="137"/>
                </a:cubicBezTo>
                <a:cubicBezTo>
                  <a:pt x="104" y="137"/>
                  <a:pt x="103" y="138"/>
                  <a:pt x="103" y="140"/>
                </a:cubicBezTo>
                <a:cubicBezTo>
                  <a:pt x="91" y="140"/>
                  <a:pt x="91" y="140"/>
                  <a:pt x="91" y="140"/>
                </a:cubicBezTo>
                <a:cubicBezTo>
                  <a:pt x="91" y="138"/>
                  <a:pt x="90" y="137"/>
                  <a:pt x="89" y="137"/>
                </a:cubicBezTo>
                <a:cubicBezTo>
                  <a:pt x="87" y="137"/>
                  <a:pt x="86" y="138"/>
                  <a:pt x="86" y="140"/>
                </a:cubicBezTo>
                <a:cubicBezTo>
                  <a:pt x="74" y="140"/>
                  <a:pt x="74" y="140"/>
                  <a:pt x="74" y="140"/>
                </a:cubicBezTo>
                <a:cubicBezTo>
                  <a:pt x="74" y="138"/>
                  <a:pt x="73" y="137"/>
                  <a:pt x="71" y="137"/>
                </a:cubicBezTo>
                <a:cubicBezTo>
                  <a:pt x="70" y="137"/>
                  <a:pt x="69" y="138"/>
                  <a:pt x="69" y="140"/>
                </a:cubicBezTo>
                <a:cubicBezTo>
                  <a:pt x="57" y="140"/>
                  <a:pt x="57" y="140"/>
                  <a:pt x="57" y="140"/>
                </a:cubicBezTo>
                <a:cubicBezTo>
                  <a:pt x="57" y="138"/>
                  <a:pt x="56" y="137"/>
                  <a:pt x="54" y="137"/>
                </a:cubicBezTo>
                <a:cubicBezTo>
                  <a:pt x="53" y="137"/>
                  <a:pt x="51" y="138"/>
                  <a:pt x="51" y="140"/>
                </a:cubicBezTo>
                <a:cubicBezTo>
                  <a:pt x="40" y="140"/>
                  <a:pt x="40" y="140"/>
                  <a:pt x="40" y="140"/>
                </a:cubicBezTo>
                <a:cubicBezTo>
                  <a:pt x="40" y="138"/>
                  <a:pt x="39" y="137"/>
                  <a:pt x="37" y="137"/>
                </a:cubicBezTo>
                <a:cubicBezTo>
                  <a:pt x="36" y="137"/>
                  <a:pt x="34" y="138"/>
                  <a:pt x="34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38"/>
                  <a:pt x="22" y="137"/>
                  <a:pt x="20" y="137"/>
                </a:cubicBezTo>
                <a:cubicBezTo>
                  <a:pt x="18" y="137"/>
                  <a:pt x="17" y="138"/>
                  <a:pt x="17" y="140"/>
                </a:cubicBezTo>
                <a:cubicBezTo>
                  <a:pt x="6" y="140"/>
                  <a:pt x="6" y="140"/>
                  <a:pt x="6" y="140"/>
                </a:cubicBezTo>
                <a:cubicBezTo>
                  <a:pt x="6" y="40"/>
                  <a:pt x="6" y="40"/>
                  <a:pt x="6" y="40"/>
                </a:cubicBezTo>
                <a:cubicBezTo>
                  <a:pt x="154" y="40"/>
                  <a:pt x="154" y="40"/>
                  <a:pt x="154" y="40"/>
                </a:cubicBezTo>
                <a:lnTo>
                  <a:pt x="154" y="140"/>
                </a:lnTo>
                <a:close/>
                <a:moveTo>
                  <a:pt x="6" y="26"/>
                </a:moveTo>
                <a:cubicBezTo>
                  <a:pt x="6" y="24"/>
                  <a:pt x="7" y="23"/>
                  <a:pt x="9" y="23"/>
                </a:cubicBezTo>
                <a:cubicBezTo>
                  <a:pt x="151" y="23"/>
                  <a:pt x="151" y="23"/>
                  <a:pt x="151" y="23"/>
                </a:cubicBezTo>
                <a:cubicBezTo>
                  <a:pt x="153" y="23"/>
                  <a:pt x="154" y="24"/>
                  <a:pt x="154" y="26"/>
                </a:cubicBezTo>
                <a:cubicBezTo>
                  <a:pt x="154" y="27"/>
                  <a:pt x="153" y="29"/>
                  <a:pt x="151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7" y="29"/>
                  <a:pt x="6" y="27"/>
                  <a:pt x="6" y="26"/>
                </a:cubicBezTo>
                <a:close/>
                <a:moveTo>
                  <a:pt x="14" y="14"/>
                </a:moveTo>
                <a:cubicBezTo>
                  <a:pt x="14" y="13"/>
                  <a:pt x="16" y="11"/>
                  <a:pt x="17" y="11"/>
                </a:cubicBezTo>
                <a:cubicBezTo>
                  <a:pt x="143" y="11"/>
                  <a:pt x="143" y="11"/>
                  <a:pt x="143" y="11"/>
                </a:cubicBezTo>
                <a:cubicBezTo>
                  <a:pt x="144" y="11"/>
                  <a:pt x="146" y="13"/>
                  <a:pt x="146" y="14"/>
                </a:cubicBezTo>
                <a:cubicBezTo>
                  <a:pt x="146" y="16"/>
                  <a:pt x="144" y="17"/>
                  <a:pt x="143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4" y="16"/>
                  <a:pt x="14" y="14"/>
                </a:cubicBezTo>
                <a:close/>
                <a:moveTo>
                  <a:pt x="23" y="3"/>
                </a:moveTo>
                <a:cubicBezTo>
                  <a:pt x="23" y="1"/>
                  <a:pt x="24" y="0"/>
                  <a:pt x="26" y="0"/>
                </a:cubicBezTo>
                <a:cubicBezTo>
                  <a:pt x="134" y="0"/>
                  <a:pt x="134" y="0"/>
                  <a:pt x="134" y="0"/>
                </a:cubicBezTo>
                <a:cubicBezTo>
                  <a:pt x="136" y="0"/>
                  <a:pt x="137" y="1"/>
                  <a:pt x="137" y="3"/>
                </a:cubicBezTo>
                <a:cubicBezTo>
                  <a:pt x="137" y="4"/>
                  <a:pt x="136" y="6"/>
                  <a:pt x="134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4" y="6"/>
                  <a:pt x="23" y="4"/>
                  <a:pt x="23" y="3"/>
                </a:cubicBezTo>
                <a:close/>
                <a:moveTo>
                  <a:pt x="131" y="43"/>
                </a:moveTo>
                <a:cubicBezTo>
                  <a:pt x="133" y="43"/>
                  <a:pt x="134" y="44"/>
                  <a:pt x="134" y="46"/>
                </a:cubicBezTo>
                <a:cubicBezTo>
                  <a:pt x="134" y="47"/>
                  <a:pt x="133" y="49"/>
                  <a:pt x="131" y="49"/>
                </a:cubicBezTo>
                <a:cubicBezTo>
                  <a:pt x="130" y="49"/>
                  <a:pt x="129" y="47"/>
                  <a:pt x="129" y="46"/>
                </a:cubicBezTo>
                <a:cubicBezTo>
                  <a:pt x="129" y="44"/>
                  <a:pt x="130" y="43"/>
                  <a:pt x="131" y="43"/>
                </a:cubicBezTo>
                <a:close/>
                <a:moveTo>
                  <a:pt x="131" y="60"/>
                </a:moveTo>
                <a:cubicBezTo>
                  <a:pt x="133" y="60"/>
                  <a:pt x="134" y="61"/>
                  <a:pt x="134" y="63"/>
                </a:cubicBezTo>
                <a:cubicBezTo>
                  <a:pt x="134" y="64"/>
                  <a:pt x="133" y="66"/>
                  <a:pt x="131" y="66"/>
                </a:cubicBezTo>
                <a:cubicBezTo>
                  <a:pt x="130" y="66"/>
                  <a:pt x="129" y="64"/>
                  <a:pt x="129" y="63"/>
                </a:cubicBezTo>
                <a:cubicBezTo>
                  <a:pt x="129" y="61"/>
                  <a:pt x="130" y="60"/>
                  <a:pt x="131" y="60"/>
                </a:cubicBezTo>
                <a:close/>
                <a:moveTo>
                  <a:pt x="140" y="51"/>
                </a:moveTo>
                <a:cubicBezTo>
                  <a:pt x="142" y="51"/>
                  <a:pt x="143" y="53"/>
                  <a:pt x="143" y="54"/>
                </a:cubicBezTo>
                <a:cubicBezTo>
                  <a:pt x="143" y="56"/>
                  <a:pt x="142" y="57"/>
                  <a:pt x="140" y="57"/>
                </a:cubicBezTo>
                <a:cubicBezTo>
                  <a:pt x="138" y="57"/>
                  <a:pt x="137" y="56"/>
                  <a:pt x="137" y="54"/>
                </a:cubicBezTo>
                <a:cubicBezTo>
                  <a:pt x="137" y="53"/>
                  <a:pt x="138" y="51"/>
                  <a:pt x="140" y="51"/>
                </a:cubicBezTo>
                <a:close/>
                <a:moveTo>
                  <a:pt x="140" y="69"/>
                </a:moveTo>
                <a:cubicBezTo>
                  <a:pt x="142" y="69"/>
                  <a:pt x="143" y="70"/>
                  <a:pt x="143" y="71"/>
                </a:cubicBezTo>
                <a:cubicBezTo>
                  <a:pt x="143" y="73"/>
                  <a:pt x="142" y="74"/>
                  <a:pt x="140" y="74"/>
                </a:cubicBezTo>
                <a:cubicBezTo>
                  <a:pt x="138" y="74"/>
                  <a:pt x="137" y="73"/>
                  <a:pt x="137" y="71"/>
                </a:cubicBezTo>
                <a:cubicBezTo>
                  <a:pt x="137" y="70"/>
                  <a:pt x="138" y="69"/>
                  <a:pt x="140" y="69"/>
                </a:cubicBezTo>
                <a:close/>
                <a:moveTo>
                  <a:pt x="149" y="43"/>
                </a:moveTo>
                <a:cubicBezTo>
                  <a:pt x="150" y="43"/>
                  <a:pt x="151" y="44"/>
                  <a:pt x="151" y="46"/>
                </a:cubicBezTo>
                <a:cubicBezTo>
                  <a:pt x="151" y="47"/>
                  <a:pt x="150" y="49"/>
                  <a:pt x="149" y="49"/>
                </a:cubicBezTo>
                <a:cubicBezTo>
                  <a:pt x="147" y="49"/>
                  <a:pt x="146" y="47"/>
                  <a:pt x="146" y="46"/>
                </a:cubicBezTo>
                <a:cubicBezTo>
                  <a:pt x="146" y="44"/>
                  <a:pt x="147" y="43"/>
                  <a:pt x="149" y="43"/>
                </a:cubicBezTo>
                <a:close/>
                <a:moveTo>
                  <a:pt x="149" y="60"/>
                </a:moveTo>
                <a:cubicBezTo>
                  <a:pt x="150" y="60"/>
                  <a:pt x="151" y="61"/>
                  <a:pt x="151" y="63"/>
                </a:cubicBezTo>
                <a:cubicBezTo>
                  <a:pt x="151" y="64"/>
                  <a:pt x="150" y="66"/>
                  <a:pt x="149" y="66"/>
                </a:cubicBezTo>
                <a:cubicBezTo>
                  <a:pt x="147" y="66"/>
                  <a:pt x="146" y="64"/>
                  <a:pt x="146" y="63"/>
                </a:cubicBezTo>
                <a:cubicBezTo>
                  <a:pt x="146" y="61"/>
                  <a:pt x="147" y="60"/>
                  <a:pt x="149" y="60"/>
                </a:cubicBezTo>
                <a:close/>
                <a:moveTo>
                  <a:pt x="131" y="77"/>
                </a:moveTo>
                <a:cubicBezTo>
                  <a:pt x="133" y="77"/>
                  <a:pt x="134" y="78"/>
                  <a:pt x="134" y="80"/>
                </a:cubicBezTo>
                <a:cubicBezTo>
                  <a:pt x="134" y="82"/>
                  <a:pt x="133" y="83"/>
                  <a:pt x="131" y="83"/>
                </a:cubicBezTo>
                <a:cubicBezTo>
                  <a:pt x="130" y="83"/>
                  <a:pt x="129" y="82"/>
                  <a:pt x="129" y="80"/>
                </a:cubicBezTo>
                <a:cubicBezTo>
                  <a:pt x="129" y="78"/>
                  <a:pt x="130" y="77"/>
                  <a:pt x="131" y="77"/>
                </a:cubicBezTo>
                <a:close/>
                <a:moveTo>
                  <a:pt x="131" y="94"/>
                </a:moveTo>
                <a:cubicBezTo>
                  <a:pt x="133" y="94"/>
                  <a:pt x="134" y="96"/>
                  <a:pt x="134" y="97"/>
                </a:cubicBezTo>
                <a:cubicBezTo>
                  <a:pt x="134" y="99"/>
                  <a:pt x="133" y="100"/>
                  <a:pt x="131" y="100"/>
                </a:cubicBezTo>
                <a:cubicBezTo>
                  <a:pt x="130" y="100"/>
                  <a:pt x="129" y="99"/>
                  <a:pt x="129" y="97"/>
                </a:cubicBezTo>
                <a:cubicBezTo>
                  <a:pt x="129" y="96"/>
                  <a:pt x="130" y="94"/>
                  <a:pt x="131" y="94"/>
                </a:cubicBezTo>
                <a:close/>
                <a:moveTo>
                  <a:pt x="140" y="86"/>
                </a:moveTo>
                <a:cubicBezTo>
                  <a:pt x="142" y="86"/>
                  <a:pt x="143" y="87"/>
                  <a:pt x="143" y="89"/>
                </a:cubicBezTo>
                <a:cubicBezTo>
                  <a:pt x="143" y="90"/>
                  <a:pt x="142" y="91"/>
                  <a:pt x="140" y="91"/>
                </a:cubicBezTo>
                <a:cubicBezTo>
                  <a:pt x="138" y="91"/>
                  <a:pt x="137" y="90"/>
                  <a:pt x="137" y="89"/>
                </a:cubicBezTo>
                <a:cubicBezTo>
                  <a:pt x="137" y="87"/>
                  <a:pt x="138" y="86"/>
                  <a:pt x="140" y="86"/>
                </a:cubicBezTo>
                <a:close/>
                <a:moveTo>
                  <a:pt x="140" y="103"/>
                </a:moveTo>
                <a:cubicBezTo>
                  <a:pt x="142" y="103"/>
                  <a:pt x="143" y="104"/>
                  <a:pt x="143" y="106"/>
                </a:cubicBezTo>
                <a:cubicBezTo>
                  <a:pt x="143" y="107"/>
                  <a:pt x="142" y="109"/>
                  <a:pt x="140" y="109"/>
                </a:cubicBezTo>
                <a:cubicBezTo>
                  <a:pt x="138" y="109"/>
                  <a:pt x="137" y="107"/>
                  <a:pt x="137" y="106"/>
                </a:cubicBezTo>
                <a:cubicBezTo>
                  <a:pt x="137" y="104"/>
                  <a:pt x="138" y="103"/>
                  <a:pt x="140" y="103"/>
                </a:cubicBezTo>
                <a:close/>
                <a:moveTo>
                  <a:pt x="149" y="77"/>
                </a:moveTo>
                <a:cubicBezTo>
                  <a:pt x="150" y="77"/>
                  <a:pt x="151" y="78"/>
                  <a:pt x="151" y="80"/>
                </a:cubicBezTo>
                <a:cubicBezTo>
                  <a:pt x="151" y="82"/>
                  <a:pt x="150" y="83"/>
                  <a:pt x="149" y="83"/>
                </a:cubicBezTo>
                <a:cubicBezTo>
                  <a:pt x="147" y="83"/>
                  <a:pt x="146" y="82"/>
                  <a:pt x="146" y="80"/>
                </a:cubicBezTo>
                <a:cubicBezTo>
                  <a:pt x="146" y="78"/>
                  <a:pt x="147" y="77"/>
                  <a:pt x="149" y="77"/>
                </a:cubicBezTo>
                <a:close/>
                <a:moveTo>
                  <a:pt x="149" y="94"/>
                </a:moveTo>
                <a:cubicBezTo>
                  <a:pt x="150" y="94"/>
                  <a:pt x="151" y="96"/>
                  <a:pt x="151" y="97"/>
                </a:cubicBezTo>
                <a:cubicBezTo>
                  <a:pt x="151" y="99"/>
                  <a:pt x="150" y="100"/>
                  <a:pt x="149" y="100"/>
                </a:cubicBezTo>
                <a:cubicBezTo>
                  <a:pt x="147" y="100"/>
                  <a:pt x="146" y="99"/>
                  <a:pt x="146" y="97"/>
                </a:cubicBezTo>
                <a:cubicBezTo>
                  <a:pt x="146" y="96"/>
                  <a:pt x="147" y="94"/>
                  <a:pt x="149" y="94"/>
                </a:cubicBezTo>
                <a:close/>
                <a:moveTo>
                  <a:pt x="131" y="111"/>
                </a:moveTo>
                <a:cubicBezTo>
                  <a:pt x="133" y="111"/>
                  <a:pt x="134" y="113"/>
                  <a:pt x="134" y="114"/>
                </a:cubicBezTo>
                <a:cubicBezTo>
                  <a:pt x="134" y="116"/>
                  <a:pt x="133" y="117"/>
                  <a:pt x="131" y="117"/>
                </a:cubicBezTo>
                <a:cubicBezTo>
                  <a:pt x="130" y="117"/>
                  <a:pt x="129" y="116"/>
                  <a:pt x="129" y="114"/>
                </a:cubicBezTo>
                <a:cubicBezTo>
                  <a:pt x="129" y="113"/>
                  <a:pt x="130" y="111"/>
                  <a:pt x="131" y="111"/>
                </a:cubicBezTo>
                <a:close/>
                <a:moveTo>
                  <a:pt x="131" y="129"/>
                </a:moveTo>
                <a:cubicBezTo>
                  <a:pt x="133" y="129"/>
                  <a:pt x="134" y="130"/>
                  <a:pt x="134" y="131"/>
                </a:cubicBezTo>
                <a:cubicBezTo>
                  <a:pt x="134" y="133"/>
                  <a:pt x="133" y="134"/>
                  <a:pt x="131" y="134"/>
                </a:cubicBezTo>
                <a:cubicBezTo>
                  <a:pt x="130" y="134"/>
                  <a:pt x="129" y="133"/>
                  <a:pt x="129" y="131"/>
                </a:cubicBezTo>
                <a:cubicBezTo>
                  <a:pt x="129" y="130"/>
                  <a:pt x="130" y="129"/>
                  <a:pt x="131" y="129"/>
                </a:cubicBezTo>
                <a:close/>
                <a:moveTo>
                  <a:pt x="140" y="120"/>
                </a:moveTo>
                <a:cubicBezTo>
                  <a:pt x="142" y="120"/>
                  <a:pt x="143" y="121"/>
                  <a:pt x="143" y="123"/>
                </a:cubicBezTo>
                <a:cubicBezTo>
                  <a:pt x="143" y="124"/>
                  <a:pt x="142" y="126"/>
                  <a:pt x="140" y="126"/>
                </a:cubicBezTo>
                <a:cubicBezTo>
                  <a:pt x="138" y="126"/>
                  <a:pt x="137" y="124"/>
                  <a:pt x="137" y="123"/>
                </a:cubicBezTo>
                <a:cubicBezTo>
                  <a:pt x="137" y="121"/>
                  <a:pt x="138" y="120"/>
                  <a:pt x="140" y="120"/>
                </a:cubicBezTo>
                <a:close/>
                <a:moveTo>
                  <a:pt x="149" y="111"/>
                </a:moveTo>
                <a:cubicBezTo>
                  <a:pt x="150" y="111"/>
                  <a:pt x="151" y="113"/>
                  <a:pt x="151" y="114"/>
                </a:cubicBezTo>
                <a:cubicBezTo>
                  <a:pt x="151" y="116"/>
                  <a:pt x="150" y="117"/>
                  <a:pt x="149" y="117"/>
                </a:cubicBezTo>
                <a:cubicBezTo>
                  <a:pt x="147" y="117"/>
                  <a:pt x="146" y="116"/>
                  <a:pt x="146" y="114"/>
                </a:cubicBezTo>
                <a:cubicBezTo>
                  <a:pt x="146" y="113"/>
                  <a:pt x="147" y="111"/>
                  <a:pt x="149" y="111"/>
                </a:cubicBezTo>
                <a:close/>
                <a:moveTo>
                  <a:pt x="149" y="129"/>
                </a:moveTo>
                <a:cubicBezTo>
                  <a:pt x="150" y="129"/>
                  <a:pt x="151" y="130"/>
                  <a:pt x="151" y="131"/>
                </a:cubicBezTo>
                <a:cubicBezTo>
                  <a:pt x="151" y="133"/>
                  <a:pt x="150" y="134"/>
                  <a:pt x="149" y="134"/>
                </a:cubicBezTo>
                <a:cubicBezTo>
                  <a:pt x="147" y="134"/>
                  <a:pt x="146" y="133"/>
                  <a:pt x="146" y="131"/>
                </a:cubicBezTo>
                <a:cubicBezTo>
                  <a:pt x="146" y="130"/>
                  <a:pt x="147" y="129"/>
                  <a:pt x="149" y="129"/>
                </a:cubicBezTo>
                <a:close/>
                <a:moveTo>
                  <a:pt x="80" y="43"/>
                </a:moveTo>
                <a:cubicBezTo>
                  <a:pt x="82" y="43"/>
                  <a:pt x="83" y="44"/>
                  <a:pt x="83" y="46"/>
                </a:cubicBezTo>
                <a:cubicBezTo>
                  <a:pt x="83" y="47"/>
                  <a:pt x="82" y="49"/>
                  <a:pt x="80" y="49"/>
                </a:cubicBezTo>
                <a:cubicBezTo>
                  <a:pt x="78" y="49"/>
                  <a:pt x="77" y="47"/>
                  <a:pt x="77" y="46"/>
                </a:cubicBezTo>
                <a:cubicBezTo>
                  <a:pt x="77" y="44"/>
                  <a:pt x="78" y="43"/>
                  <a:pt x="80" y="43"/>
                </a:cubicBezTo>
                <a:close/>
                <a:moveTo>
                  <a:pt x="80" y="60"/>
                </a:moveTo>
                <a:cubicBezTo>
                  <a:pt x="82" y="60"/>
                  <a:pt x="83" y="61"/>
                  <a:pt x="83" y="63"/>
                </a:cubicBezTo>
                <a:cubicBezTo>
                  <a:pt x="83" y="64"/>
                  <a:pt x="82" y="66"/>
                  <a:pt x="80" y="66"/>
                </a:cubicBezTo>
                <a:cubicBezTo>
                  <a:pt x="78" y="66"/>
                  <a:pt x="77" y="64"/>
                  <a:pt x="77" y="63"/>
                </a:cubicBezTo>
                <a:cubicBezTo>
                  <a:pt x="77" y="61"/>
                  <a:pt x="78" y="60"/>
                  <a:pt x="80" y="60"/>
                </a:cubicBezTo>
                <a:close/>
                <a:moveTo>
                  <a:pt x="89" y="51"/>
                </a:moveTo>
                <a:cubicBezTo>
                  <a:pt x="90" y="51"/>
                  <a:pt x="91" y="53"/>
                  <a:pt x="91" y="54"/>
                </a:cubicBezTo>
                <a:cubicBezTo>
                  <a:pt x="91" y="56"/>
                  <a:pt x="90" y="57"/>
                  <a:pt x="89" y="57"/>
                </a:cubicBezTo>
                <a:cubicBezTo>
                  <a:pt x="87" y="57"/>
                  <a:pt x="86" y="56"/>
                  <a:pt x="86" y="54"/>
                </a:cubicBezTo>
                <a:cubicBezTo>
                  <a:pt x="86" y="53"/>
                  <a:pt x="87" y="51"/>
                  <a:pt x="89" y="51"/>
                </a:cubicBezTo>
                <a:close/>
                <a:moveTo>
                  <a:pt x="89" y="69"/>
                </a:moveTo>
                <a:cubicBezTo>
                  <a:pt x="90" y="69"/>
                  <a:pt x="91" y="70"/>
                  <a:pt x="91" y="71"/>
                </a:cubicBezTo>
                <a:cubicBezTo>
                  <a:pt x="91" y="73"/>
                  <a:pt x="90" y="74"/>
                  <a:pt x="89" y="74"/>
                </a:cubicBezTo>
                <a:cubicBezTo>
                  <a:pt x="87" y="74"/>
                  <a:pt x="86" y="73"/>
                  <a:pt x="86" y="71"/>
                </a:cubicBezTo>
                <a:cubicBezTo>
                  <a:pt x="86" y="70"/>
                  <a:pt x="87" y="69"/>
                  <a:pt x="89" y="69"/>
                </a:cubicBezTo>
                <a:close/>
                <a:moveTo>
                  <a:pt x="97" y="43"/>
                </a:moveTo>
                <a:cubicBezTo>
                  <a:pt x="99" y="43"/>
                  <a:pt x="100" y="44"/>
                  <a:pt x="100" y="46"/>
                </a:cubicBezTo>
                <a:cubicBezTo>
                  <a:pt x="100" y="47"/>
                  <a:pt x="99" y="49"/>
                  <a:pt x="97" y="49"/>
                </a:cubicBezTo>
                <a:cubicBezTo>
                  <a:pt x="96" y="49"/>
                  <a:pt x="94" y="47"/>
                  <a:pt x="94" y="46"/>
                </a:cubicBezTo>
                <a:cubicBezTo>
                  <a:pt x="94" y="44"/>
                  <a:pt x="96" y="43"/>
                  <a:pt x="97" y="43"/>
                </a:cubicBezTo>
                <a:close/>
                <a:moveTo>
                  <a:pt x="114" y="43"/>
                </a:moveTo>
                <a:cubicBezTo>
                  <a:pt x="116" y="43"/>
                  <a:pt x="117" y="44"/>
                  <a:pt x="117" y="46"/>
                </a:cubicBezTo>
                <a:cubicBezTo>
                  <a:pt x="117" y="47"/>
                  <a:pt x="116" y="49"/>
                  <a:pt x="114" y="49"/>
                </a:cubicBezTo>
                <a:cubicBezTo>
                  <a:pt x="113" y="49"/>
                  <a:pt x="111" y="47"/>
                  <a:pt x="111" y="46"/>
                </a:cubicBezTo>
                <a:cubicBezTo>
                  <a:pt x="111" y="44"/>
                  <a:pt x="113" y="43"/>
                  <a:pt x="114" y="43"/>
                </a:cubicBezTo>
                <a:close/>
                <a:moveTo>
                  <a:pt x="97" y="60"/>
                </a:moveTo>
                <a:cubicBezTo>
                  <a:pt x="99" y="60"/>
                  <a:pt x="100" y="61"/>
                  <a:pt x="100" y="63"/>
                </a:cubicBezTo>
                <a:cubicBezTo>
                  <a:pt x="100" y="64"/>
                  <a:pt x="99" y="66"/>
                  <a:pt x="97" y="66"/>
                </a:cubicBezTo>
                <a:cubicBezTo>
                  <a:pt x="96" y="66"/>
                  <a:pt x="94" y="64"/>
                  <a:pt x="94" y="63"/>
                </a:cubicBezTo>
                <a:cubicBezTo>
                  <a:pt x="94" y="61"/>
                  <a:pt x="96" y="60"/>
                  <a:pt x="97" y="60"/>
                </a:cubicBezTo>
                <a:close/>
                <a:moveTo>
                  <a:pt x="114" y="60"/>
                </a:moveTo>
                <a:cubicBezTo>
                  <a:pt x="116" y="60"/>
                  <a:pt x="117" y="61"/>
                  <a:pt x="117" y="63"/>
                </a:cubicBezTo>
                <a:cubicBezTo>
                  <a:pt x="117" y="64"/>
                  <a:pt x="116" y="66"/>
                  <a:pt x="114" y="66"/>
                </a:cubicBezTo>
                <a:cubicBezTo>
                  <a:pt x="113" y="66"/>
                  <a:pt x="111" y="64"/>
                  <a:pt x="111" y="63"/>
                </a:cubicBezTo>
                <a:cubicBezTo>
                  <a:pt x="111" y="61"/>
                  <a:pt x="113" y="60"/>
                  <a:pt x="114" y="60"/>
                </a:cubicBezTo>
                <a:close/>
                <a:moveTo>
                  <a:pt x="106" y="51"/>
                </a:moveTo>
                <a:cubicBezTo>
                  <a:pt x="107" y="51"/>
                  <a:pt x="109" y="53"/>
                  <a:pt x="109" y="54"/>
                </a:cubicBezTo>
                <a:cubicBezTo>
                  <a:pt x="109" y="56"/>
                  <a:pt x="107" y="57"/>
                  <a:pt x="106" y="57"/>
                </a:cubicBezTo>
                <a:cubicBezTo>
                  <a:pt x="104" y="57"/>
                  <a:pt x="103" y="56"/>
                  <a:pt x="103" y="54"/>
                </a:cubicBezTo>
                <a:cubicBezTo>
                  <a:pt x="103" y="53"/>
                  <a:pt x="104" y="51"/>
                  <a:pt x="106" y="51"/>
                </a:cubicBezTo>
                <a:close/>
                <a:moveTo>
                  <a:pt x="123" y="51"/>
                </a:moveTo>
                <a:cubicBezTo>
                  <a:pt x="124" y="51"/>
                  <a:pt x="126" y="53"/>
                  <a:pt x="126" y="54"/>
                </a:cubicBezTo>
                <a:cubicBezTo>
                  <a:pt x="126" y="56"/>
                  <a:pt x="124" y="57"/>
                  <a:pt x="123" y="57"/>
                </a:cubicBezTo>
                <a:cubicBezTo>
                  <a:pt x="121" y="57"/>
                  <a:pt x="120" y="56"/>
                  <a:pt x="120" y="54"/>
                </a:cubicBezTo>
                <a:cubicBezTo>
                  <a:pt x="120" y="53"/>
                  <a:pt x="121" y="51"/>
                  <a:pt x="123" y="51"/>
                </a:cubicBezTo>
                <a:close/>
                <a:moveTo>
                  <a:pt x="106" y="69"/>
                </a:moveTo>
                <a:cubicBezTo>
                  <a:pt x="107" y="69"/>
                  <a:pt x="109" y="70"/>
                  <a:pt x="109" y="71"/>
                </a:cubicBezTo>
                <a:cubicBezTo>
                  <a:pt x="109" y="73"/>
                  <a:pt x="107" y="74"/>
                  <a:pt x="106" y="74"/>
                </a:cubicBezTo>
                <a:cubicBezTo>
                  <a:pt x="104" y="74"/>
                  <a:pt x="103" y="73"/>
                  <a:pt x="103" y="71"/>
                </a:cubicBezTo>
                <a:cubicBezTo>
                  <a:pt x="103" y="70"/>
                  <a:pt x="104" y="69"/>
                  <a:pt x="106" y="69"/>
                </a:cubicBezTo>
                <a:close/>
                <a:moveTo>
                  <a:pt x="123" y="69"/>
                </a:moveTo>
                <a:cubicBezTo>
                  <a:pt x="124" y="69"/>
                  <a:pt x="126" y="70"/>
                  <a:pt x="126" y="71"/>
                </a:cubicBezTo>
                <a:cubicBezTo>
                  <a:pt x="126" y="73"/>
                  <a:pt x="124" y="74"/>
                  <a:pt x="123" y="74"/>
                </a:cubicBezTo>
                <a:cubicBezTo>
                  <a:pt x="121" y="74"/>
                  <a:pt x="120" y="73"/>
                  <a:pt x="120" y="71"/>
                </a:cubicBezTo>
                <a:cubicBezTo>
                  <a:pt x="120" y="70"/>
                  <a:pt x="121" y="69"/>
                  <a:pt x="123" y="69"/>
                </a:cubicBezTo>
                <a:close/>
                <a:moveTo>
                  <a:pt x="80" y="77"/>
                </a:moveTo>
                <a:cubicBezTo>
                  <a:pt x="82" y="77"/>
                  <a:pt x="83" y="78"/>
                  <a:pt x="83" y="80"/>
                </a:cubicBezTo>
                <a:cubicBezTo>
                  <a:pt x="83" y="82"/>
                  <a:pt x="82" y="83"/>
                  <a:pt x="80" y="83"/>
                </a:cubicBezTo>
                <a:cubicBezTo>
                  <a:pt x="78" y="83"/>
                  <a:pt x="77" y="82"/>
                  <a:pt x="77" y="80"/>
                </a:cubicBezTo>
                <a:cubicBezTo>
                  <a:pt x="77" y="78"/>
                  <a:pt x="78" y="77"/>
                  <a:pt x="80" y="77"/>
                </a:cubicBezTo>
                <a:close/>
                <a:moveTo>
                  <a:pt x="80" y="94"/>
                </a:moveTo>
                <a:cubicBezTo>
                  <a:pt x="82" y="94"/>
                  <a:pt x="83" y="96"/>
                  <a:pt x="83" y="97"/>
                </a:cubicBezTo>
                <a:cubicBezTo>
                  <a:pt x="83" y="99"/>
                  <a:pt x="82" y="100"/>
                  <a:pt x="80" y="100"/>
                </a:cubicBezTo>
                <a:cubicBezTo>
                  <a:pt x="78" y="100"/>
                  <a:pt x="77" y="99"/>
                  <a:pt x="77" y="97"/>
                </a:cubicBezTo>
                <a:cubicBezTo>
                  <a:pt x="77" y="96"/>
                  <a:pt x="78" y="94"/>
                  <a:pt x="80" y="94"/>
                </a:cubicBezTo>
                <a:close/>
                <a:moveTo>
                  <a:pt x="89" y="86"/>
                </a:moveTo>
                <a:cubicBezTo>
                  <a:pt x="90" y="86"/>
                  <a:pt x="91" y="87"/>
                  <a:pt x="91" y="89"/>
                </a:cubicBezTo>
                <a:cubicBezTo>
                  <a:pt x="91" y="90"/>
                  <a:pt x="90" y="91"/>
                  <a:pt x="89" y="91"/>
                </a:cubicBezTo>
                <a:cubicBezTo>
                  <a:pt x="87" y="91"/>
                  <a:pt x="86" y="90"/>
                  <a:pt x="86" y="89"/>
                </a:cubicBezTo>
                <a:cubicBezTo>
                  <a:pt x="86" y="87"/>
                  <a:pt x="87" y="86"/>
                  <a:pt x="89" y="86"/>
                </a:cubicBezTo>
                <a:close/>
                <a:moveTo>
                  <a:pt x="89" y="103"/>
                </a:moveTo>
                <a:cubicBezTo>
                  <a:pt x="90" y="103"/>
                  <a:pt x="91" y="104"/>
                  <a:pt x="91" y="106"/>
                </a:cubicBezTo>
                <a:cubicBezTo>
                  <a:pt x="91" y="107"/>
                  <a:pt x="90" y="109"/>
                  <a:pt x="89" y="109"/>
                </a:cubicBezTo>
                <a:cubicBezTo>
                  <a:pt x="87" y="109"/>
                  <a:pt x="86" y="107"/>
                  <a:pt x="86" y="106"/>
                </a:cubicBezTo>
                <a:cubicBezTo>
                  <a:pt x="86" y="104"/>
                  <a:pt x="87" y="103"/>
                  <a:pt x="89" y="103"/>
                </a:cubicBezTo>
                <a:close/>
                <a:moveTo>
                  <a:pt x="97" y="77"/>
                </a:moveTo>
                <a:cubicBezTo>
                  <a:pt x="99" y="77"/>
                  <a:pt x="100" y="78"/>
                  <a:pt x="100" y="80"/>
                </a:cubicBezTo>
                <a:cubicBezTo>
                  <a:pt x="100" y="82"/>
                  <a:pt x="99" y="83"/>
                  <a:pt x="97" y="83"/>
                </a:cubicBezTo>
                <a:cubicBezTo>
                  <a:pt x="96" y="83"/>
                  <a:pt x="94" y="82"/>
                  <a:pt x="94" y="80"/>
                </a:cubicBezTo>
                <a:cubicBezTo>
                  <a:pt x="94" y="78"/>
                  <a:pt x="96" y="77"/>
                  <a:pt x="97" y="77"/>
                </a:cubicBezTo>
                <a:close/>
                <a:moveTo>
                  <a:pt x="114" y="77"/>
                </a:moveTo>
                <a:cubicBezTo>
                  <a:pt x="116" y="77"/>
                  <a:pt x="117" y="78"/>
                  <a:pt x="117" y="80"/>
                </a:cubicBezTo>
                <a:cubicBezTo>
                  <a:pt x="117" y="82"/>
                  <a:pt x="116" y="83"/>
                  <a:pt x="114" y="83"/>
                </a:cubicBezTo>
                <a:cubicBezTo>
                  <a:pt x="113" y="83"/>
                  <a:pt x="111" y="82"/>
                  <a:pt x="111" y="80"/>
                </a:cubicBezTo>
                <a:cubicBezTo>
                  <a:pt x="111" y="78"/>
                  <a:pt x="113" y="77"/>
                  <a:pt x="114" y="77"/>
                </a:cubicBezTo>
                <a:close/>
                <a:moveTo>
                  <a:pt x="97" y="94"/>
                </a:moveTo>
                <a:cubicBezTo>
                  <a:pt x="99" y="94"/>
                  <a:pt x="100" y="96"/>
                  <a:pt x="100" y="97"/>
                </a:cubicBezTo>
                <a:cubicBezTo>
                  <a:pt x="100" y="99"/>
                  <a:pt x="99" y="100"/>
                  <a:pt x="97" y="100"/>
                </a:cubicBezTo>
                <a:cubicBezTo>
                  <a:pt x="96" y="100"/>
                  <a:pt x="94" y="99"/>
                  <a:pt x="94" y="97"/>
                </a:cubicBezTo>
                <a:cubicBezTo>
                  <a:pt x="94" y="96"/>
                  <a:pt x="96" y="94"/>
                  <a:pt x="97" y="94"/>
                </a:cubicBezTo>
                <a:close/>
                <a:moveTo>
                  <a:pt x="114" y="94"/>
                </a:moveTo>
                <a:cubicBezTo>
                  <a:pt x="116" y="94"/>
                  <a:pt x="117" y="96"/>
                  <a:pt x="117" y="97"/>
                </a:cubicBezTo>
                <a:cubicBezTo>
                  <a:pt x="117" y="99"/>
                  <a:pt x="116" y="100"/>
                  <a:pt x="114" y="100"/>
                </a:cubicBezTo>
                <a:cubicBezTo>
                  <a:pt x="113" y="100"/>
                  <a:pt x="111" y="99"/>
                  <a:pt x="111" y="97"/>
                </a:cubicBezTo>
                <a:cubicBezTo>
                  <a:pt x="111" y="96"/>
                  <a:pt x="113" y="94"/>
                  <a:pt x="114" y="94"/>
                </a:cubicBezTo>
                <a:close/>
                <a:moveTo>
                  <a:pt x="106" y="86"/>
                </a:moveTo>
                <a:cubicBezTo>
                  <a:pt x="107" y="86"/>
                  <a:pt x="109" y="87"/>
                  <a:pt x="109" y="89"/>
                </a:cubicBezTo>
                <a:cubicBezTo>
                  <a:pt x="109" y="90"/>
                  <a:pt x="107" y="91"/>
                  <a:pt x="106" y="91"/>
                </a:cubicBezTo>
                <a:cubicBezTo>
                  <a:pt x="104" y="91"/>
                  <a:pt x="103" y="90"/>
                  <a:pt x="103" y="89"/>
                </a:cubicBezTo>
                <a:cubicBezTo>
                  <a:pt x="103" y="87"/>
                  <a:pt x="104" y="86"/>
                  <a:pt x="106" y="86"/>
                </a:cubicBezTo>
                <a:close/>
                <a:moveTo>
                  <a:pt x="123" y="86"/>
                </a:moveTo>
                <a:cubicBezTo>
                  <a:pt x="124" y="86"/>
                  <a:pt x="126" y="87"/>
                  <a:pt x="126" y="89"/>
                </a:cubicBezTo>
                <a:cubicBezTo>
                  <a:pt x="126" y="90"/>
                  <a:pt x="124" y="91"/>
                  <a:pt x="123" y="91"/>
                </a:cubicBezTo>
                <a:cubicBezTo>
                  <a:pt x="121" y="91"/>
                  <a:pt x="120" y="90"/>
                  <a:pt x="120" y="89"/>
                </a:cubicBezTo>
                <a:cubicBezTo>
                  <a:pt x="120" y="87"/>
                  <a:pt x="121" y="86"/>
                  <a:pt x="123" y="86"/>
                </a:cubicBezTo>
                <a:close/>
                <a:moveTo>
                  <a:pt x="106" y="103"/>
                </a:moveTo>
                <a:cubicBezTo>
                  <a:pt x="107" y="103"/>
                  <a:pt x="109" y="104"/>
                  <a:pt x="109" y="106"/>
                </a:cubicBezTo>
                <a:cubicBezTo>
                  <a:pt x="109" y="107"/>
                  <a:pt x="107" y="109"/>
                  <a:pt x="106" y="109"/>
                </a:cubicBezTo>
                <a:cubicBezTo>
                  <a:pt x="104" y="109"/>
                  <a:pt x="103" y="107"/>
                  <a:pt x="103" y="106"/>
                </a:cubicBezTo>
                <a:cubicBezTo>
                  <a:pt x="103" y="104"/>
                  <a:pt x="104" y="103"/>
                  <a:pt x="106" y="103"/>
                </a:cubicBezTo>
                <a:close/>
                <a:moveTo>
                  <a:pt x="123" y="103"/>
                </a:moveTo>
                <a:cubicBezTo>
                  <a:pt x="124" y="103"/>
                  <a:pt x="126" y="104"/>
                  <a:pt x="126" y="106"/>
                </a:cubicBezTo>
                <a:cubicBezTo>
                  <a:pt x="126" y="107"/>
                  <a:pt x="124" y="109"/>
                  <a:pt x="123" y="109"/>
                </a:cubicBezTo>
                <a:cubicBezTo>
                  <a:pt x="121" y="109"/>
                  <a:pt x="120" y="107"/>
                  <a:pt x="120" y="106"/>
                </a:cubicBezTo>
                <a:cubicBezTo>
                  <a:pt x="120" y="104"/>
                  <a:pt x="121" y="103"/>
                  <a:pt x="123" y="103"/>
                </a:cubicBezTo>
                <a:close/>
                <a:moveTo>
                  <a:pt x="80" y="111"/>
                </a:moveTo>
                <a:cubicBezTo>
                  <a:pt x="82" y="111"/>
                  <a:pt x="83" y="113"/>
                  <a:pt x="83" y="114"/>
                </a:cubicBezTo>
                <a:cubicBezTo>
                  <a:pt x="83" y="116"/>
                  <a:pt x="82" y="117"/>
                  <a:pt x="80" y="117"/>
                </a:cubicBezTo>
                <a:cubicBezTo>
                  <a:pt x="78" y="117"/>
                  <a:pt x="77" y="116"/>
                  <a:pt x="77" y="114"/>
                </a:cubicBezTo>
                <a:cubicBezTo>
                  <a:pt x="77" y="113"/>
                  <a:pt x="78" y="111"/>
                  <a:pt x="80" y="111"/>
                </a:cubicBezTo>
                <a:close/>
                <a:moveTo>
                  <a:pt x="80" y="129"/>
                </a:moveTo>
                <a:cubicBezTo>
                  <a:pt x="82" y="129"/>
                  <a:pt x="83" y="130"/>
                  <a:pt x="83" y="131"/>
                </a:cubicBezTo>
                <a:cubicBezTo>
                  <a:pt x="83" y="133"/>
                  <a:pt x="82" y="134"/>
                  <a:pt x="80" y="134"/>
                </a:cubicBezTo>
                <a:cubicBezTo>
                  <a:pt x="78" y="134"/>
                  <a:pt x="77" y="133"/>
                  <a:pt x="77" y="131"/>
                </a:cubicBezTo>
                <a:cubicBezTo>
                  <a:pt x="77" y="130"/>
                  <a:pt x="78" y="129"/>
                  <a:pt x="80" y="129"/>
                </a:cubicBezTo>
                <a:close/>
                <a:moveTo>
                  <a:pt x="89" y="120"/>
                </a:moveTo>
                <a:cubicBezTo>
                  <a:pt x="90" y="120"/>
                  <a:pt x="91" y="121"/>
                  <a:pt x="91" y="123"/>
                </a:cubicBezTo>
                <a:cubicBezTo>
                  <a:pt x="91" y="124"/>
                  <a:pt x="90" y="126"/>
                  <a:pt x="89" y="126"/>
                </a:cubicBezTo>
                <a:cubicBezTo>
                  <a:pt x="87" y="126"/>
                  <a:pt x="86" y="124"/>
                  <a:pt x="86" y="123"/>
                </a:cubicBezTo>
                <a:cubicBezTo>
                  <a:pt x="86" y="121"/>
                  <a:pt x="87" y="120"/>
                  <a:pt x="89" y="120"/>
                </a:cubicBezTo>
                <a:close/>
                <a:moveTo>
                  <a:pt x="97" y="111"/>
                </a:moveTo>
                <a:cubicBezTo>
                  <a:pt x="99" y="111"/>
                  <a:pt x="100" y="113"/>
                  <a:pt x="100" y="114"/>
                </a:cubicBezTo>
                <a:cubicBezTo>
                  <a:pt x="100" y="116"/>
                  <a:pt x="99" y="117"/>
                  <a:pt x="97" y="117"/>
                </a:cubicBezTo>
                <a:cubicBezTo>
                  <a:pt x="96" y="117"/>
                  <a:pt x="94" y="116"/>
                  <a:pt x="94" y="114"/>
                </a:cubicBezTo>
                <a:cubicBezTo>
                  <a:pt x="94" y="113"/>
                  <a:pt x="96" y="111"/>
                  <a:pt x="97" y="111"/>
                </a:cubicBezTo>
                <a:close/>
                <a:moveTo>
                  <a:pt x="114" y="111"/>
                </a:moveTo>
                <a:cubicBezTo>
                  <a:pt x="116" y="111"/>
                  <a:pt x="117" y="113"/>
                  <a:pt x="117" y="114"/>
                </a:cubicBezTo>
                <a:cubicBezTo>
                  <a:pt x="117" y="116"/>
                  <a:pt x="116" y="117"/>
                  <a:pt x="114" y="117"/>
                </a:cubicBezTo>
                <a:cubicBezTo>
                  <a:pt x="113" y="117"/>
                  <a:pt x="111" y="116"/>
                  <a:pt x="111" y="114"/>
                </a:cubicBezTo>
                <a:cubicBezTo>
                  <a:pt x="111" y="113"/>
                  <a:pt x="113" y="111"/>
                  <a:pt x="114" y="111"/>
                </a:cubicBezTo>
                <a:close/>
                <a:moveTo>
                  <a:pt x="97" y="129"/>
                </a:moveTo>
                <a:cubicBezTo>
                  <a:pt x="99" y="129"/>
                  <a:pt x="100" y="130"/>
                  <a:pt x="100" y="131"/>
                </a:cubicBezTo>
                <a:cubicBezTo>
                  <a:pt x="100" y="133"/>
                  <a:pt x="99" y="134"/>
                  <a:pt x="97" y="134"/>
                </a:cubicBezTo>
                <a:cubicBezTo>
                  <a:pt x="96" y="134"/>
                  <a:pt x="94" y="133"/>
                  <a:pt x="94" y="131"/>
                </a:cubicBezTo>
                <a:cubicBezTo>
                  <a:pt x="94" y="130"/>
                  <a:pt x="96" y="129"/>
                  <a:pt x="97" y="129"/>
                </a:cubicBezTo>
                <a:close/>
                <a:moveTo>
                  <a:pt x="114" y="129"/>
                </a:moveTo>
                <a:cubicBezTo>
                  <a:pt x="116" y="129"/>
                  <a:pt x="117" y="130"/>
                  <a:pt x="117" y="131"/>
                </a:cubicBezTo>
                <a:cubicBezTo>
                  <a:pt x="117" y="133"/>
                  <a:pt x="116" y="134"/>
                  <a:pt x="114" y="134"/>
                </a:cubicBezTo>
                <a:cubicBezTo>
                  <a:pt x="113" y="134"/>
                  <a:pt x="111" y="133"/>
                  <a:pt x="111" y="131"/>
                </a:cubicBezTo>
                <a:cubicBezTo>
                  <a:pt x="111" y="130"/>
                  <a:pt x="113" y="129"/>
                  <a:pt x="114" y="129"/>
                </a:cubicBezTo>
                <a:close/>
                <a:moveTo>
                  <a:pt x="106" y="120"/>
                </a:moveTo>
                <a:cubicBezTo>
                  <a:pt x="107" y="120"/>
                  <a:pt x="109" y="121"/>
                  <a:pt x="109" y="123"/>
                </a:cubicBezTo>
                <a:cubicBezTo>
                  <a:pt x="109" y="124"/>
                  <a:pt x="107" y="126"/>
                  <a:pt x="106" y="126"/>
                </a:cubicBezTo>
                <a:cubicBezTo>
                  <a:pt x="104" y="126"/>
                  <a:pt x="103" y="124"/>
                  <a:pt x="103" y="123"/>
                </a:cubicBezTo>
                <a:cubicBezTo>
                  <a:pt x="103" y="121"/>
                  <a:pt x="104" y="120"/>
                  <a:pt x="106" y="120"/>
                </a:cubicBezTo>
                <a:close/>
                <a:moveTo>
                  <a:pt x="123" y="120"/>
                </a:moveTo>
                <a:cubicBezTo>
                  <a:pt x="124" y="120"/>
                  <a:pt x="126" y="121"/>
                  <a:pt x="126" y="123"/>
                </a:cubicBezTo>
                <a:cubicBezTo>
                  <a:pt x="126" y="124"/>
                  <a:pt x="124" y="126"/>
                  <a:pt x="123" y="126"/>
                </a:cubicBezTo>
                <a:cubicBezTo>
                  <a:pt x="121" y="126"/>
                  <a:pt x="120" y="124"/>
                  <a:pt x="120" y="123"/>
                </a:cubicBezTo>
                <a:cubicBezTo>
                  <a:pt x="120" y="121"/>
                  <a:pt x="121" y="120"/>
                  <a:pt x="123" y="120"/>
                </a:cubicBezTo>
                <a:close/>
                <a:moveTo>
                  <a:pt x="63" y="43"/>
                </a:moveTo>
                <a:cubicBezTo>
                  <a:pt x="64" y="43"/>
                  <a:pt x="66" y="44"/>
                  <a:pt x="66" y="46"/>
                </a:cubicBezTo>
                <a:cubicBezTo>
                  <a:pt x="66" y="47"/>
                  <a:pt x="64" y="49"/>
                  <a:pt x="63" y="49"/>
                </a:cubicBezTo>
                <a:cubicBezTo>
                  <a:pt x="61" y="49"/>
                  <a:pt x="60" y="47"/>
                  <a:pt x="60" y="46"/>
                </a:cubicBezTo>
                <a:cubicBezTo>
                  <a:pt x="60" y="44"/>
                  <a:pt x="61" y="43"/>
                  <a:pt x="63" y="43"/>
                </a:cubicBezTo>
                <a:close/>
                <a:moveTo>
                  <a:pt x="63" y="60"/>
                </a:moveTo>
                <a:cubicBezTo>
                  <a:pt x="64" y="60"/>
                  <a:pt x="66" y="61"/>
                  <a:pt x="66" y="63"/>
                </a:cubicBezTo>
                <a:cubicBezTo>
                  <a:pt x="66" y="64"/>
                  <a:pt x="64" y="66"/>
                  <a:pt x="63" y="66"/>
                </a:cubicBezTo>
                <a:cubicBezTo>
                  <a:pt x="61" y="66"/>
                  <a:pt x="60" y="64"/>
                  <a:pt x="60" y="63"/>
                </a:cubicBezTo>
                <a:cubicBezTo>
                  <a:pt x="60" y="61"/>
                  <a:pt x="61" y="60"/>
                  <a:pt x="63" y="60"/>
                </a:cubicBezTo>
                <a:close/>
                <a:moveTo>
                  <a:pt x="71" y="51"/>
                </a:moveTo>
                <a:cubicBezTo>
                  <a:pt x="73" y="51"/>
                  <a:pt x="74" y="53"/>
                  <a:pt x="74" y="54"/>
                </a:cubicBezTo>
                <a:cubicBezTo>
                  <a:pt x="74" y="56"/>
                  <a:pt x="73" y="57"/>
                  <a:pt x="71" y="57"/>
                </a:cubicBezTo>
                <a:cubicBezTo>
                  <a:pt x="70" y="57"/>
                  <a:pt x="69" y="56"/>
                  <a:pt x="69" y="54"/>
                </a:cubicBezTo>
                <a:cubicBezTo>
                  <a:pt x="69" y="53"/>
                  <a:pt x="70" y="51"/>
                  <a:pt x="71" y="51"/>
                </a:cubicBezTo>
                <a:close/>
                <a:moveTo>
                  <a:pt x="71" y="69"/>
                </a:moveTo>
                <a:cubicBezTo>
                  <a:pt x="73" y="69"/>
                  <a:pt x="74" y="70"/>
                  <a:pt x="74" y="71"/>
                </a:cubicBezTo>
                <a:cubicBezTo>
                  <a:pt x="74" y="73"/>
                  <a:pt x="73" y="74"/>
                  <a:pt x="71" y="74"/>
                </a:cubicBezTo>
                <a:cubicBezTo>
                  <a:pt x="70" y="74"/>
                  <a:pt x="69" y="73"/>
                  <a:pt x="69" y="71"/>
                </a:cubicBezTo>
                <a:cubicBezTo>
                  <a:pt x="69" y="70"/>
                  <a:pt x="70" y="69"/>
                  <a:pt x="71" y="69"/>
                </a:cubicBezTo>
                <a:close/>
                <a:moveTo>
                  <a:pt x="63" y="77"/>
                </a:moveTo>
                <a:cubicBezTo>
                  <a:pt x="64" y="77"/>
                  <a:pt x="66" y="78"/>
                  <a:pt x="66" y="80"/>
                </a:cubicBezTo>
                <a:cubicBezTo>
                  <a:pt x="66" y="82"/>
                  <a:pt x="64" y="83"/>
                  <a:pt x="63" y="83"/>
                </a:cubicBezTo>
                <a:cubicBezTo>
                  <a:pt x="61" y="83"/>
                  <a:pt x="60" y="82"/>
                  <a:pt x="60" y="80"/>
                </a:cubicBezTo>
                <a:cubicBezTo>
                  <a:pt x="60" y="78"/>
                  <a:pt x="61" y="77"/>
                  <a:pt x="63" y="77"/>
                </a:cubicBezTo>
                <a:close/>
                <a:moveTo>
                  <a:pt x="63" y="94"/>
                </a:moveTo>
                <a:cubicBezTo>
                  <a:pt x="64" y="94"/>
                  <a:pt x="66" y="96"/>
                  <a:pt x="66" y="97"/>
                </a:cubicBezTo>
                <a:cubicBezTo>
                  <a:pt x="66" y="99"/>
                  <a:pt x="64" y="100"/>
                  <a:pt x="63" y="100"/>
                </a:cubicBezTo>
                <a:cubicBezTo>
                  <a:pt x="61" y="100"/>
                  <a:pt x="60" y="99"/>
                  <a:pt x="60" y="97"/>
                </a:cubicBezTo>
                <a:cubicBezTo>
                  <a:pt x="60" y="96"/>
                  <a:pt x="61" y="94"/>
                  <a:pt x="63" y="94"/>
                </a:cubicBezTo>
                <a:close/>
                <a:moveTo>
                  <a:pt x="71" y="86"/>
                </a:moveTo>
                <a:cubicBezTo>
                  <a:pt x="73" y="86"/>
                  <a:pt x="74" y="87"/>
                  <a:pt x="74" y="89"/>
                </a:cubicBezTo>
                <a:cubicBezTo>
                  <a:pt x="74" y="90"/>
                  <a:pt x="73" y="91"/>
                  <a:pt x="71" y="91"/>
                </a:cubicBezTo>
                <a:cubicBezTo>
                  <a:pt x="70" y="91"/>
                  <a:pt x="69" y="90"/>
                  <a:pt x="69" y="89"/>
                </a:cubicBezTo>
                <a:cubicBezTo>
                  <a:pt x="69" y="87"/>
                  <a:pt x="70" y="86"/>
                  <a:pt x="71" y="86"/>
                </a:cubicBezTo>
                <a:close/>
                <a:moveTo>
                  <a:pt x="71" y="103"/>
                </a:moveTo>
                <a:cubicBezTo>
                  <a:pt x="73" y="103"/>
                  <a:pt x="74" y="104"/>
                  <a:pt x="74" y="106"/>
                </a:cubicBezTo>
                <a:cubicBezTo>
                  <a:pt x="74" y="107"/>
                  <a:pt x="73" y="109"/>
                  <a:pt x="71" y="109"/>
                </a:cubicBezTo>
                <a:cubicBezTo>
                  <a:pt x="70" y="109"/>
                  <a:pt x="69" y="107"/>
                  <a:pt x="69" y="106"/>
                </a:cubicBezTo>
                <a:cubicBezTo>
                  <a:pt x="69" y="104"/>
                  <a:pt x="70" y="103"/>
                  <a:pt x="71" y="103"/>
                </a:cubicBezTo>
                <a:close/>
                <a:moveTo>
                  <a:pt x="63" y="111"/>
                </a:moveTo>
                <a:cubicBezTo>
                  <a:pt x="64" y="111"/>
                  <a:pt x="66" y="113"/>
                  <a:pt x="66" y="114"/>
                </a:cubicBezTo>
                <a:cubicBezTo>
                  <a:pt x="66" y="116"/>
                  <a:pt x="64" y="117"/>
                  <a:pt x="63" y="117"/>
                </a:cubicBezTo>
                <a:cubicBezTo>
                  <a:pt x="61" y="117"/>
                  <a:pt x="60" y="116"/>
                  <a:pt x="60" y="114"/>
                </a:cubicBezTo>
                <a:cubicBezTo>
                  <a:pt x="60" y="113"/>
                  <a:pt x="61" y="111"/>
                  <a:pt x="63" y="111"/>
                </a:cubicBezTo>
                <a:close/>
                <a:moveTo>
                  <a:pt x="63" y="129"/>
                </a:moveTo>
                <a:cubicBezTo>
                  <a:pt x="64" y="129"/>
                  <a:pt x="66" y="130"/>
                  <a:pt x="66" y="131"/>
                </a:cubicBezTo>
                <a:cubicBezTo>
                  <a:pt x="66" y="133"/>
                  <a:pt x="64" y="134"/>
                  <a:pt x="63" y="134"/>
                </a:cubicBezTo>
                <a:cubicBezTo>
                  <a:pt x="61" y="134"/>
                  <a:pt x="60" y="133"/>
                  <a:pt x="60" y="131"/>
                </a:cubicBezTo>
                <a:cubicBezTo>
                  <a:pt x="60" y="130"/>
                  <a:pt x="61" y="129"/>
                  <a:pt x="63" y="129"/>
                </a:cubicBezTo>
                <a:close/>
                <a:moveTo>
                  <a:pt x="71" y="120"/>
                </a:moveTo>
                <a:cubicBezTo>
                  <a:pt x="73" y="120"/>
                  <a:pt x="74" y="121"/>
                  <a:pt x="74" y="123"/>
                </a:cubicBezTo>
                <a:cubicBezTo>
                  <a:pt x="74" y="124"/>
                  <a:pt x="73" y="126"/>
                  <a:pt x="71" y="126"/>
                </a:cubicBezTo>
                <a:cubicBezTo>
                  <a:pt x="70" y="126"/>
                  <a:pt x="69" y="124"/>
                  <a:pt x="69" y="123"/>
                </a:cubicBezTo>
                <a:cubicBezTo>
                  <a:pt x="69" y="121"/>
                  <a:pt x="70" y="120"/>
                  <a:pt x="71" y="120"/>
                </a:cubicBezTo>
                <a:close/>
                <a:moveTo>
                  <a:pt x="11" y="43"/>
                </a:moveTo>
                <a:cubicBezTo>
                  <a:pt x="13" y="43"/>
                  <a:pt x="14" y="44"/>
                  <a:pt x="14" y="46"/>
                </a:cubicBezTo>
                <a:cubicBezTo>
                  <a:pt x="14" y="47"/>
                  <a:pt x="13" y="49"/>
                  <a:pt x="11" y="49"/>
                </a:cubicBezTo>
                <a:cubicBezTo>
                  <a:pt x="10" y="49"/>
                  <a:pt x="9" y="47"/>
                  <a:pt x="9" y="46"/>
                </a:cubicBezTo>
                <a:cubicBezTo>
                  <a:pt x="9" y="44"/>
                  <a:pt x="10" y="43"/>
                  <a:pt x="11" y="43"/>
                </a:cubicBezTo>
                <a:close/>
                <a:moveTo>
                  <a:pt x="11" y="60"/>
                </a:moveTo>
                <a:cubicBezTo>
                  <a:pt x="13" y="60"/>
                  <a:pt x="14" y="61"/>
                  <a:pt x="14" y="63"/>
                </a:cubicBezTo>
                <a:cubicBezTo>
                  <a:pt x="14" y="64"/>
                  <a:pt x="13" y="66"/>
                  <a:pt x="11" y="66"/>
                </a:cubicBezTo>
                <a:cubicBezTo>
                  <a:pt x="10" y="66"/>
                  <a:pt x="9" y="64"/>
                  <a:pt x="9" y="63"/>
                </a:cubicBezTo>
                <a:cubicBezTo>
                  <a:pt x="9" y="61"/>
                  <a:pt x="10" y="60"/>
                  <a:pt x="11" y="60"/>
                </a:cubicBezTo>
                <a:close/>
                <a:moveTo>
                  <a:pt x="20" y="51"/>
                </a:moveTo>
                <a:cubicBezTo>
                  <a:pt x="22" y="51"/>
                  <a:pt x="23" y="53"/>
                  <a:pt x="23" y="54"/>
                </a:cubicBezTo>
                <a:cubicBezTo>
                  <a:pt x="23" y="56"/>
                  <a:pt x="22" y="57"/>
                  <a:pt x="20" y="57"/>
                </a:cubicBezTo>
                <a:cubicBezTo>
                  <a:pt x="18" y="57"/>
                  <a:pt x="17" y="56"/>
                  <a:pt x="17" y="54"/>
                </a:cubicBezTo>
                <a:cubicBezTo>
                  <a:pt x="17" y="53"/>
                  <a:pt x="18" y="51"/>
                  <a:pt x="20" y="51"/>
                </a:cubicBezTo>
                <a:close/>
                <a:moveTo>
                  <a:pt x="20" y="69"/>
                </a:moveTo>
                <a:cubicBezTo>
                  <a:pt x="22" y="69"/>
                  <a:pt x="23" y="70"/>
                  <a:pt x="23" y="71"/>
                </a:cubicBezTo>
                <a:cubicBezTo>
                  <a:pt x="23" y="73"/>
                  <a:pt x="22" y="74"/>
                  <a:pt x="20" y="74"/>
                </a:cubicBezTo>
                <a:cubicBezTo>
                  <a:pt x="18" y="74"/>
                  <a:pt x="17" y="73"/>
                  <a:pt x="17" y="71"/>
                </a:cubicBezTo>
                <a:cubicBezTo>
                  <a:pt x="17" y="70"/>
                  <a:pt x="18" y="69"/>
                  <a:pt x="20" y="69"/>
                </a:cubicBezTo>
                <a:close/>
                <a:moveTo>
                  <a:pt x="29" y="43"/>
                </a:moveTo>
                <a:cubicBezTo>
                  <a:pt x="30" y="43"/>
                  <a:pt x="31" y="44"/>
                  <a:pt x="31" y="46"/>
                </a:cubicBezTo>
                <a:cubicBezTo>
                  <a:pt x="31" y="47"/>
                  <a:pt x="30" y="49"/>
                  <a:pt x="29" y="49"/>
                </a:cubicBezTo>
                <a:cubicBezTo>
                  <a:pt x="27" y="49"/>
                  <a:pt x="26" y="47"/>
                  <a:pt x="26" y="46"/>
                </a:cubicBezTo>
                <a:cubicBezTo>
                  <a:pt x="26" y="44"/>
                  <a:pt x="27" y="43"/>
                  <a:pt x="29" y="43"/>
                </a:cubicBezTo>
                <a:close/>
                <a:moveTo>
                  <a:pt x="46" y="43"/>
                </a:moveTo>
                <a:cubicBezTo>
                  <a:pt x="47" y="43"/>
                  <a:pt x="49" y="44"/>
                  <a:pt x="49" y="46"/>
                </a:cubicBezTo>
                <a:cubicBezTo>
                  <a:pt x="49" y="47"/>
                  <a:pt x="47" y="49"/>
                  <a:pt x="46" y="49"/>
                </a:cubicBezTo>
                <a:cubicBezTo>
                  <a:pt x="44" y="49"/>
                  <a:pt x="43" y="47"/>
                  <a:pt x="43" y="46"/>
                </a:cubicBezTo>
                <a:cubicBezTo>
                  <a:pt x="43" y="44"/>
                  <a:pt x="44" y="43"/>
                  <a:pt x="46" y="43"/>
                </a:cubicBezTo>
                <a:close/>
                <a:moveTo>
                  <a:pt x="29" y="60"/>
                </a:moveTo>
                <a:cubicBezTo>
                  <a:pt x="30" y="60"/>
                  <a:pt x="31" y="61"/>
                  <a:pt x="31" y="63"/>
                </a:cubicBezTo>
                <a:cubicBezTo>
                  <a:pt x="31" y="64"/>
                  <a:pt x="30" y="66"/>
                  <a:pt x="29" y="66"/>
                </a:cubicBezTo>
                <a:cubicBezTo>
                  <a:pt x="27" y="66"/>
                  <a:pt x="26" y="64"/>
                  <a:pt x="26" y="63"/>
                </a:cubicBezTo>
                <a:cubicBezTo>
                  <a:pt x="26" y="61"/>
                  <a:pt x="27" y="60"/>
                  <a:pt x="29" y="60"/>
                </a:cubicBezTo>
                <a:close/>
                <a:moveTo>
                  <a:pt x="46" y="60"/>
                </a:moveTo>
                <a:cubicBezTo>
                  <a:pt x="47" y="60"/>
                  <a:pt x="49" y="61"/>
                  <a:pt x="49" y="63"/>
                </a:cubicBezTo>
                <a:cubicBezTo>
                  <a:pt x="49" y="64"/>
                  <a:pt x="47" y="66"/>
                  <a:pt x="46" y="66"/>
                </a:cubicBezTo>
                <a:cubicBezTo>
                  <a:pt x="44" y="66"/>
                  <a:pt x="43" y="64"/>
                  <a:pt x="43" y="63"/>
                </a:cubicBezTo>
                <a:cubicBezTo>
                  <a:pt x="43" y="61"/>
                  <a:pt x="44" y="60"/>
                  <a:pt x="46" y="60"/>
                </a:cubicBezTo>
                <a:close/>
                <a:moveTo>
                  <a:pt x="37" y="51"/>
                </a:moveTo>
                <a:cubicBezTo>
                  <a:pt x="39" y="51"/>
                  <a:pt x="40" y="53"/>
                  <a:pt x="40" y="54"/>
                </a:cubicBezTo>
                <a:cubicBezTo>
                  <a:pt x="40" y="56"/>
                  <a:pt x="39" y="57"/>
                  <a:pt x="37" y="57"/>
                </a:cubicBezTo>
                <a:cubicBezTo>
                  <a:pt x="36" y="57"/>
                  <a:pt x="34" y="56"/>
                  <a:pt x="34" y="54"/>
                </a:cubicBezTo>
                <a:cubicBezTo>
                  <a:pt x="34" y="53"/>
                  <a:pt x="36" y="51"/>
                  <a:pt x="37" y="51"/>
                </a:cubicBezTo>
                <a:close/>
                <a:moveTo>
                  <a:pt x="54" y="51"/>
                </a:moveTo>
                <a:cubicBezTo>
                  <a:pt x="56" y="51"/>
                  <a:pt x="57" y="53"/>
                  <a:pt x="57" y="54"/>
                </a:cubicBezTo>
                <a:cubicBezTo>
                  <a:pt x="57" y="56"/>
                  <a:pt x="56" y="57"/>
                  <a:pt x="54" y="57"/>
                </a:cubicBezTo>
                <a:cubicBezTo>
                  <a:pt x="53" y="57"/>
                  <a:pt x="51" y="56"/>
                  <a:pt x="51" y="54"/>
                </a:cubicBezTo>
                <a:cubicBezTo>
                  <a:pt x="51" y="53"/>
                  <a:pt x="53" y="51"/>
                  <a:pt x="54" y="51"/>
                </a:cubicBezTo>
                <a:close/>
                <a:moveTo>
                  <a:pt x="37" y="69"/>
                </a:moveTo>
                <a:cubicBezTo>
                  <a:pt x="39" y="69"/>
                  <a:pt x="40" y="70"/>
                  <a:pt x="40" y="71"/>
                </a:cubicBezTo>
                <a:cubicBezTo>
                  <a:pt x="40" y="73"/>
                  <a:pt x="39" y="74"/>
                  <a:pt x="37" y="74"/>
                </a:cubicBezTo>
                <a:cubicBezTo>
                  <a:pt x="36" y="74"/>
                  <a:pt x="34" y="73"/>
                  <a:pt x="34" y="71"/>
                </a:cubicBezTo>
                <a:cubicBezTo>
                  <a:pt x="34" y="70"/>
                  <a:pt x="36" y="69"/>
                  <a:pt x="37" y="69"/>
                </a:cubicBezTo>
                <a:close/>
                <a:moveTo>
                  <a:pt x="54" y="69"/>
                </a:moveTo>
                <a:cubicBezTo>
                  <a:pt x="56" y="69"/>
                  <a:pt x="57" y="70"/>
                  <a:pt x="57" y="71"/>
                </a:cubicBezTo>
                <a:cubicBezTo>
                  <a:pt x="57" y="73"/>
                  <a:pt x="56" y="74"/>
                  <a:pt x="54" y="74"/>
                </a:cubicBezTo>
                <a:cubicBezTo>
                  <a:pt x="53" y="74"/>
                  <a:pt x="51" y="73"/>
                  <a:pt x="51" y="71"/>
                </a:cubicBezTo>
                <a:cubicBezTo>
                  <a:pt x="51" y="70"/>
                  <a:pt x="53" y="69"/>
                  <a:pt x="54" y="69"/>
                </a:cubicBezTo>
                <a:close/>
                <a:moveTo>
                  <a:pt x="11" y="77"/>
                </a:moveTo>
                <a:cubicBezTo>
                  <a:pt x="13" y="77"/>
                  <a:pt x="14" y="78"/>
                  <a:pt x="14" y="80"/>
                </a:cubicBezTo>
                <a:cubicBezTo>
                  <a:pt x="14" y="82"/>
                  <a:pt x="13" y="83"/>
                  <a:pt x="11" y="83"/>
                </a:cubicBezTo>
                <a:cubicBezTo>
                  <a:pt x="10" y="83"/>
                  <a:pt x="9" y="82"/>
                  <a:pt x="9" y="80"/>
                </a:cubicBezTo>
                <a:cubicBezTo>
                  <a:pt x="9" y="78"/>
                  <a:pt x="10" y="77"/>
                  <a:pt x="11" y="77"/>
                </a:cubicBezTo>
                <a:close/>
                <a:moveTo>
                  <a:pt x="11" y="94"/>
                </a:moveTo>
                <a:cubicBezTo>
                  <a:pt x="13" y="94"/>
                  <a:pt x="14" y="96"/>
                  <a:pt x="14" y="97"/>
                </a:cubicBezTo>
                <a:cubicBezTo>
                  <a:pt x="14" y="99"/>
                  <a:pt x="13" y="100"/>
                  <a:pt x="11" y="100"/>
                </a:cubicBezTo>
                <a:cubicBezTo>
                  <a:pt x="10" y="100"/>
                  <a:pt x="9" y="99"/>
                  <a:pt x="9" y="97"/>
                </a:cubicBezTo>
                <a:cubicBezTo>
                  <a:pt x="9" y="96"/>
                  <a:pt x="10" y="94"/>
                  <a:pt x="11" y="94"/>
                </a:cubicBezTo>
                <a:close/>
                <a:moveTo>
                  <a:pt x="20" y="86"/>
                </a:moveTo>
                <a:cubicBezTo>
                  <a:pt x="22" y="86"/>
                  <a:pt x="23" y="87"/>
                  <a:pt x="23" y="89"/>
                </a:cubicBezTo>
                <a:cubicBezTo>
                  <a:pt x="23" y="90"/>
                  <a:pt x="22" y="91"/>
                  <a:pt x="20" y="91"/>
                </a:cubicBezTo>
                <a:cubicBezTo>
                  <a:pt x="18" y="91"/>
                  <a:pt x="17" y="90"/>
                  <a:pt x="17" y="89"/>
                </a:cubicBezTo>
                <a:cubicBezTo>
                  <a:pt x="17" y="87"/>
                  <a:pt x="18" y="86"/>
                  <a:pt x="20" y="86"/>
                </a:cubicBezTo>
                <a:close/>
                <a:moveTo>
                  <a:pt x="20" y="103"/>
                </a:moveTo>
                <a:cubicBezTo>
                  <a:pt x="22" y="103"/>
                  <a:pt x="23" y="104"/>
                  <a:pt x="23" y="106"/>
                </a:cubicBezTo>
                <a:cubicBezTo>
                  <a:pt x="23" y="107"/>
                  <a:pt x="22" y="109"/>
                  <a:pt x="20" y="109"/>
                </a:cubicBezTo>
                <a:cubicBezTo>
                  <a:pt x="18" y="109"/>
                  <a:pt x="17" y="107"/>
                  <a:pt x="17" y="106"/>
                </a:cubicBezTo>
                <a:cubicBezTo>
                  <a:pt x="17" y="104"/>
                  <a:pt x="18" y="103"/>
                  <a:pt x="20" y="103"/>
                </a:cubicBezTo>
                <a:close/>
                <a:moveTo>
                  <a:pt x="29" y="77"/>
                </a:moveTo>
                <a:cubicBezTo>
                  <a:pt x="30" y="77"/>
                  <a:pt x="31" y="78"/>
                  <a:pt x="31" y="80"/>
                </a:cubicBezTo>
                <a:cubicBezTo>
                  <a:pt x="31" y="82"/>
                  <a:pt x="30" y="83"/>
                  <a:pt x="29" y="83"/>
                </a:cubicBezTo>
                <a:cubicBezTo>
                  <a:pt x="27" y="83"/>
                  <a:pt x="26" y="82"/>
                  <a:pt x="26" y="80"/>
                </a:cubicBezTo>
                <a:cubicBezTo>
                  <a:pt x="26" y="78"/>
                  <a:pt x="27" y="77"/>
                  <a:pt x="29" y="77"/>
                </a:cubicBezTo>
                <a:close/>
                <a:moveTo>
                  <a:pt x="46" y="77"/>
                </a:moveTo>
                <a:cubicBezTo>
                  <a:pt x="47" y="77"/>
                  <a:pt x="49" y="78"/>
                  <a:pt x="49" y="80"/>
                </a:cubicBezTo>
                <a:cubicBezTo>
                  <a:pt x="49" y="82"/>
                  <a:pt x="47" y="83"/>
                  <a:pt x="46" y="83"/>
                </a:cubicBezTo>
                <a:cubicBezTo>
                  <a:pt x="44" y="83"/>
                  <a:pt x="43" y="82"/>
                  <a:pt x="43" y="80"/>
                </a:cubicBezTo>
                <a:cubicBezTo>
                  <a:pt x="43" y="78"/>
                  <a:pt x="44" y="77"/>
                  <a:pt x="46" y="77"/>
                </a:cubicBezTo>
                <a:close/>
                <a:moveTo>
                  <a:pt x="29" y="94"/>
                </a:moveTo>
                <a:cubicBezTo>
                  <a:pt x="30" y="94"/>
                  <a:pt x="31" y="96"/>
                  <a:pt x="31" y="97"/>
                </a:cubicBezTo>
                <a:cubicBezTo>
                  <a:pt x="31" y="99"/>
                  <a:pt x="30" y="100"/>
                  <a:pt x="29" y="100"/>
                </a:cubicBezTo>
                <a:cubicBezTo>
                  <a:pt x="27" y="100"/>
                  <a:pt x="26" y="99"/>
                  <a:pt x="26" y="97"/>
                </a:cubicBezTo>
                <a:cubicBezTo>
                  <a:pt x="26" y="96"/>
                  <a:pt x="27" y="94"/>
                  <a:pt x="29" y="94"/>
                </a:cubicBezTo>
                <a:close/>
                <a:moveTo>
                  <a:pt x="46" y="94"/>
                </a:moveTo>
                <a:cubicBezTo>
                  <a:pt x="47" y="94"/>
                  <a:pt x="49" y="96"/>
                  <a:pt x="49" y="97"/>
                </a:cubicBezTo>
                <a:cubicBezTo>
                  <a:pt x="49" y="99"/>
                  <a:pt x="47" y="100"/>
                  <a:pt x="46" y="100"/>
                </a:cubicBezTo>
                <a:cubicBezTo>
                  <a:pt x="44" y="100"/>
                  <a:pt x="43" y="99"/>
                  <a:pt x="43" y="97"/>
                </a:cubicBezTo>
                <a:cubicBezTo>
                  <a:pt x="43" y="96"/>
                  <a:pt x="44" y="94"/>
                  <a:pt x="46" y="94"/>
                </a:cubicBezTo>
                <a:close/>
                <a:moveTo>
                  <a:pt x="37" y="86"/>
                </a:moveTo>
                <a:cubicBezTo>
                  <a:pt x="39" y="86"/>
                  <a:pt x="40" y="87"/>
                  <a:pt x="40" y="89"/>
                </a:cubicBezTo>
                <a:cubicBezTo>
                  <a:pt x="40" y="90"/>
                  <a:pt x="39" y="91"/>
                  <a:pt x="37" y="91"/>
                </a:cubicBezTo>
                <a:cubicBezTo>
                  <a:pt x="36" y="91"/>
                  <a:pt x="34" y="90"/>
                  <a:pt x="34" y="89"/>
                </a:cubicBezTo>
                <a:cubicBezTo>
                  <a:pt x="34" y="87"/>
                  <a:pt x="36" y="86"/>
                  <a:pt x="37" y="86"/>
                </a:cubicBezTo>
                <a:close/>
                <a:moveTo>
                  <a:pt x="54" y="86"/>
                </a:moveTo>
                <a:cubicBezTo>
                  <a:pt x="56" y="86"/>
                  <a:pt x="57" y="87"/>
                  <a:pt x="57" y="89"/>
                </a:cubicBezTo>
                <a:cubicBezTo>
                  <a:pt x="57" y="90"/>
                  <a:pt x="56" y="91"/>
                  <a:pt x="54" y="91"/>
                </a:cubicBezTo>
                <a:cubicBezTo>
                  <a:pt x="53" y="91"/>
                  <a:pt x="51" y="90"/>
                  <a:pt x="51" y="89"/>
                </a:cubicBezTo>
                <a:cubicBezTo>
                  <a:pt x="51" y="87"/>
                  <a:pt x="53" y="86"/>
                  <a:pt x="54" y="86"/>
                </a:cubicBezTo>
                <a:close/>
                <a:moveTo>
                  <a:pt x="37" y="103"/>
                </a:moveTo>
                <a:cubicBezTo>
                  <a:pt x="39" y="103"/>
                  <a:pt x="40" y="104"/>
                  <a:pt x="40" y="106"/>
                </a:cubicBezTo>
                <a:cubicBezTo>
                  <a:pt x="40" y="107"/>
                  <a:pt x="39" y="109"/>
                  <a:pt x="37" y="109"/>
                </a:cubicBezTo>
                <a:cubicBezTo>
                  <a:pt x="36" y="109"/>
                  <a:pt x="34" y="107"/>
                  <a:pt x="34" y="106"/>
                </a:cubicBezTo>
                <a:cubicBezTo>
                  <a:pt x="34" y="104"/>
                  <a:pt x="36" y="103"/>
                  <a:pt x="37" y="103"/>
                </a:cubicBezTo>
                <a:close/>
                <a:moveTo>
                  <a:pt x="54" y="103"/>
                </a:moveTo>
                <a:cubicBezTo>
                  <a:pt x="56" y="103"/>
                  <a:pt x="57" y="104"/>
                  <a:pt x="57" y="106"/>
                </a:cubicBezTo>
                <a:cubicBezTo>
                  <a:pt x="57" y="107"/>
                  <a:pt x="56" y="109"/>
                  <a:pt x="54" y="109"/>
                </a:cubicBezTo>
                <a:cubicBezTo>
                  <a:pt x="53" y="109"/>
                  <a:pt x="51" y="107"/>
                  <a:pt x="51" y="106"/>
                </a:cubicBezTo>
                <a:cubicBezTo>
                  <a:pt x="51" y="104"/>
                  <a:pt x="53" y="103"/>
                  <a:pt x="54" y="103"/>
                </a:cubicBezTo>
                <a:close/>
                <a:moveTo>
                  <a:pt x="11" y="111"/>
                </a:moveTo>
                <a:cubicBezTo>
                  <a:pt x="13" y="111"/>
                  <a:pt x="14" y="113"/>
                  <a:pt x="14" y="114"/>
                </a:cubicBezTo>
                <a:cubicBezTo>
                  <a:pt x="14" y="116"/>
                  <a:pt x="13" y="117"/>
                  <a:pt x="11" y="117"/>
                </a:cubicBezTo>
                <a:cubicBezTo>
                  <a:pt x="10" y="117"/>
                  <a:pt x="9" y="116"/>
                  <a:pt x="9" y="114"/>
                </a:cubicBezTo>
                <a:cubicBezTo>
                  <a:pt x="9" y="113"/>
                  <a:pt x="10" y="111"/>
                  <a:pt x="11" y="111"/>
                </a:cubicBezTo>
                <a:close/>
                <a:moveTo>
                  <a:pt x="11" y="129"/>
                </a:moveTo>
                <a:cubicBezTo>
                  <a:pt x="13" y="129"/>
                  <a:pt x="14" y="130"/>
                  <a:pt x="14" y="131"/>
                </a:cubicBezTo>
                <a:cubicBezTo>
                  <a:pt x="14" y="133"/>
                  <a:pt x="13" y="134"/>
                  <a:pt x="11" y="134"/>
                </a:cubicBezTo>
                <a:cubicBezTo>
                  <a:pt x="10" y="134"/>
                  <a:pt x="9" y="133"/>
                  <a:pt x="9" y="131"/>
                </a:cubicBezTo>
                <a:cubicBezTo>
                  <a:pt x="9" y="130"/>
                  <a:pt x="10" y="129"/>
                  <a:pt x="11" y="129"/>
                </a:cubicBezTo>
                <a:close/>
                <a:moveTo>
                  <a:pt x="20" y="120"/>
                </a:moveTo>
                <a:cubicBezTo>
                  <a:pt x="22" y="120"/>
                  <a:pt x="23" y="121"/>
                  <a:pt x="23" y="123"/>
                </a:cubicBezTo>
                <a:cubicBezTo>
                  <a:pt x="23" y="124"/>
                  <a:pt x="22" y="126"/>
                  <a:pt x="20" y="126"/>
                </a:cubicBezTo>
                <a:cubicBezTo>
                  <a:pt x="18" y="126"/>
                  <a:pt x="17" y="124"/>
                  <a:pt x="17" y="123"/>
                </a:cubicBezTo>
                <a:cubicBezTo>
                  <a:pt x="17" y="121"/>
                  <a:pt x="18" y="120"/>
                  <a:pt x="20" y="120"/>
                </a:cubicBezTo>
                <a:close/>
                <a:moveTo>
                  <a:pt x="29" y="111"/>
                </a:moveTo>
                <a:cubicBezTo>
                  <a:pt x="30" y="111"/>
                  <a:pt x="31" y="113"/>
                  <a:pt x="31" y="114"/>
                </a:cubicBezTo>
                <a:cubicBezTo>
                  <a:pt x="31" y="116"/>
                  <a:pt x="30" y="117"/>
                  <a:pt x="29" y="117"/>
                </a:cubicBezTo>
                <a:cubicBezTo>
                  <a:pt x="27" y="117"/>
                  <a:pt x="26" y="116"/>
                  <a:pt x="26" y="114"/>
                </a:cubicBezTo>
                <a:cubicBezTo>
                  <a:pt x="26" y="113"/>
                  <a:pt x="27" y="111"/>
                  <a:pt x="29" y="111"/>
                </a:cubicBezTo>
                <a:close/>
                <a:moveTo>
                  <a:pt x="46" y="111"/>
                </a:moveTo>
                <a:cubicBezTo>
                  <a:pt x="47" y="111"/>
                  <a:pt x="49" y="113"/>
                  <a:pt x="49" y="114"/>
                </a:cubicBezTo>
                <a:cubicBezTo>
                  <a:pt x="49" y="116"/>
                  <a:pt x="47" y="117"/>
                  <a:pt x="46" y="117"/>
                </a:cubicBezTo>
                <a:cubicBezTo>
                  <a:pt x="44" y="117"/>
                  <a:pt x="43" y="116"/>
                  <a:pt x="43" y="114"/>
                </a:cubicBezTo>
                <a:cubicBezTo>
                  <a:pt x="43" y="113"/>
                  <a:pt x="44" y="111"/>
                  <a:pt x="46" y="111"/>
                </a:cubicBezTo>
                <a:close/>
                <a:moveTo>
                  <a:pt x="29" y="129"/>
                </a:moveTo>
                <a:cubicBezTo>
                  <a:pt x="30" y="129"/>
                  <a:pt x="31" y="130"/>
                  <a:pt x="31" y="131"/>
                </a:cubicBezTo>
                <a:cubicBezTo>
                  <a:pt x="31" y="133"/>
                  <a:pt x="30" y="134"/>
                  <a:pt x="29" y="134"/>
                </a:cubicBezTo>
                <a:cubicBezTo>
                  <a:pt x="27" y="134"/>
                  <a:pt x="26" y="133"/>
                  <a:pt x="26" y="131"/>
                </a:cubicBezTo>
                <a:cubicBezTo>
                  <a:pt x="26" y="130"/>
                  <a:pt x="27" y="129"/>
                  <a:pt x="29" y="129"/>
                </a:cubicBezTo>
                <a:close/>
                <a:moveTo>
                  <a:pt x="46" y="129"/>
                </a:moveTo>
                <a:cubicBezTo>
                  <a:pt x="47" y="129"/>
                  <a:pt x="49" y="130"/>
                  <a:pt x="49" y="131"/>
                </a:cubicBezTo>
                <a:cubicBezTo>
                  <a:pt x="49" y="133"/>
                  <a:pt x="47" y="134"/>
                  <a:pt x="46" y="134"/>
                </a:cubicBezTo>
                <a:cubicBezTo>
                  <a:pt x="44" y="134"/>
                  <a:pt x="43" y="133"/>
                  <a:pt x="43" y="131"/>
                </a:cubicBezTo>
                <a:cubicBezTo>
                  <a:pt x="43" y="130"/>
                  <a:pt x="44" y="129"/>
                  <a:pt x="46" y="129"/>
                </a:cubicBezTo>
                <a:close/>
                <a:moveTo>
                  <a:pt x="37" y="120"/>
                </a:moveTo>
                <a:cubicBezTo>
                  <a:pt x="39" y="120"/>
                  <a:pt x="40" y="121"/>
                  <a:pt x="40" y="123"/>
                </a:cubicBezTo>
                <a:cubicBezTo>
                  <a:pt x="40" y="124"/>
                  <a:pt x="39" y="126"/>
                  <a:pt x="37" y="126"/>
                </a:cubicBezTo>
                <a:cubicBezTo>
                  <a:pt x="36" y="126"/>
                  <a:pt x="34" y="124"/>
                  <a:pt x="34" y="123"/>
                </a:cubicBezTo>
                <a:cubicBezTo>
                  <a:pt x="34" y="121"/>
                  <a:pt x="36" y="120"/>
                  <a:pt x="37" y="120"/>
                </a:cubicBezTo>
                <a:close/>
                <a:moveTo>
                  <a:pt x="54" y="120"/>
                </a:moveTo>
                <a:cubicBezTo>
                  <a:pt x="56" y="120"/>
                  <a:pt x="57" y="121"/>
                  <a:pt x="57" y="123"/>
                </a:cubicBezTo>
                <a:cubicBezTo>
                  <a:pt x="57" y="124"/>
                  <a:pt x="56" y="126"/>
                  <a:pt x="54" y="126"/>
                </a:cubicBezTo>
                <a:cubicBezTo>
                  <a:pt x="53" y="126"/>
                  <a:pt x="51" y="124"/>
                  <a:pt x="51" y="123"/>
                </a:cubicBezTo>
                <a:cubicBezTo>
                  <a:pt x="51" y="121"/>
                  <a:pt x="53" y="120"/>
                  <a:pt x="54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66899" y="5255292"/>
            <a:ext cx="1734449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Give an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899" y="5593846"/>
            <a:ext cx="176490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chemeClr val="bg1">
                    <a:alpha val="70000"/>
                  </a:schemeClr>
                </a:solidFill>
              </a:rPr>
              <a:t>How to work with the fund?</a:t>
            </a:r>
            <a:endParaRPr lang="en-US" sz="1200" dirty="0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90250" y="4254262"/>
            <a:ext cx="1734449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Give an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0250" y="4592816"/>
            <a:ext cx="176490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chemeClr val="bg1">
                    <a:alpha val="70000"/>
                  </a:schemeClr>
                </a:solidFill>
              </a:rPr>
              <a:t>How to work with the fund?</a:t>
            </a:r>
            <a:endParaRPr lang="en-US" sz="1200" dirty="0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90250" y="5255292"/>
            <a:ext cx="1734449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Give an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0250" y="5593846"/>
            <a:ext cx="176490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chemeClr val="bg1">
                    <a:alpha val="70000"/>
                  </a:schemeClr>
                </a:solidFill>
              </a:rPr>
              <a:t>How to work with the fund?</a:t>
            </a:r>
            <a:endParaRPr lang="en-US" sz="1200" dirty="0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18" name="Freeform 39"/>
          <p:cNvSpPr>
            <a:spLocks noEditPoints="1"/>
          </p:cNvSpPr>
          <p:nvPr/>
        </p:nvSpPr>
        <p:spPr bwMode="auto">
          <a:xfrm>
            <a:off x="4644099" y="5330836"/>
            <a:ext cx="495930" cy="456570"/>
          </a:xfrm>
          <a:custGeom>
            <a:avLst/>
            <a:gdLst>
              <a:gd name="T0" fmla="*/ 137 w 160"/>
              <a:gd name="T1" fmla="*/ 140 h 146"/>
              <a:gd name="T2" fmla="*/ 86 w 160"/>
              <a:gd name="T3" fmla="*/ 140 h 146"/>
              <a:gd name="T4" fmla="*/ 34 w 160"/>
              <a:gd name="T5" fmla="*/ 140 h 146"/>
              <a:gd name="T6" fmla="*/ 9 w 160"/>
              <a:gd name="T7" fmla="*/ 23 h 146"/>
              <a:gd name="T8" fmla="*/ 146 w 160"/>
              <a:gd name="T9" fmla="*/ 14 h 146"/>
              <a:gd name="T10" fmla="*/ 26 w 160"/>
              <a:gd name="T11" fmla="*/ 6 h 146"/>
              <a:gd name="T12" fmla="*/ 131 w 160"/>
              <a:gd name="T13" fmla="*/ 66 h 146"/>
              <a:gd name="T14" fmla="*/ 143 w 160"/>
              <a:gd name="T15" fmla="*/ 71 h 146"/>
              <a:gd name="T16" fmla="*/ 149 w 160"/>
              <a:gd name="T17" fmla="*/ 60 h 146"/>
              <a:gd name="T18" fmla="*/ 131 w 160"/>
              <a:gd name="T19" fmla="*/ 77 h 146"/>
              <a:gd name="T20" fmla="*/ 137 w 160"/>
              <a:gd name="T21" fmla="*/ 89 h 146"/>
              <a:gd name="T22" fmla="*/ 149 w 160"/>
              <a:gd name="T23" fmla="*/ 83 h 146"/>
              <a:gd name="T24" fmla="*/ 134 w 160"/>
              <a:gd name="T25" fmla="*/ 114 h 146"/>
              <a:gd name="T26" fmla="*/ 140 w 160"/>
              <a:gd name="T27" fmla="*/ 120 h 146"/>
              <a:gd name="T28" fmla="*/ 149 w 160"/>
              <a:gd name="T29" fmla="*/ 111 h 146"/>
              <a:gd name="T30" fmla="*/ 77 w 160"/>
              <a:gd name="T31" fmla="*/ 46 h 146"/>
              <a:gd name="T32" fmla="*/ 89 w 160"/>
              <a:gd name="T33" fmla="*/ 57 h 146"/>
              <a:gd name="T34" fmla="*/ 100 w 160"/>
              <a:gd name="T35" fmla="*/ 46 h 146"/>
              <a:gd name="T36" fmla="*/ 97 w 160"/>
              <a:gd name="T37" fmla="*/ 60 h 146"/>
              <a:gd name="T38" fmla="*/ 114 w 160"/>
              <a:gd name="T39" fmla="*/ 60 h 146"/>
              <a:gd name="T40" fmla="*/ 120 w 160"/>
              <a:gd name="T41" fmla="*/ 54 h 146"/>
              <a:gd name="T42" fmla="*/ 123 w 160"/>
              <a:gd name="T43" fmla="*/ 74 h 146"/>
              <a:gd name="T44" fmla="*/ 83 w 160"/>
              <a:gd name="T45" fmla="*/ 97 h 146"/>
              <a:gd name="T46" fmla="*/ 89 w 160"/>
              <a:gd name="T47" fmla="*/ 103 h 146"/>
              <a:gd name="T48" fmla="*/ 97 w 160"/>
              <a:gd name="T49" fmla="*/ 77 h 146"/>
              <a:gd name="T50" fmla="*/ 94 w 160"/>
              <a:gd name="T51" fmla="*/ 97 h 146"/>
              <a:gd name="T52" fmla="*/ 106 w 160"/>
              <a:gd name="T53" fmla="*/ 91 h 146"/>
              <a:gd name="T54" fmla="*/ 109 w 160"/>
              <a:gd name="T55" fmla="*/ 106 h 146"/>
              <a:gd name="T56" fmla="*/ 80 w 160"/>
              <a:gd name="T57" fmla="*/ 111 h 146"/>
              <a:gd name="T58" fmla="*/ 80 w 160"/>
              <a:gd name="T59" fmla="*/ 129 h 146"/>
              <a:gd name="T60" fmla="*/ 94 w 160"/>
              <a:gd name="T61" fmla="*/ 114 h 146"/>
              <a:gd name="T62" fmla="*/ 97 w 160"/>
              <a:gd name="T63" fmla="*/ 134 h 146"/>
              <a:gd name="T64" fmla="*/ 109 w 160"/>
              <a:gd name="T65" fmla="*/ 123 h 146"/>
              <a:gd name="T66" fmla="*/ 63 w 160"/>
              <a:gd name="T67" fmla="*/ 43 h 146"/>
              <a:gd name="T68" fmla="*/ 63 w 160"/>
              <a:gd name="T69" fmla="*/ 60 h 146"/>
              <a:gd name="T70" fmla="*/ 69 w 160"/>
              <a:gd name="T71" fmla="*/ 71 h 146"/>
              <a:gd name="T72" fmla="*/ 63 w 160"/>
              <a:gd name="T73" fmla="*/ 100 h 146"/>
              <a:gd name="T74" fmla="*/ 74 w 160"/>
              <a:gd name="T75" fmla="*/ 106 h 146"/>
              <a:gd name="T76" fmla="*/ 63 w 160"/>
              <a:gd name="T77" fmla="*/ 129 h 146"/>
              <a:gd name="T78" fmla="*/ 71 w 160"/>
              <a:gd name="T79" fmla="*/ 120 h 146"/>
              <a:gd name="T80" fmla="*/ 9 w 160"/>
              <a:gd name="T81" fmla="*/ 63 h 146"/>
              <a:gd name="T82" fmla="*/ 20 w 160"/>
              <a:gd name="T83" fmla="*/ 74 h 146"/>
              <a:gd name="T84" fmla="*/ 49 w 160"/>
              <a:gd name="T85" fmla="*/ 46 h 146"/>
              <a:gd name="T86" fmla="*/ 46 w 160"/>
              <a:gd name="T87" fmla="*/ 60 h 146"/>
              <a:gd name="T88" fmla="*/ 37 w 160"/>
              <a:gd name="T89" fmla="*/ 51 h 146"/>
              <a:gd name="T90" fmla="*/ 34 w 160"/>
              <a:gd name="T91" fmla="*/ 71 h 146"/>
              <a:gd name="T92" fmla="*/ 11 w 160"/>
              <a:gd name="T93" fmla="*/ 83 h 146"/>
              <a:gd name="T94" fmla="*/ 23 w 160"/>
              <a:gd name="T95" fmla="*/ 89 h 146"/>
              <a:gd name="T96" fmla="*/ 29 w 160"/>
              <a:gd name="T97" fmla="*/ 77 h 146"/>
              <a:gd name="T98" fmla="*/ 46 w 160"/>
              <a:gd name="T99" fmla="*/ 77 h 146"/>
              <a:gd name="T100" fmla="*/ 43 w 160"/>
              <a:gd name="T101" fmla="*/ 97 h 146"/>
              <a:gd name="T102" fmla="*/ 54 w 160"/>
              <a:gd name="T103" fmla="*/ 91 h 146"/>
              <a:gd name="T104" fmla="*/ 57 w 160"/>
              <a:gd name="T105" fmla="*/ 106 h 146"/>
              <a:gd name="T106" fmla="*/ 11 w 160"/>
              <a:gd name="T107" fmla="*/ 129 h 146"/>
              <a:gd name="T108" fmla="*/ 20 w 160"/>
              <a:gd name="T109" fmla="*/ 120 h 146"/>
              <a:gd name="T110" fmla="*/ 43 w 160"/>
              <a:gd name="T111" fmla="*/ 114 h 146"/>
              <a:gd name="T112" fmla="*/ 46 w 160"/>
              <a:gd name="T113" fmla="*/ 134 h 146"/>
              <a:gd name="T114" fmla="*/ 57 w 160"/>
              <a:gd name="T115" fmla="*/ 123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60" h="146">
                <a:moveTo>
                  <a:pt x="0" y="34"/>
                </a:moveTo>
                <a:cubicBezTo>
                  <a:pt x="0" y="146"/>
                  <a:pt x="0" y="146"/>
                  <a:pt x="0" y="146"/>
                </a:cubicBezTo>
                <a:cubicBezTo>
                  <a:pt x="160" y="146"/>
                  <a:pt x="160" y="146"/>
                  <a:pt x="160" y="146"/>
                </a:cubicBezTo>
                <a:cubicBezTo>
                  <a:pt x="160" y="34"/>
                  <a:pt x="160" y="34"/>
                  <a:pt x="160" y="34"/>
                </a:cubicBezTo>
                <a:lnTo>
                  <a:pt x="0" y="34"/>
                </a:lnTo>
                <a:close/>
                <a:moveTo>
                  <a:pt x="154" y="140"/>
                </a:moveTo>
                <a:cubicBezTo>
                  <a:pt x="143" y="140"/>
                  <a:pt x="143" y="140"/>
                  <a:pt x="143" y="140"/>
                </a:cubicBezTo>
                <a:cubicBezTo>
                  <a:pt x="143" y="138"/>
                  <a:pt x="142" y="137"/>
                  <a:pt x="140" y="137"/>
                </a:cubicBezTo>
                <a:cubicBezTo>
                  <a:pt x="138" y="137"/>
                  <a:pt x="137" y="138"/>
                  <a:pt x="137" y="140"/>
                </a:cubicBezTo>
                <a:cubicBezTo>
                  <a:pt x="126" y="140"/>
                  <a:pt x="126" y="140"/>
                  <a:pt x="126" y="140"/>
                </a:cubicBezTo>
                <a:cubicBezTo>
                  <a:pt x="126" y="138"/>
                  <a:pt x="124" y="137"/>
                  <a:pt x="123" y="137"/>
                </a:cubicBezTo>
                <a:cubicBezTo>
                  <a:pt x="121" y="137"/>
                  <a:pt x="120" y="138"/>
                  <a:pt x="120" y="140"/>
                </a:cubicBezTo>
                <a:cubicBezTo>
                  <a:pt x="109" y="140"/>
                  <a:pt x="109" y="140"/>
                  <a:pt x="109" y="140"/>
                </a:cubicBezTo>
                <a:cubicBezTo>
                  <a:pt x="109" y="138"/>
                  <a:pt x="107" y="137"/>
                  <a:pt x="106" y="137"/>
                </a:cubicBezTo>
                <a:cubicBezTo>
                  <a:pt x="104" y="137"/>
                  <a:pt x="103" y="138"/>
                  <a:pt x="103" y="140"/>
                </a:cubicBezTo>
                <a:cubicBezTo>
                  <a:pt x="91" y="140"/>
                  <a:pt x="91" y="140"/>
                  <a:pt x="91" y="140"/>
                </a:cubicBezTo>
                <a:cubicBezTo>
                  <a:pt x="91" y="138"/>
                  <a:pt x="90" y="137"/>
                  <a:pt x="89" y="137"/>
                </a:cubicBezTo>
                <a:cubicBezTo>
                  <a:pt x="87" y="137"/>
                  <a:pt x="86" y="138"/>
                  <a:pt x="86" y="140"/>
                </a:cubicBezTo>
                <a:cubicBezTo>
                  <a:pt x="74" y="140"/>
                  <a:pt x="74" y="140"/>
                  <a:pt x="74" y="140"/>
                </a:cubicBezTo>
                <a:cubicBezTo>
                  <a:pt x="74" y="138"/>
                  <a:pt x="73" y="137"/>
                  <a:pt x="71" y="137"/>
                </a:cubicBezTo>
                <a:cubicBezTo>
                  <a:pt x="70" y="137"/>
                  <a:pt x="69" y="138"/>
                  <a:pt x="69" y="140"/>
                </a:cubicBezTo>
                <a:cubicBezTo>
                  <a:pt x="57" y="140"/>
                  <a:pt x="57" y="140"/>
                  <a:pt x="57" y="140"/>
                </a:cubicBezTo>
                <a:cubicBezTo>
                  <a:pt x="57" y="138"/>
                  <a:pt x="56" y="137"/>
                  <a:pt x="54" y="137"/>
                </a:cubicBezTo>
                <a:cubicBezTo>
                  <a:pt x="53" y="137"/>
                  <a:pt x="51" y="138"/>
                  <a:pt x="51" y="140"/>
                </a:cubicBezTo>
                <a:cubicBezTo>
                  <a:pt x="40" y="140"/>
                  <a:pt x="40" y="140"/>
                  <a:pt x="40" y="140"/>
                </a:cubicBezTo>
                <a:cubicBezTo>
                  <a:pt x="40" y="138"/>
                  <a:pt x="39" y="137"/>
                  <a:pt x="37" y="137"/>
                </a:cubicBezTo>
                <a:cubicBezTo>
                  <a:pt x="36" y="137"/>
                  <a:pt x="34" y="138"/>
                  <a:pt x="34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38"/>
                  <a:pt x="22" y="137"/>
                  <a:pt x="20" y="137"/>
                </a:cubicBezTo>
                <a:cubicBezTo>
                  <a:pt x="18" y="137"/>
                  <a:pt x="17" y="138"/>
                  <a:pt x="17" y="140"/>
                </a:cubicBezTo>
                <a:cubicBezTo>
                  <a:pt x="6" y="140"/>
                  <a:pt x="6" y="140"/>
                  <a:pt x="6" y="140"/>
                </a:cubicBezTo>
                <a:cubicBezTo>
                  <a:pt x="6" y="40"/>
                  <a:pt x="6" y="40"/>
                  <a:pt x="6" y="40"/>
                </a:cubicBezTo>
                <a:cubicBezTo>
                  <a:pt x="154" y="40"/>
                  <a:pt x="154" y="40"/>
                  <a:pt x="154" y="40"/>
                </a:cubicBezTo>
                <a:lnTo>
                  <a:pt x="154" y="140"/>
                </a:lnTo>
                <a:close/>
                <a:moveTo>
                  <a:pt x="6" y="26"/>
                </a:moveTo>
                <a:cubicBezTo>
                  <a:pt x="6" y="24"/>
                  <a:pt x="7" y="23"/>
                  <a:pt x="9" y="23"/>
                </a:cubicBezTo>
                <a:cubicBezTo>
                  <a:pt x="151" y="23"/>
                  <a:pt x="151" y="23"/>
                  <a:pt x="151" y="23"/>
                </a:cubicBezTo>
                <a:cubicBezTo>
                  <a:pt x="153" y="23"/>
                  <a:pt x="154" y="24"/>
                  <a:pt x="154" y="26"/>
                </a:cubicBezTo>
                <a:cubicBezTo>
                  <a:pt x="154" y="27"/>
                  <a:pt x="153" y="29"/>
                  <a:pt x="151" y="29"/>
                </a:cubicBezTo>
                <a:cubicBezTo>
                  <a:pt x="9" y="29"/>
                  <a:pt x="9" y="29"/>
                  <a:pt x="9" y="29"/>
                </a:cubicBezTo>
                <a:cubicBezTo>
                  <a:pt x="7" y="29"/>
                  <a:pt x="6" y="27"/>
                  <a:pt x="6" y="26"/>
                </a:cubicBezTo>
                <a:close/>
                <a:moveTo>
                  <a:pt x="14" y="14"/>
                </a:moveTo>
                <a:cubicBezTo>
                  <a:pt x="14" y="13"/>
                  <a:pt x="16" y="11"/>
                  <a:pt x="17" y="11"/>
                </a:cubicBezTo>
                <a:cubicBezTo>
                  <a:pt x="143" y="11"/>
                  <a:pt x="143" y="11"/>
                  <a:pt x="143" y="11"/>
                </a:cubicBezTo>
                <a:cubicBezTo>
                  <a:pt x="144" y="11"/>
                  <a:pt x="146" y="13"/>
                  <a:pt x="146" y="14"/>
                </a:cubicBezTo>
                <a:cubicBezTo>
                  <a:pt x="146" y="16"/>
                  <a:pt x="144" y="17"/>
                  <a:pt x="143" y="17"/>
                </a:cubicBezTo>
                <a:cubicBezTo>
                  <a:pt x="17" y="17"/>
                  <a:pt x="17" y="17"/>
                  <a:pt x="17" y="17"/>
                </a:cubicBezTo>
                <a:cubicBezTo>
                  <a:pt x="16" y="17"/>
                  <a:pt x="14" y="16"/>
                  <a:pt x="14" y="14"/>
                </a:cubicBezTo>
                <a:close/>
                <a:moveTo>
                  <a:pt x="23" y="3"/>
                </a:moveTo>
                <a:cubicBezTo>
                  <a:pt x="23" y="1"/>
                  <a:pt x="24" y="0"/>
                  <a:pt x="26" y="0"/>
                </a:cubicBezTo>
                <a:cubicBezTo>
                  <a:pt x="134" y="0"/>
                  <a:pt x="134" y="0"/>
                  <a:pt x="134" y="0"/>
                </a:cubicBezTo>
                <a:cubicBezTo>
                  <a:pt x="136" y="0"/>
                  <a:pt x="137" y="1"/>
                  <a:pt x="137" y="3"/>
                </a:cubicBezTo>
                <a:cubicBezTo>
                  <a:pt x="137" y="4"/>
                  <a:pt x="136" y="6"/>
                  <a:pt x="134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4" y="6"/>
                  <a:pt x="23" y="4"/>
                  <a:pt x="23" y="3"/>
                </a:cubicBezTo>
                <a:close/>
                <a:moveTo>
                  <a:pt x="131" y="43"/>
                </a:moveTo>
                <a:cubicBezTo>
                  <a:pt x="133" y="43"/>
                  <a:pt x="134" y="44"/>
                  <a:pt x="134" y="46"/>
                </a:cubicBezTo>
                <a:cubicBezTo>
                  <a:pt x="134" y="47"/>
                  <a:pt x="133" y="49"/>
                  <a:pt x="131" y="49"/>
                </a:cubicBezTo>
                <a:cubicBezTo>
                  <a:pt x="130" y="49"/>
                  <a:pt x="129" y="47"/>
                  <a:pt x="129" y="46"/>
                </a:cubicBezTo>
                <a:cubicBezTo>
                  <a:pt x="129" y="44"/>
                  <a:pt x="130" y="43"/>
                  <a:pt x="131" y="43"/>
                </a:cubicBezTo>
                <a:close/>
                <a:moveTo>
                  <a:pt x="131" y="60"/>
                </a:moveTo>
                <a:cubicBezTo>
                  <a:pt x="133" y="60"/>
                  <a:pt x="134" y="61"/>
                  <a:pt x="134" y="63"/>
                </a:cubicBezTo>
                <a:cubicBezTo>
                  <a:pt x="134" y="64"/>
                  <a:pt x="133" y="66"/>
                  <a:pt x="131" y="66"/>
                </a:cubicBezTo>
                <a:cubicBezTo>
                  <a:pt x="130" y="66"/>
                  <a:pt x="129" y="64"/>
                  <a:pt x="129" y="63"/>
                </a:cubicBezTo>
                <a:cubicBezTo>
                  <a:pt x="129" y="61"/>
                  <a:pt x="130" y="60"/>
                  <a:pt x="131" y="60"/>
                </a:cubicBezTo>
                <a:close/>
                <a:moveTo>
                  <a:pt x="140" y="51"/>
                </a:moveTo>
                <a:cubicBezTo>
                  <a:pt x="142" y="51"/>
                  <a:pt x="143" y="53"/>
                  <a:pt x="143" y="54"/>
                </a:cubicBezTo>
                <a:cubicBezTo>
                  <a:pt x="143" y="56"/>
                  <a:pt x="142" y="57"/>
                  <a:pt x="140" y="57"/>
                </a:cubicBezTo>
                <a:cubicBezTo>
                  <a:pt x="138" y="57"/>
                  <a:pt x="137" y="56"/>
                  <a:pt x="137" y="54"/>
                </a:cubicBezTo>
                <a:cubicBezTo>
                  <a:pt x="137" y="53"/>
                  <a:pt x="138" y="51"/>
                  <a:pt x="140" y="51"/>
                </a:cubicBezTo>
                <a:close/>
                <a:moveTo>
                  <a:pt x="140" y="69"/>
                </a:moveTo>
                <a:cubicBezTo>
                  <a:pt x="142" y="69"/>
                  <a:pt x="143" y="70"/>
                  <a:pt x="143" y="71"/>
                </a:cubicBezTo>
                <a:cubicBezTo>
                  <a:pt x="143" y="73"/>
                  <a:pt x="142" y="74"/>
                  <a:pt x="140" y="74"/>
                </a:cubicBezTo>
                <a:cubicBezTo>
                  <a:pt x="138" y="74"/>
                  <a:pt x="137" y="73"/>
                  <a:pt x="137" y="71"/>
                </a:cubicBezTo>
                <a:cubicBezTo>
                  <a:pt x="137" y="70"/>
                  <a:pt x="138" y="69"/>
                  <a:pt x="140" y="69"/>
                </a:cubicBezTo>
                <a:close/>
                <a:moveTo>
                  <a:pt x="149" y="43"/>
                </a:moveTo>
                <a:cubicBezTo>
                  <a:pt x="150" y="43"/>
                  <a:pt x="151" y="44"/>
                  <a:pt x="151" y="46"/>
                </a:cubicBezTo>
                <a:cubicBezTo>
                  <a:pt x="151" y="47"/>
                  <a:pt x="150" y="49"/>
                  <a:pt x="149" y="49"/>
                </a:cubicBezTo>
                <a:cubicBezTo>
                  <a:pt x="147" y="49"/>
                  <a:pt x="146" y="47"/>
                  <a:pt x="146" y="46"/>
                </a:cubicBezTo>
                <a:cubicBezTo>
                  <a:pt x="146" y="44"/>
                  <a:pt x="147" y="43"/>
                  <a:pt x="149" y="43"/>
                </a:cubicBezTo>
                <a:close/>
                <a:moveTo>
                  <a:pt x="149" y="60"/>
                </a:moveTo>
                <a:cubicBezTo>
                  <a:pt x="150" y="60"/>
                  <a:pt x="151" y="61"/>
                  <a:pt x="151" y="63"/>
                </a:cubicBezTo>
                <a:cubicBezTo>
                  <a:pt x="151" y="64"/>
                  <a:pt x="150" y="66"/>
                  <a:pt x="149" y="66"/>
                </a:cubicBezTo>
                <a:cubicBezTo>
                  <a:pt x="147" y="66"/>
                  <a:pt x="146" y="64"/>
                  <a:pt x="146" y="63"/>
                </a:cubicBezTo>
                <a:cubicBezTo>
                  <a:pt x="146" y="61"/>
                  <a:pt x="147" y="60"/>
                  <a:pt x="149" y="60"/>
                </a:cubicBezTo>
                <a:close/>
                <a:moveTo>
                  <a:pt x="131" y="77"/>
                </a:moveTo>
                <a:cubicBezTo>
                  <a:pt x="133" y="77"/>
                  <a:pt x="134" y="78"/>
                  <a:pt x="134" y="80"/>
                </a:cubicBezTo>
                <a:cubicBezTo>
                  <a:pt x="134" y="82"/>
                  <a:pt x="133" y="83"/>
                  <a:pt x="131" y="83"/>
                </a:cubicBezTo>
                <a:cubicBezTo>
                  <a:pt x="130" y="83"/>
                  <a:pt x="129" y="82"/>
                  <a:pt x="129" y="80"/>
                </a:cubicBezTo>
                <a:cubicBezTo>
                  <a:pt x="129" y="78"/>
                  <a:pt x="130" y="77"/>
                  <a:pt x="131" y="77"/>
                </a:cubicBezTo>
                <a:close/>
                <a:moveTo>
                  <a:pt x="131" y="94"/>
                </a:moveTo>
                <a:cubicBezTo>
                  <a:pt x="133" y="94"/>
                  <a:pt x="134" y="96"/>
                  <a:pt x="134" y="97"/>
                </a:cubicBezTo>
                <a:cubicBezTo>
                  <a:pt x="134" y="99"/>
                  <a:pt x="133" y="100"/>
                  <a:pt x="131" y="100"/>
                </a:cubicBezTo>
                <a:cubicBezTo>
                  <a:pt x="130" y="100"/>
                  <a:pt x="129" y="99"/>
                  <a:pt x="129" y="97"/>
                </a:cubicBezTo>
                <a:cubicBezTo>
                  <a:pt x="129" y="96"/>
                  <a:pt x="130" y="94"/>
                  <a:pt x="131" y="94"/>
                </a:cubicBezTo>
                <a:close/>
                <a:moveTo>
                  <a:pt x="140" y="86"/>
                </a:moveTo>
                <a:cubicBezTo>
                  <a:pt x="142" y="86"/>
                  <a:pt x="143" y="87"/>
                  <a:pt x="143" y="89"/>
                </a:cubicBezTo>
                <a:cubicBezTo>
                  <a:pt x="143" y="90"/>
                  <a:pt x="142" y="91"/>
                  <a:pt x="140" y="91"/>
                </a:cubicBezTo>
                <a:cubicBezTo>
                  <a:pt x="138" y="91"/>
                  <a:pt x="137" y="90"/>
                  <a:pt x="137" y="89"/>
                </a:cubicBezTo>
                <a:cubicBezTo>
                  <a:pt x="137" y="87"/>
                  <a:pt x="138" y="86"/>
                  <a:pt x="140" y="86"/>
                </a:cubicBezTo>
                <a:close/>
                <a:moveTo>
                  <a:pt x="140" y="103"/>
                </a:moveTo>
                <a:cubicBezTo>
                  <a:pt x="142" y="103"/>
                  <a:pt x="143" y="104"/>
                  <a:pt x="143" y="106"/>
                </a:cubicBezTo>
                <a:cubicBezTo>
                  <a:pt x="143" y="107"/>
                  <a:pt x="142" y="109"/>
                  <a:pt x="140" y="109"/>
                </a:cubicBezTo>
                <a:cubicBezTo>
                  <a:pt x="138" y="109"/>
                  <a:pt x="137" y="107"/>
                  <a:pt x="137" y="106"/>
                </a:cubicBezTo>
                <a:cubicBezTo>
                  <a:pt x="137" y="104"/>
                  <a:pt x="138" y="103"/>
                  <a:pt x="140" y="103"/>
                </a:cubicBezTo>
                <a:close/>
                <a:moveTo>
                  <a:pt x="149" y="77"/>
                </a:moveTo>
                <a:cubicBezTo>
                  <a:pt x="150" y="77"/>
                  <a:pt x="151" y="78"/>
                  <a:pt x="151" y="80"/>
                </a:cubicBezTo>
                <a:cubicBezTo>
                  <a:pt x="151" y="82"/>
                  <a:pt x="150" y="83"/>
                  <a:pt x="149" y="83"/>
                </a:cubicBezTo>
                <a:cubicBezTo>
                  <a:pt x="147" y="83"/>
                  <a:pt x="146" y="82"/>
                  <a:pt x="146" y="80"/>
                </a:cubicBezTo>
                <a:cubicBezTo>
                  <a:pt x="146" y="78"/>
                  <a:pt x="147" y="77"/>
                  <a:pt x="149" y="77"/>
                </a:cubicBezTo>
                <a:close/>
                <a:moveTo>
                  <a:pt x="149" y="94"/>
                </a:moveTo>
                <a:cubicBezTo>
                  <a:pt x="150" y="94"/>
                  <a:pt x="151" y="96"/>
                  <a:pt x="151" y="97"/>
                </a:cubicBezTo>
                <a:cubicBezTo>
                  <a:pt x="151" y="99"/>
                  <a:pt x="150" y="100"/>
                  <a:pt x="149" y="100"/>
                </a:cubicBezTo>
                <a:cubicBezTo>
                  <a:pt x="147" y="100"/>
                  <a:pt x="146" y="99"/>
                  <a:pt x="146" y="97"/>
                </a:cubicBezTo>
                <a:cubicBezTo>
                  <a:pt x="146" y="96"/>
                  <a:pt x="147" y="94"/>
                  <a:pt x="149" y="94"/>
                </a:cubicBezTo>
                <a:close/>
                <a:moveTo>
                  <a:pt x="131" y="111"/>
                </a:moveTo>
                <a:cubicBezTo>
                  <a:pt x="133" y="111"/>
                  <a:pt x="134" y="113"/>
                  <a:pt x="134" y="114"/>
                </a:cubicBezTo>
                <a:cubicBezTo>
                  <a:pt x="134" y="116"/>
                  <a:pt x="133" y="117"/>
                  <a:pt x="131" y="117"/>
                </a:cubicBezTo>
                <a:cubicBezTo>
                  <a:pt x="130" y="117"/>
                  <a:pt x="129" y="116"/>
                  <a:pt x="129" y="114"/>
                </a:cubicBezTo>
                <a:cubicBezTo>
                  <a:pt x="129" y="113"/>
                  <a:pt x="130" y="111"/>
                  <a:pt x="131" y="111"/>
                </a:cubicBezTo>
                <a:close/>
                <a:moveTo>
                  <a:pt x="131" y="129"/>
                </a:moveTo>
                <a:cubicBezTo>
                  <a:pt x="133" y="129"/>
                  <a:pt x="134" y="130"/>
                  <a:pt x="134" y="131"/>
                </a:cubicBezTo>
                <a:cubicBezTo>
                  <a:pt x="134" y="133"/>
                  <a:pt x="133" y="134"/>
                  <a:pt x="131" y="134"/>
                </a:cubicBezTo>
                <a:cubicBezTo>
                  <a:pt x="130" y="134"/>
                  <a:pt x="129" y="133"/>
                  <a:pt x="129" y="131"/>
                </a:cubicBezTo>
                <a:cubicBezTo>
                  <a:pt x="129" y="130"/>
                  <a:pt x="130" y="129"/>
                  <a:pt x="131" y="129"/>
                </a:cubicBezTo>
                <a:close/>
                <a:moveTo>
                  <a:pt x="140" y="120"/>
                </a:moveTo>
                <a:cubicBezTo>
                  <a:pt x="142" y="120"/>
                  <a:pt x="143" y="121"/>
                  <a:pt x="143" y="123"/>
                </a:cubicBezTo>
                <a:cubicBezTo>
                  <a:pt x="143" y="124"/>
                  <a:pt x="142" y="126"/>
                  <a:pt x="140" y="126"/>
                </a:cubicBezTo>
                <a:cubicBezTo>
                  <a:pt x="138" y="126"/>
                  <a:pt x="137" y="124"/>
                  <a:pt x="137" y="123"/>
                </a:cubicBezTo>
                <a:cubicBezTo>
                  <a:pt x="137" y="121"/>
                  <a:pt x="138" y="120"/>
                  <a:pt x="140" y="120"/>
                </a:cubicBezTo>
                <a:close/>
                <a:moveTo>
                  <a:pt x="149" y="111"/>
                </a:moveTo>
                <a:cubicBezTo>
                  <a:pt x="150" y="111"/>
                  <a:pt x="151" y="113"/>
                  <a:pt x="151" y="114"/>
                </a:cubicBezTo>
                <a:cubicBezTo>
                  <a:pt x="151" y="116"/>
                  <a:pt x="150" y="117"/>
                  <a:pt x="149" y="117"/>
                </a:cubicBezTo>
                <a:cubicBezTo>
                  <a:pt x="147" y="117"/>
                  <a:pt x="146" y="116"/>
                  <a:pt x="146" y="114"/>
                </a:cubicBezTo>
                <a:cubicBezTo>
                  <a:pt x="146" y="113"/>
                  <a:pt x="147" y="111"/>
                  <a:pt x="149" y="111"/>
                </a:cubicBezTo>
                <a:close/>
                <a:moveTo>
                  <a:pt x="149" y="129"/>
                </a:moveTo>
                <a:cubicBezTo>
                  <a:pt x="150" y="129"/>
                  <a:pt x="151" y="130"/>
                  <a:pt x="151" y="131"/>
                </a:cubicBezTo>
                <a:cubicBezTo>
                  <a:pt x="151" y="133"/>
                  <a:pt x="150" y="134"/>
                  <a:pt x="149" y="134"/>
                </a:cubicBezTo>
                <a:cubicBezTo>
                  <a:pt x="147" y="134"/>
                  <a:pt x="146" y="133"/>
                  <a:pt x="146" y="131"/>
                </a:cubicBezTo>
                <a:cubicBezTo>
                  <a:pt x="146" y="130"/>
                  <a:pt x="147" y="129"/>
                  <a:pt x="149" y="129"/>
                </a:cubicBezTo>
                <a:close/>
                <a:moveTo>
                  <a:pt x="80" y="43"/>
                </a:moveTo>
                <a:cubicBezTo>
                  <a:pt x="82" y="43"/>
                  <a:pt x="83" y="44"/>
                  <a:pt x="83" y="46"/>
                </a:cubicBezTo>
                <a:cubicBezTo>
                  <a:pt x="83" y="47"/>
                  <a:pt x="82" y="49"/>
                  <a:pt x="80" y="49"/>
                </a:cubicBezTo>
                <a:cubicBezTo>
                  <a:pt x="78" y="49"/>
                  <a:pt x="77" y="47"/>
                  <a:pt x="77" y="46"/>
                </a:cubicBezTo>
                <a:cubicBezTo>
                  <a:pt x="77" y="44"/>
                  <a:pt x="78" y="43"/>
                  <a:pt x="80" y="43"/>
                </a:cubicBezTo>
                <a:close/>
                <a:moveTo>
                  <a:pt x="80" y="60"/>
                </a:moveTo>
                <a:cubicBezTo>
                  <a:pt x="82" y="60"/>
                  <a:pt x="83" y="61"/>
                  <a:pt x="83" y="63"/>
                </a:cubicBezTo>
                <a:cubicBezTo>
                  <a:pt x="83" y="64"/>
                  <a:pt x="82" y="66"/>
                  <a:pt x="80" y="66"/>
                </a:cubicBezTo>
                <a:cubicBezTo>
                  <a:pt x="78" y="66"/>
                  <a:pt x="77" y="64"/>
                  <a:pt x="77" y="63"/>
                </a:cubicBezTo>
                <a:cubicBezTo>
                  <a:pt x="77" y="61"/>
                  <a:pt x="78" y="60"/>
                  <a:pt x="80" y="60"/>
                </a:cubicBezTo>
                <a:close/>
                <a:moveTo>
                  <a:pt x="89" y="51"/>
                </a:moveTo>
                <a:cubicBezTo>
                  <a:pt x="90" y="51"/>
                  <a:pt x="91" y="53"/>
                  <a:pt x="91" y="54"/>
                </a:cubicBezTo>
                <a:cubicBezTo>
                  <a:pt x="91" y="56"/>
                  <a:pt x="90" y="57"/>
                  <a:pt x="89" y="57"/>
                </a:cubicBezTo>
                <a:cubicBezTo>
                  <a:pt x="87" y="57"/>
                  <a:pt x="86" y="56"/>
                  <a:pt x="86" y="54"/>
                </a:cubicBezTo>
                <a:cubicBezTo>
                  <a:pt x="86" y="53"/>
                  <a:pt x="87" y="51"/>
                  <a:pt x="89" y="51"/>
                </a:cubicBezTo>
                <a:close/>
                <a:moveTo>
                  <a:pt x="89" y="69"/>
                </a:moveTo>
                <a:cubicBezTo>
                  <a:pt x="90" y="69"/>
                  <a:pt x="91" y="70"/>
                  <a:pt x="91" y="71"/>
                </a:cubicBezTo>
                <a:cubicBezTo>
                  <a:pt x="91" y="73"/>
                  <a:pt x="90" y="74"/>
                  <a:pt x="89" y="74"/>
                </a:cubicBezTo>
                <a:cubicBezTo>
                  <a:pt x="87" y="74"/>
                  <a:pt x="86" y="73"/>
                  <a:pt x="86" y="71"/>
                </a:cubicBezTo>
                <a:cubicBezTo>
                  <a:pt x="86" y="70"/>
                  <a:pt x="87" y="69"/>
                  <a:pt x="89" y="69"/>
                </a:cubicBezTo>
                <a:close/>
                <a:moveTo>
                  <a:pt x="97" y="43"/>
                </a:moveTo>
                <a:cubicBezTo>
                  <a:pt x="99" y="43"/>
                  <a:pt x="100" y="44"/>
                  <a:pt x="100" y="46"/>
                </a:cubicBezTo>
                <a:cubicBezTo>
                  <a:pt x="100" y="47"/>
                  <a:pt x="99" y="49"/>
                  <a:pt x="97" y="49"/>
                </a:cubicBezTo>
                <a:cubicBezTo>
                  <a:pt x="96" y="49"/>
                  <a:pt x="94" y="47"/>
                  <a:pt x="94" y="46"/>
                </a:cubicBezTo>
                <a:cubicBezTo>
                  <a:pt x="94" y="44"/>
                  <a:pt x="96" y="43"/>
                  <a:pt x="97" y="43"/>
                </a:cubicBezTo>
                <a:close/>
                <a:moveTo>
                  <a:pt x="114" y="43"/>
                </a:moveTo>
                <a:cubicBezTo>
                  <a:pt x="116" y="43"/>
                  <a:pt x="117" y="44"/>
                  <a:pt x="117" y="46"/>
                </a:cubicBezTo>
                <a:cubicBezTo>
                  <a:pt x="117" y="47"/>
                  <a:pt x="116" y="49"/>
                  <a:pt x="114" y="49"/>
                </a:cubicBezTo>
                <a:cubicBezTo>
                  <a:pt x="113" y="49"/>
                  <a:pt x="111" y="47"/>
                  <a:pt x="111" y="46"/>
                </a:cubicBezTo>
                <a:cubicBezTo>
                  <a:pt x="111" y="44"/>
                  <a:pt x="113" y="43"/>
                  <a:pt x="114" y="43"/>
                </a:cubicBezTo>
                <a:close/>
                <a:moveTo>
                  <a:pt x="97" y="60"/>
                </a:moveTo>
                <a:cubicBezTo>
                  <a:pt x="99" y="60"/>
                  <a:pt x="100" y="61"/>
                  <a:pt x="100" y="63"/>
                </a:cubicBezTo>
                <a:cubicBezTo>
                  <a:pt x="100" y="64"/>
                  <a:pt x="99" y="66"/>
                  <a:pt x="97" y="66"/>
                </a:cubicBezTo>
                <a:cubicBezTo>
                  <a:pt x="96" y="66"/>
                  <a:pt x="94" y="64"/>
                  <a:pt x="94" y="63"/>
                </a:cubicBezTo>
                <a:cubicBezTo>
                  <a:pt x="94" y="61"/>
                  <a:pt x="96" y="60"/>
                  <a:pt x="97" y="60"/>
                </a:cubicBezTo>
                <a:close/>
                <a:moveTo>
                  <a:pt x="114" y="60"/>
                </a:moveTo>
                <a:cubicBezTo>
                  <a:pt x="116" y="60"/>
                  <a:pt x="117" y="61"/>
                  <a:pt x="117" y="63"/>
                </a:cubicBezTo>
                <a:cubicBezTo>
                  <a:pt x="117" y="64"/>
                  <a:pt x="116" y="66"/>
                  <a:pt x="114" y="66"/>
                </a:cubicBezTo>
                <a:cubicBezTo>
                  <a:pt x="113" y="66"/>
                  <a:pt x="111" y="64"/>
                  <a:pt x="111" y="63"/>
                </a:cubicBezTo>
                <a:cubicBezTo>
                  <a:pt x="111" y="61"/>
                  <a:pt x="113" y="60"/>
                  <a:pt x="114" y="60"/>
                </a:cubicBezTo>
                <a:close/>
                <a:moveTo>
                  <a:pt x="106" y="51"/>
                </a:moveTo>
                <a:cubicBezTo>
                  <a:pt x="107" y="51"/>
                  <a:pt x="109" y="53"/>
                  <a:pt x="109" y="54"/>
                </a:cubicBezTo>
                <a:cubicBezTo>
                  <a:pt x="109" y="56"/>
                  <a:pt x="107" y="57"/>
                  <a:pt x="106" y="57"/>
                </a:cubicBezTo>
                <a:cubicBezTo>
                  <a:pt x="104" y="57"/>
                  <a:pt x="103" y="56"/>
                  <a:pt x="103" y="54"/>
                </a:cubicBezTo>
                <a:cubicBezTo>
                  <a:pt x="103" y="53"/>
                  <a:pt x="104" y="51"/>
                  <a:pt x="106" y="51"/>
                </a:cubicBezTo>
                <a:close/>
                <a:moveTo>
                  <a:pt x="123" y="51"/>
                </a:moveTo>
                <a:cubicBezTo>
                  <a:pt x="124" y="51"/>
                  <a:pt x="126" y="53"/>
                  <a:pt x="126" y="54"/>
                </a:cubicBezTo>
                <a:cubicBezTo>
                  <a:pt x="126" y="56"/>
                  <a:pt x="124" y="57"/>
                  <a:pt x="123" y="57"/>
                </a:cubicBezTo>
                <a:cubicBezTo>
                  <a:pt x="121" y="57"/>
                  <a:pt x="120" y="56"/>
                  <a:pt x="120" y="54"/>
                </a:cubicBezTo>
                <a:cubicBezTo>
                  <a:pt x="120" y="53"/>
                  <a:pt x="121" y="51"/>
                  <a:pt x="123" y="51"/>
                </a:cubicBezTo>
                <a:close/>
                <a:moveTo>
                  <a:pt x="106" y="69"/>
                </a:moveTo>
                <a:cubicBezTo>
                  <a:pt x="107" y="69"/>
                  <a:pt x="109" y="70"/>
                  <a:pt x="109" y="71"/>
                </a:cubicBezTo>
                <a:cubicBezTo>
                  <a:pt x="109" y="73"/>
                  <a:pt x="107" y="74"/>
                  <a:pt x="106" y="74"/>
                </a:cubicBezTo>
                <a:cubicBezTo>
                  <a:pt x="104" y="74"/>
                  <a:pt x="103" y="73"/>
                  <a:pt x="103" y="71"/>
                </a:cubicBezTo>
                <a:cubicBezTo>
                  <a:pt x="103" y="70"/>
                  <a:pt x="104" y="69"/>
                  <a:pt x="106" y="69"/>
                </a:cubicBezTo>
                <a:close/>
                <a:moveTo>
                  <a:pt x="123" y="69"/>
                </a:moveTo>
                <a:cubicBezTo>
                  <a:pt x="124" y="69"/>
                  <a:pt x="126" y="70"/>
                  <a:pt x="126" y="71"/>
                </a:cubicBezTo>
                <a:cubicBezTo>
                  <a:pt x="126" y="73"/>
                  <a:pt x="124" y="74"/>
                  <a:pt x="123" y="74"/>
                </a:cubicBezTo>
                <a:cubicBezTo>
                  <a:pt x="121" y="74"/>
                  <a:pt x="120" y="73"/>
                  <a:pt x="120" y="71"/>
                </a:cubicBezTo>
                <a:cubicBezTo>
                  <a:pt x="120" y="70"/>
                  <a:pt x="121" y="69"/>
                  <a:pt x="123" y="69"/>
                </a:cubicBezTo>
                <a:close/>
                <a:moveTo>
                  <a:pt x="80" y="77"/>
                </a:moveTo>
                <a:cubicBezTo>
                  <a:pt x="82" y="77"/>
                  <a:pt x="83" y="78"/>
                  <a:pt x="83" y="80"/>
                </a:cubicBezTo>
                <a:cubicBezTo>
                  <a:pt x="83" y="82"/>
                  <a:pt x="82" y="83"/>
                  <a:pt x="80" y="83"/>
                </a:cubicBezTo>
                <a:cubicBezTo>
                  <a:pt x="78" y="83"/>
                  <a:pt x="77" y="82"/>
                  <a:pt x="77" y="80"/>
                </a:cubicBezTo>
                <a:cubicBezTo>
                  <a:pt x="77" y="78"/>
                  <a:pt x="78" y="77"/>
                  <a:pt x="80" y="77"/>
                </a:cubicBezTo>
                <a:close/>
                <a:moveTo>
                  <a:pt x="80" y="94"/>
                </a:moveTo>
                <a:cubicBezTo>
                  <a:pt x="82" y="94"/>
                  <a:pt x="83" y="96"/>
                  <a:pt x="83" y="97"/>
                </a:cubicBezTo>
                <a:cubicBezTo>
                  <a:pt x="83" y="99"/>
                  <a:pt x="82" y="100"/>
                  <a:pt x="80" y="100"/>
                </a:cubicBezTo>
                <a:cubicBezTo>
                  <a:pt x="78" y="100"/>
                  <a:pt x="77" y="99"/>
                  <a:pt x="77" y="97"/>
                </a:cubicBezTo>
                <a:cubicBezTo>
                  <a:pt x="77" y="96"/>
                  <a:pt x="78" y="94"/>
                  <a:pt x="80" y="94"/>
                </a:cubicBezTo>
                <a:close/>
                <a:moveTo>
                  <a:pt x="89" y="86"/>
                </a:moveTo>
                <a:cubicBezTo>
                  <a:pt x="90" y="86"/>
                  <a:pt x="91" y="87"/>
                  <a:pt x="91" y="89"/>
                </a:cubicBezTo>
                <a:cubicBezTo>
                  <a:pt x="91" y="90"/>
                  <a:pt x="90" y="91"/>
                  <a:pt x="89" y="91"/>
                </a:cubicBezTo>
                <a:cubicBezTo>
                  <a:pt x="87" y="91"/>
                  <a:pt x="86" y="90"/>
                  <a:pt x="86" y="89"/>
                </a:cubicBezTo>
                <a:cubicBezTo>
                  <a:pt x="86" y="87"/>
                  <a:pt x="87" y="86"/>
                  <a:pt x="89" y="86"/>
                </a:cubicBezTo>
                <a:close/>
                <a:moveTo>
                  <a:pt x="89" y="103"/>
                </a:moveTo>
                <a:cubicBezTo>
                  <a:pt x="90" y="103"/>
                  <a:pt x="91" y="104"/>
                  <a:pt x="91" y="106"/>
                </a:cubicBezTo>
                <a:cubicBezTo>
                  <a:pt x="91" y="107"/>
                  <a:pt x="90" y="109"/>
                  <a:pt x="89" y="109"/>
                </a:cubicBezTo>
                <a:cubicBezTo>
                  <a:pt x="87" y="109"/>
                  <a:pt x="86" y="107"/>
                  <a:pt x="86" y="106"/>
                </a:cubicBezTo>
                <a:cubicBezTo>
                  <a:pt x="86" y="104"/>
                  <a:pt x="87" y="103"/>
                  <a:pt x="89" y="103"/>
                </a:cubicBezTo>
                <a:close/>
                <a:moveTo>
                  <a:pt x="97" y="77"/>
                </a:moveTo>
                <a:cubicBezTo>
                  <a:pt x="99" y="77"/>
                  <a:pt x="100" y="78"/>
                  <a:pt x="100" y="80"/>
                </a:cubicBezTo>
                <a:cubicBezTo>
                  <a:pt x="100" y="82"/>
                  <a:pt x="99" y="83"/>
                  <a:pt x="97" y="83"/>
                </a:cubicBezTo>
                <a:cubicBezTo>
                  <a:pt x="96" y="83"/>
                  <a:pt x="94" y="82"/>
                  <a:pt x="94" y="80"/>
                </a:cubicBezTo>
                <a:cubicBezTo>
                  <a:pt x="94" y="78"/>
                  <a:pt x="96" y="77"/>
                  <a:pt x="97" y="77"/>
                </a:cubicBezTo>
                <a:close/>
                <a:moveTo>
                  <a:pt x="114" y="77"/>
                </a:moveTo>
                <a:cubicBezTo>
                  <a:pt x="116" y="77"/>
                  <a:pt x="117" y="78"/>
                  <a:pt x="117" y="80"/>
                </a:cubicBezTo>
                <a:cubicBezTo>
                  <a:pt x="117" y="82"/>
                  <a:pt x="116" y="83"/>
                  <a:pt x="114" y="83"/>
                </a:cubicBezTo>
                <a:cubicBezTo>
                  <a:pt x="113" y="83"/>
                  <a:pt x="111" y="82"/>
                  <a:pt x="111" y="80"/>
                </a:cubicBezTo>
                <a:cubicBezTo>
                  <a:pt x="111" y="78"/>
                  <a:pt x="113" y="77"/>
                  <a:pt x="114" y="77"/>
                </a:cubicBezTo>
                <a:close/>
                <a:moveTo>
                  <a:pt x="97" y="94"/>
                </a:moveTo>
                <a:cubicBezTo>
                  <a:pt x="99" y="94"/>
                  <a:pt x="100" y="96"/>
                  <a:pt x="100" y="97"/>
                </a:cubicBezTo>
                <a:cubicBezTo>
                  <a:pt x="100" y="99"/>
                  <a:pt x="99" y="100"/>
                  <a:pt x="97" y="100"/>
                </a:cubicBezTo>
                <a:cubicBezTo>
                  <a:pt x="96" y="100"/>
                  <a:pt x="94" y="99"/>
                  <a:pt x="94" y="97"/>
                </a:cubicBezTo>
                <a:cubicBezTo>
                  <a:pt x="94" y="96"/>
                  <a:pt x="96" y="94"/>
                  <a:pt x="97" y="94"/>
                </a:cubicBezTo>
                <a:close/>
                <a:moveTo>
                  <a:pt x="114" y="94"/>
                </a:moveTo>
                <a:cubicBezTo>
                  <a:pt x="116" y="94"/>
                  <a:pt x="117" y="96"/>
                  <a:pt x="117" y="97"/>
                </a:cubicBezTo>
                <a:cubicBezTo>
                  <a:pt x="117" y="99"/>
                  <a:pt x="116" y="100"/>
                  <a:pt x="114" y="100"/>
                </a:cubicBezTo>
                <a:cubicBezTo>
                  <a:pt x="113" y="100"/>
                  <a:pt x="111" y="99"/>
                  <a:pt x="111" y="97"/>
                </a:cubicBezTo>
                <a:cubicBezTo>
                  <a:pt x="111" y="96"/>
                  <a:pt x="113" y="94"/>
                  <a:pt x="114" y="94"/>
                </a:cubicBezTo>
                <a:close/>
                <a:moveTo>
                  <a:pt x="106" y="86"/>
                </a:moveTo>
                <a:cubicBezTo>
                  <a:pt x="107" y="86"/>
                  <a:pt x="109" y="87"/>
                  <a:pt x="109" y="89"/>
                </a:cubicBezTo>
                <a:cubicBezTo>
                  <a:pt x="109" y="90"/>
                  <a:pt x="107" y="91"/>
                  <a:pt x="106" y="91"/>
                </a:cubicBezTo>
                <a:cubicBezTo>
                  <a:pt x="104" y="91"/>
                  <a:pt x="103" y="90"/>
                  <a:pt x="103" y="89"/>
                </a:cubicBezTo>
                <a:cubicBezTo>
                  <a:pt x="103" y="87"/>
                  <a:pt x="104" y="86"/>
                  <a:pt x="106" y="86"/>
                </a:cubicBezTo>
                <a:close/>
                <a:moveTo>
                  <a:pt x="123" y="86"/>
                </a:moveTo>
                <a:cubicBezTo>
                  <a:pt x="124" y="86"/>
                  <a:pt x="126" y="87"/>
                  <a:pt x="126" y="89"/>
                </a:cubicBezTo>
                <a:cubicBezTo>
                  <a:pt x="126" y="90"/>
                  <a:pt x="124" y="91"/>
                  <a:pt x="123" y="91"/>
                </a:cubicBezTo>
                <a:cubicBezTo>
                  <a:pt x="121" y="91"/>
                  <a:pt x="120" y="90"/>
                  <a:pt x="120" y="89"/>
                </a:cubicBezTo>
                <a:cubicBezTo>
                  <a:pt x="120" y="87"/>
                  <a:pt x="121" y="86"/>
                  <a:pt x="123" y="86"/>
                </a:cubicBezTo>
                <a:close/>
                <a:moveTo>
                  <a:pt x="106" y="103"/>
                </a:moveTo>
                <a:cubicBezTo>
                  <a:pt x="107" y="103"/>
                  <a:pt x="109" y="104"/>
                  <a:pt x="109" y="106"/>
                </a:cubicBezTo>
                <a:cubicBezTo>
                  <a:pt x="109" y="107"/>
                  <a:pt x="107" y="109"/>
                  <a:pt x="106" y="109"/>
                </a:cubicBezTo>
                <a:cubicBezTo>
                  <a:pt x="104" y="109"/>
                  <a:pt x="103" y="107"/>
                  <a:pt x="103" y="106"/>
                </a:cubicBezTo>
                <a:cubicBezTo>
                  <a:pt x="103" y="104"/>
                  <a:pt x="104" y="103"/>
                  <a:pt x="106" y="103"/>
                </a:cubicBezTo>
                <a:close/>
                <a:moveTo>
                  <a:pt x="123" y="103"/>
                </a:moveTo>
                <a:cubicBezTo>
                  <a:pt x="124" y="103"/>
                  <a:pt x="126" y="104"/>
                  <a:pt x="126" y="106"/>
                </a:cubicBezTo>
                <a:cubicBezTo>
                  <a:pt x="126" y="107"/>
                  <a:pt x="124" y="109"/>
                  <a:pt x="123" y="109"/>
                </a:cubicBezTo>
                <a:cubicBezTo>
                  <a:pt x="121" y="109"/>
                  <a:pt x="120" y="107"/>
                  <a:pt x="120" y="106"/>
                </a:cubicBezTo>
                <a:cubicBezTo>
                  <a:pt x="120" y="104"/>
                  <a:pt x="121" y="103"/>
                  <a:pt x="123" y="103"/>
                </a:cubicBezTo>
                <a:close/>
                <a:moveTo>
                  <a:pt x="80" y="111"/>
                </a:moveTo>
                <a:cubicBezTo>
                  <a:pt x="82" y="111"/>
                  <a:pt x="83" y="113"/>
                  <a:pt x="83" y="114"/>
                </a:cubicBezTo>
                <a:cubicBezTo>
                  <a:pt x="83" y="116"/>
                  <a:pt x="82" y="117"/>
                  <a:pt x="80" y="117"/>
                </a:cubicBezTo>
                <a:cubicBezTo>
                  <a:pt x="78" y="117"/>
                  <a:pt x="77" y="116"/>
                  <a:pt x="77" y="114"/>
                </a:cubicBezTo>
                <a:cubicBezTo>
                  <a:pt x="77" y="113"/>
                  <a:pt x="78" y="111"/>
                  <a:pt x="80" y="111"/>
                </a:cubicBezTo>
                <a:close/>
                <a:moveTo>
                  <a:pt x="80" y="129"/>
                </a:moveTo>
                <a:cubicBezTo>
                  <a:pt x="82" y="129"/>
                  <a:pt x="83" y="130"/>
                  <a:pt x="83" y="131"/>
                </a:cubicBezTo>
                <a:cubicBezTo>
                  <a:pt x="83" y="133"/>
                  <a:pt x="82" y="134"/>
                  <a:pt x="80" y="134"/>
                </a:cubicBezTo>
                <a:cubicBezTo>
                  <a:pt x="78" y="134"/>
                  <a:pt x="77" y="133"/>
                  <a:pt x="77" y="131"/>
                </a:cubicBezTo>
                <a:cubicBezTo>
                  <a:pt x="77" y="130"/>
                  <a:pt x="78" y="129"/>
                  <a:pt x="80" y="129"/>
                </a:cubicBezTo>
                <a:close/>
                <a:moveTo>
                  <a:pt x="89" y="120"/>
                </a:moveTo>
                <a:cubicBezTo>
                  <a:pt x="90" y="120"/>
                  <a:pt x="91" y="121"/>
                  <a:pt x="91" y="123"/>
                </a:cubicBezTo>
                <a:cubicBezTo>
                  <a:pt x="91" y="124"/>
                  <a:pt x="90" y="126"/>
                  <a:pt x="89" y="126"/>
                </a:cubicBezTo>
                <a:cubicBezTo>
                  <a:pt x="87" y="126"/>
                  <a:pt x="86" y="124"/>
                  <a:pt x="86" y="123"/>
                </a:cubicBezTo>
                <a:cubicBezTo>
                  <a:pt x="86" y="121"/>
                  <a:pt x="87" y="120"/>
                  <a:pt x="89" y="120"/>
                </a:cubicBezTo>
                <a:close/>
                <a:moveTo>
                  <a:pt x="97" y="111"/>
                </a:moveTo>
                <a:cubicBezTo>
                  <a:pt x="99" y="111"/>
                  <a:pt x="100" y="113"/>
                  <a:pt x="100" y="114"/>
                </a:cubicBezTo>
                <a:cubicBezTo>
                  <a:pt x="100" y="116"/>
                  <a:pt x="99" y="117"/>
                  <a:pt x="97" y="117"/>
                </a:cubicBezTo>
                <a:cubicBezTo>
                  <a:pt x="96" y="117"/>
                  <a:pt x="94" y="116"/>
                  <a:pt x="94" y="114"/>
                </a:cubicBezTo>
                <a:cubicBezTo>
                  <a:pt x="94" y="113"/>
                  <a:pt x="96" y="111"/>
                  <a:pt x="97" y="111"/>
                </a:cubicBezTo>
                <a:close/>
                <a:moveTo>
                  <a:pt x="114" y="111"/>
                </a:moveTo>
                <a:cubicBezTo>
                  <a:pt x="116" y="111"/>
                  <a:pt x="117" y="113"/>
                  <a:pt x="117" y="114"/>
                </a:cubicBezTo>
                <a:cubicBezTo>
                  <a:pt x="117" y="116"/>
                  <a:pt x="116" y="117"/>
                  <a:pt x="114" y="117"/>
                </a:cubicBezTo>
                <a:cubicBezTo>
                  <a:pt x="113" y="117"/>
                  <a:pt x="111" y="116"/>
                  <a:pt x="111" y="114"/>
                </a:cubicBezTo>
                <a:cubicBezTo>
                  <a:pt x="111" y="113"/>
                  <a:pt x="113" y="111"/>
                  <a:pt x="114" y="111"/>
                </a:cubicBezTo>
                <a:close/>
                <a:moveTo>
                  <a:pt x="97" y="129"/>
                </a:moveTo>
                <a:cubicBezTo>
                  <a:pt x="99" y="129"/>
                  <a:pt x="100" y="130"/>
                  <a:pt x="100" y="131"/>
                </a:cubicBezTo>
                <a:cubicBezTo>
                  <a:pt x="100" y="133"/>
                  <a:pt x="99" y="134"/>
                  <a:pt x="97" y="134"/>
                </a:cubicBezTo>
                <a:cubicBezTo>
                  <a:pt x="96" y="134"/>
                  <a:pt x="94" y="133"/>
                  <a:pt x="94" y="131"/>
                </a:cubicBezTo>
                <a:cubicBezTo>
                  <a:pt x="94" y="130"/>
                  <a:pt x="96" y="129"/>
                  <a:pt x="97" y="129"/>
                </a:cubicBezTo>
                <a:close/>
                <a:moveTo>
                  <a:pt x="114" y="129"/>
                </a:moveTo>
                <a:cubicBezTo>
                  <a:pt x="116" y="129"/>
                  <a:pt x="117" y="130"/>
                  <a:pt x="117" y="131"/>
                </a:cubicBezTo>
                <a:cubicBezTo>
                  <a:pt x="117" y="133"/>
                  <a:pt x="116" y="134"/>
                  <a:pt x="114" y="134"/>
                </a:cubicBezTo>
                <a:cubicBezTo>
                  <a:pt x="113" y="134"/>
                  <a:pt x="111" y="133"/>
                  <a:pt x="111" y="131"/>
                </a:cubicBezTo>
                <a:cubicBezTo>
                  <a:pt x="111" y="130"/>
                  <a:pt x="113" y="129"/>
                  <a:pt x="114" y="129"/>
                </a:cubicBezTo>
                <a:close/>
                <a:moveTo>
                  <a:pt x="106" y="120"/>
                </a:moveTo>
                <a:cubicBezTo>
                  <a:pt x="107" y="120"/>
                  <a:pt x="109" y="121"/>
                  <a:pt x="109" y="123"/>
                </a:cubicBezTo>
                <a:cubicBezTo>
                  <a:pt x="109" y="124"/>
                  <a:pt x="107" y="126"/>
                  <a:pt x="106" y="126"/>
                </a:cubicBezTo>
                <a:cubicBezTo>
                  <a:pt x="104" y="126"/>
                  <a:pt x="103" y="124"/>
                  <a:pt x="103" y="123"/>
                </a:cubicBezTo>
                <a:cubicBezTo>
                  <a:pt x="103" y="121"/>
                  <a:pt x="104" y="120"/>
                  <a:pt x="106" y="120"/>
                </a:cubicBezTo>
                <a:close/>
                <a:moveTo>
                  <a:pt x="123" y="120"/>
                </a:moveTo>
                <a:cubicBezTo>
                  <a:pt x="124" y="120"/>
                  <a:pt x="126" y="121"/>
                  <a:pt x="126" y="123"/>
                </a:cubicBezTo>
                <a:cubicBezTo>
                  <a:pt x="126" y="124"/>
                  <a:pt x="124" y="126"/>
                  <a:pt x="123" y="126"/>
                </a:cubicBezTo>
                <a:cubicBezTo>
                  <a:pt x="121" y="126"/>
                  <a:pt x="120" y="124"/>
                  <a:pt x="120" y="123"/>
                </a:cubicBezTo>
                <a:cubicBezTo>
                  <a:pt x="120" y="121"/>
                  <a:pt x="121" y="120"/>
                  <a:pt x="123" y="120"/>
                </a:cubicBezTo>
                <a:close/>
                <a:moveTo>
                  <a:pt x="63" y="43"/>
                </a:moveTo>
                <a:cubicBezTo>
                  <a:pt x="64" y="43"/>
                  <a:pt x="66" y="44"/>
                  <a:pt x="66" y="46"/>
                </a:cubicBezTo>
                <a:cubicBezTo>
                  <a:pt x="66" y="47"/>
                  <a:pt x="64" y="49"/>
                  <a:pt x="63" y="49"/>
                </a:cubicBezTo>
                <a:cubicBezTo>
                  <a:pt x="61" y="49"/>
                  <a:pt x="60" y="47"/>
                  <a:pt x="60" y="46"/>
                </a:cubicBezTo>
                <a:cubicBezTo>
                  <a:pt x="60" y="44"/>
                  <a:pt x="61" y="43"/>
                  <a:pt x="63" y="43"/>
                </a:cubicBezTo>
                <a:close/>
                <a:moveTo>
                  <a:pt x="63" y="60"/>
                </a:moveTo>
                <a:cubicBezTo>
                  <a:pt x="64" y="60"/>
                  <a:pt x="66" y="61"/>
                  <a:pt x="66" y="63"/>
                </a:cubicBezTo>
                <a:cubicBezTo>
                  <a:pt x="66" y="64"/>
                  <a:pt x="64" y="66"/>
                  <a:pt x="63" y="66"/>
                </a:cubicBezTo>
                <a:cubicBezTo>
                  <a:pt x="61" y="66"/>
                  <a:pt x="60" y="64"/>
                  <a:pt x="60" y="63"/>
                </a:cubicBezTo>
                <a:cubicBezTo>
                  <a:pt x="60" y="61"/>
                  <a:pt x="61" y="60"/>
                  <a:pt x="63" y="60"/>
                </a:cubicBezTo>
                <a:close/>
                <a:moveTo>
                  <a:pt x="71" y="51"/>
                </a:moveTo>
                <a:cubicBezTo>
                  <a:pt x="73" y="51"/>
                  <a:pt x="74" y="53"/>
                  <a:pt x="74" y="54"/>
                </a:cubicBezTo>
                <a:cubicBezTo>
                  <a:pt x="74" y="56"/>
                  <a:pt x="73" y="57"/>
                  <a:pt x="71" y="57"/>
                </a:cubicBezTo>
                <a:cubicBezTo>
                  <a:pt x="70" y="57"/>
                  <a:pt x="69" y="56"/>
                  <a:pt x="69" y="54"/>
                </a:cubicBezTo>
                <a:cubicBezTo>
                  <a:pt x="69" y="53"/>
                  <a:pt x="70" y="51"/>
                  <a:pt x="71" y="51"/>
                </a:cubicBezTo>
                <a:close/>
                <a:moveTo>
                  <a:pt x="71" y="69"/>
                </a:moveTo>
                <a:cubicBezTo>
                  <a:pt x="73" y="69"/>
                  <a:pt x="74" y="70"/>
                  <a:pt x="74" y="71"/>
                </a:cubicBezTo>
                <a:cubicBezTo>
                  <a:pt x="74" y="73"/>
                  <a:pt x="73" y="74"/>
                  <a:pt x="71" y="74"/>
                </a:cubicBezTo>
                <a:cubicBezTo>
                  <a:pt x="70" y="74"/>
                  <a:pt x="69" y="73"/>
                  <a:pt x="69" y="71"/>
                </a:cubicBezTo>
                <a:cubicBezTo>
                  <a:pt x="69" y="70"/>
                  <a:pt x="70" y="69"/>
                  <a:pt x="71" y="69"/>
                </a:cubicBezTo>
                <a:close/>
                <a:moveTo>
                  <a:pt x="63" y="77"/>
                </a:moveTo>
                <a:cubicBezTo>
                  <a:pt x="64" y="77"/>
                  <a:pt x="66" y="78"/>
                  <a:pt x="66" y="80"/>
                </a:cubicBezTo>
                <a:cubicBezTo>
                  <a:pt x="66" y="82"/>
                  <a:pt x="64" y="83"/>
                  <a:pt x="63" y="83"/>
                </a:cubicBezTo>
                <a:cubicBezTo>
                  <a:pt x="61" y="83"/>
                  <a:pt x="60" y="82"/>
                  <a:pt x="60" y="80"/>
                </a:cubicBezTo>
                <a:cubicBezTo>
                  <a:pt x="60" y="78"/>
                  <a:pt x="61" y="77"/>
                  <a:pt x="63" y="77"/>
                </a:cubicBezTo>
                <a:close/>
                <a:moveTo>
                  <a:pt x="63" y="94"/>
                </a:moveTo>
                <a:cubicBezTo>
                  <a:pt x="64" y="94"/>
                  <a:pt x="66" y="96"/>
                  <a:pt x="66" y="97"/>
                </a:cubicBezTo>
                <a:cubicBezTo>
                  <a:pt x="66" y="99"/>
                  <a:pt x="64" y="100"/>
                  <a:pt x="63" y="100"/>
                </a:cubicBezTo>
                <a:cubicBezTo>
                  <a:pt x="61" y="100"/>
                  <a:pt x="60" y="99"/>
                  <a:pt x="60" y="97"/>
                </a:cubicBezTo>
                <a:cubicBezTo>
                  <a:pt x="60" y="96"/>
                  <a:pt x="61" y="94"/>
                  <a:pt x="63" y="94"/>
                </a:cubicBezTo>
                <a:close/>
                <a:moveTo>
                  <a:pt x="71" y="86"/>
                </a:moveTo>
                <a:cubicBezTo>
                  <a:pt x="73" y="86"/>
                  <a:pt x="74" y="87"/>
                  <a:pt x="74" y="89"/>
                </a:cubicBezTo>
                <a:cubicBezTo>
                  <a:pt x="74" y="90"/>
                  <a:pt x="73" y="91"/>
                  <a:pt x="71" y="91"/>
                </a:cubicBezTo>
                <a:cubicBezTo>
                  <a:pt x="70" y="91"/>
                  <a:pt x="69" y="90"/>
                  <a:pt x="69" y="89"/>
                </a:cubicBezTo>
                <a:cubicBezTo>
                  <a:pt x="69" y="87"/>
                  <a:pt x="70" y="86"/>
                  <a:pt x="71" y="86"/>
                </a:cubicBezTo>
                <a:close/>
                <a:moveTo>
                  <a:pt x="71" y="103"/>
                </a:moveTo>
                <a:cubicBezTo>
                  <a:pt x="73" y="103"/>
                  <a:pt x="74" y="104"/>
                  <a:pt x="74" y="106"/>
                </a:cubicBezTo>
                <a:cubicBezTo>
                  <a:pt x="74" y="107"/>
                  <a:pt x="73" y="109"/>
                  <a:pt x="71" y="109"/>
                </a:cubicBezTo>
                <a:cubicBezTo>
                  <a:pt x="70" y="109"/>
                  <a:pt x="69" y="107"/>
                  <a:pt x="69" y="106"/>
                </a:cubicBezTo>
                <a:cubicBezTo>
                  <a:pt x="69" y="104"/>
                  <a:pt x="70" y="103"/>
                  <a:pt x="71" y="103"/>
                </a:cubicBezTo>
                <a:close/>
                <a:moveTo>
                  <a:pt x="63" y="111"/>
                </a:moveTo>
                <a:cubicBezTo>
                  <a:pt x="64" y="111"/>
                  <a:pt x="66" y="113"/>
                  <a:pt x="66" y="114"/>
                </a:cubicBezTo>
                <a:cubicBezTo>
                  <a:pt x="66" y="116"/>
                  <a:pt x="64" y="117"/>
                  <a:pt x="63" y="117"/>
                </a:cubicBezTo>
                <a:cubicBezTo>
                  <a:pt x="61" y="117"/>
                  <a:pt x="60" y="116"/>
                  <a:pt x="60" y="114"/>
                </a:cubicBezTo>
                <a:cubicBezTo>
                  <a:pt x="60" y="113"/>
                  <a:pt x="61" y="111"/>
                  <a:pt x="63" y="111"/>
                </a:cubicBezTo>
                <a:close/>
                <a:moveTo>
                  <a:pt x="63" y="129"/>
                </a:moveTo>
                <a:cubicBezTo>
                  <a:pt x="64" y="129"/>
                  <a:pt x="66" y="130"/>
                  <a:pt x="66" y="131"/>
                </a:cubicBezTo>
                <a:cubicBezTo>
                  <a:pt x="66" y="133"/>
                  <a:pt x="64" y="134"/>
                  <a:pt x="63" y="134"/>
                </a:cubicBezTo>
                <a:cubicBezTo>
                  <a:pt x="61" y="134"/>
                  <a:pt x="60" y="133"/>
                  <a:pt x="60" y="131"/>
                </a:cubicBezTo>
                <a:cubicBezTo>
                  <a:pt x="60" y="130"/>
                  <a:pt x="61" y="129"/>
                  <a:pt x="63" y="129"/>
                </a:cubicBezTo>
                <a:close/>
                <a:moveTo>
                  <a:pt x="71" y="120"/>
                </a:moveTo>
                <a:cubicBezTo>
                  <a:pt x="73" y="120"/>
                  <a:pt x="74" y="121"/>
                  <a:pt x="74" y="123"/>
                </a:cubicBezTo>
                <a:cubicBezTo>
                  <a:pt x="74" y="124"/>
                  <a:pt x="73" y="126"/>
                  <a:pt x="71" y="126"/>
                </a:cubicBezTo>
                <a:cubicBezTo>
                  <a:pt x="70" y="126"/>
                  <a:pt x="69" y="124"/>
                  <a:pt x="69" y="123"/>
                </a:cubicBezTo>
                <a:cubicBezTo>
                  <a:pt x="69" y="121"/>
                  <a:pt x="70" y="120"/>
                  <a:pt x="71" y="120"/>
                </a:cubicBezTo>
                <a:close/>
                <a:moveTo>
                  <a:pt x="11" y="43"/>
                </a:moveTo>
                <a:cubicBezTo>
                  <a:pt x="13" y="43"/>
                  <a:pt x="14" y="44"/>
                  <a:pt x="14" y="46"/>
                </a:cubicBezTo>
                <a:cubicBezTo>
                  <a:pt x="14" y="47"/>
                  <a:pt x="13" y="49"/>
                  <a:pt x="11" y="49"/>
                </a:cubicBezTo>
                <a:cubicBezTo>
                  <a:pt x="10" y="49"/>
                  <a:pt x="9" y="47"/>
                  <a:pt x="9" y="46"/>
                </a:cubicBezTo>
                <a:cubicBezTo>
                  <a:pt x="9" y="44"/>
                  <a:pt x="10" y="43"/>
                  <a:pt x="11" y="43"/>
                </a:cubicBezTo>
                <a:close/>
                <a:moveTo>
                  <a:pt x="11" y="60"/>
                </a:moveTo>
                <a:cubicBezTo>
                  <a:pt x="13" y="60"/>
                  <a:pt x="14" y="61"/>
                  <a:pt x="14" y="63"/>
                </a:cubicBezTo>
                <a:cubicBezTo>
                  <a:pt x="14" y="64"/>
                  <a:pt x="13" y="66"/>
                  <a:pt x="11" y="66"/>
                </a:cubicBezTo>
                <a:cubicBezTo>
                  <a:pt x="10" y="66"/>
                  <a:pt x="9" y="64"/>
                  <a:pt x="9" y="63"/>
                </a:cubicBezTo>
                <a:cubicBezTo>
                  <a:pt x="9" y="61"/>
                  <a:pt x="10" y="60"/>
                  <a:pt x="11" y="60"/>
                </a:cubicBezTo>
                <a:close/>
                <a:moveTo>
                  <a:pt x="20" y="51"/>
                </a:moveTo>
                <a:cubicBezTo>
                  <a:pt x="22" y="51"/>
                  <a:pt x="23" y="53"/>
                  <a:pt x="23" y="54"/>
                </a:cubicBezTo>
                <a:cubicBezTo>
                  <a:pt x="23" y="56"/>
                  <a:pt x="22" y="57"/>
                  <a:pt x="20" y="57"/>
                </a:cubicBezTo>
                <a:cubicBezTo>
                  <a:pt x="18" y="57"/>
                  <a:pt x="17" y="56"/>
                  <a:pt x="17" y="54"/>
                </a:cubicBezTo>
                <a:cubicBezTo>
                  <a:pt x="17" y="53"/>
                  <a:pt x="18" y="51"/>
                  <a:pt x="20" y="51"/>
                </a:cubicBezTo>
                <a:close/>
                <a:moveTo>
                  <a:pt x="20" y="69"/>
                </a:moveTo>
                <a:cubicBezTo>
                  <a:pt x="22" y="69"/>
                  <a:pt x="23" y="70"/>
                  <a:pt x="23" y="71"/>
                </a:cubicBezTo>
                <a:cubicBezTo>
                  <a:pt x="23" y="73"/>
                  <a:pt x="22" y="74"/>
                  <a:pt x="20" y="74"/>
                </a:cubicBezTo>
                <a:cubicBezTo>
                  <a:pt x="18" y="74"/>
                  <a:pt x="17" y="73"/>
                  <a:pt x="17" y="71"/>
                </a:cubicBezTo>
                <a:cubicBezTo>
                  <a:pt x="17" y="70"/>
                  <a:pt x="18" y="69"/>
                  <a:pt x="20" y="69"/>
                </a:cubicBezTo>
                <a:close/>
                <a:moveTo>
                  <a:pt x="29" y="43"/>
                </a:moveTo>
                <a:cubicBezTo>
                  <a:pt x="30" y="43"/>
                  <a:pt x="31" y="44"/>
                  <a:pt x="31" y="46"/>
                </a:cubicBezTo>
                <a:cubicBezTo>
                  <a:pt x="31" y="47"/>
                  <a:pt x="30" y="49"/>
                  <a:pt x="29" y="49"/>
                </a:cubicBezTo>
                <a:cubicBezTo>
                  <a:pt x="27" y="49"/>
                  <a:pt x="26" y="47"/>
                  <a:pt x="26" y="46"/>
                </a:cubicBezTo>
                <a:cubicBezTo>
                  <a:pt x="26" y="44"/>
                  <a:pt x="27" y="43"/>
                  <a:pt x="29" y="43"/>
                </a:cubicBezTo>
                <a:close/>
                <a:moveTo>
                  <a:pt x="46" y="43"/>
                </a:moveTo>
                <a:cubicBezTo>
                  <a:pt x="47" y="43"/>
                  <a:pt x="49" y="44"/>
                  <a:pt x="49" y="46"/>
                </a:cubicBezTo>
                <a:cubicBezTo>
                  <a:pt x="49" y="47"/>
                  <a:pt x="47" y="49"/>
                  <a:pt x="46" y="49"/>
                </a:cubicBezTo>
                <a:cubicBezTo>
                  <a:pt x="44" y="49"/>
                  <a:pt x="43" y="47"/>
                  <a:pt x="43" y="46"/>
                </a:cubicBezTo>
                <a:cubicBezTo>
                  <a:pt x="43" y="44"/>
                  <a:pt x="44" y="43"/>
                  <a:pt x="46" y="43"/>
                </a:cubicBezTo>
                <a:close/>
                <a:moveTo>
                  <a:pt x="29" y="60"/>
                </a:moveTo>
                <a:cubicBezTo>
                  <a:pt x="30" y="60"/>
                  <a:pt x="31" y="61"/>
                  <a:pt x="31" y="63"/>
                </a:cubicBezTo>
                <a:cubicBezTo>
                  <a:pt x="31" y="64"/>
                  <a:pt x="30" y="66"/>
                  <a:pt x="29" y="66"/>
                </a:cubicBezTo>
                <a:cubicBezTo>
                  <a:pt x="27" y="66"/>
                  <a:pt x="26" y="64"/>
                  <a:pt x="26" y="63"/>
                </a:cubicBezTo>
                <a:cubicBezTo>
                  <a:pt x="26" y="61"/>
                  <a:pt x="27" y="60"/>
                  <a:pt x="29" y="60"/>
                </a:cubicBezTo>
                <a:close/>
                <a:moveTo>
                  <a:pt x="46" y="60"/>
                </a:moveTo>
                <a:cubicBezTo>
                  <a:pt x="47" y="60"/>
                  <a:pt x="49" y="61"/>
                  <a:pt x="49" y="63"/>
                </a:cubicBezTo>
                <a:cubicBezTo>
                  <a:pt x="49" y="64"/>
                  <a:pt x="47" y="66"/>
                  <a:pt x="46" y="66"/>
                </a:cubicBezTo>
                <a:cubicBezTo>
                  <a:pt x="44" y="66"/>
                  <a:pt x="43" y="64"/>
                  <a:pt x="43" y="63"/>
                </a:cubicBezTo>
                <a:cubicBezTo>
                  <a:pt x="43" y="61"/>
                  <a:pt x="44" y="60"/>
                  <a:pt x="46" y="60"/>
                </a:cubicBezTo>
                <a:close/>
                <a:moveTo>
                  <a:pt x="37" y="51"/>
                </a:moveTo>
                <a:cubicBezTo>
                  <a:pt x="39" y="51"/>
                  <a:pt x="40" y="53"/>
                  <a:pt x="40" y="54"/>
                </a:cubicBezTo>
                <a:cubicBezTo>
                  <a:pt x="40" y="56"/>
                  <a:pt x="39" y="57"/>
                  <a:pt x="37" y="57"/>
                </a:cubicBezTo>
                <a:cubicBezTo>
                  <a:pt x="36" y="57"/>
                  <a:pt x="34" y="56"/>
                  <a:pt x="34" y="54"/>
                </a:cubicBezTo>
                <a:cubicBezTo>
                  <a:pt x="34" y="53"/>
                  <a:pt x="36" y="51"/>
                  <a:pt x="37" y="51"/>
                </a:cubicBezTo>
                <a:close/>
                <a:moveTo>
                  <a:pt x="54" y="51"/>
                </a:moveTo>
                <a:cubicBezTo>
                  <a:pt x="56" y="51"/>
                  <a:pt x="57" y="53"/>
                  <a:pt x="57" y="54"/>
                </a:cubicBezTo>
                <a:cubicBezTo>
                  <a:pt x="57" y="56"/>
                  <a:pt x="56" y="57"/>
                  <a:pt x="54" y="57"/>
                </a:cubicBezTo>
                <a:cubicBezTo>
                  <a:pt x="53" y="57"/>
                  <a:pt x="51" y="56"/>
                  <a:pt x="51" y="54"/>
                </a:cubicBezTo>
                <a:cubicBezTo>
                  <a:pt x="51" y="53"/>
                  <a:pt x="53" y="51"/>
                  <a:pt x="54" y="51"/>
                </a:cubicBezTo>
                <a:close/>
                <a:moveTo>
                  <a:pt x="37" y="69"/>
                </a:moveTo>
                <a:cubicBezTo>
                  <a:pt x="39" y="69"/>
                  <a:pt x="40" y="70"/>
                  <a:pt x="40" y="71"/>
                </a:cubicBezTo>
                <a:cubicBezTo>
                  <a:pt x="40" y="73"/>
                  <a:pt x="39" y="74"/>
                  <a:pt x="37" y="74"/>
                </a:cubicBezTo>
                <a:cubicBezTo>
                  <a:pt x="36" y="74"/>
                  <a:pt x="34" y="73"/>
                  <a:pt x="34" y="71"/>
                </a:cubicBezTo>
                <a:cubicBezTo>
                  <a:pt x="34" y="70"/>
                  <a:pt x="36" y="69"/>
                  <a:pt x="37" y="69"/>
                </a:cubicBezTo>
                <a:close/>
                <a:moveTo>
                  <a:pt x="54" y="69"/>
                </a:moveTo>
                <a:cubicBezTo>
                  <a:pt x="56" y="69"/>
                  <a:pt x="57" y="70"/>
                  <a:pt x="57" y="71"/>
                </a:cubicBezTo>
                <a:cubicBezTo>
                  <a:pt x="57" y="73"/>
                  <a:pt x="56" y="74"/>
                  <a:pt x="54" y="74"/>
                </a:cubicBezTo>
                <a:cubicBezTo>
                  <a:pt x="53" y="74"/>
                  <a:pt x="51" y="73"/>
                  <a:pt x="51" y="71"/>
                </a:cubicBezTo>
                <a:cubicBezTo>
                  <a:pt x="51" y="70"/>
                  <a:pt x="53" y="69"/>
                  <a:pt x="54" y="69"/>
                </a:cubicBezTo>
                <a:close/>
                <a:moveTo>
                  <a:pt x="11" y="77"/>
                </a:moveTo>
                <a:cubicBezTo>
                  <a:pt x="13" y="77"/>
                  <a:pt x="14" y="78"/>
                  <a:pt x="14" y="80"/>
                </a:cubicBezTo>
                <a:cubicBezTo>
                  <a:pt x="14" y="82"/>
                  <a:pt x="13" y="83"/>
                  <a:pt x="11" y="83"/>
                </a:cubicBezTo>
                <a:cubicBezTo>
                  <a:pt x="10" y="83"/>
                  <a:pt x="9" y="82"/>
                  <a:pt x="9" y="80"/>
                </a:cubicBezTo>
                <a:cubicBezTo>
                  <a:pt x="9" y="78"/>
                  <a:pt x="10" y="77"/>
                  <a:pt x="11" y="77"/>
                </a:cubicBezTo>
                <a:close/>
                <a:moveTo>
                  <a:pt x="11" y="94"/>
                </a:moveTo>
                <a:cubicBezTo>
                  <a:pt x="13" y="94"/>
                  <a:pt x="14" y="96"/>
                  <a:pt x="14" y="97"/>
                </a:cubicBezTo>
                <a:cubicBezTo>
                  <a:pt x="14" y="99"/>
                  <a:pt x="13" y="100"/>
                  <a:pt x="11" y="100"/>
                </a:cubicBezTo>
                <a:cubicBezTo>
                  <a:pt x="10" y="100"/>
                  <a:pt x="9" y="99"/>
                  <a:pt x="9" y="97"/>
                </a:cubicBezTo>
                <a:cubicBezTo>
                  <a:pt x="9" y="96"/>
                  <a:pt x="10" y="94"/>
                  <a:pt x="11" y="94"/>
                </a:cubicBezTo>
                <a:close/>
                <a:moveTo>
                  <a:pt x="20" y="86"/>
                </a:moveTo>
                <a:cubicBezTo>
                  <a:pt x="22" y="86"/>
                  <a:pt x="23" y="87"/>
                  <a:pt x="23" y="89"/>
                </a:cubicBezTo>
                <a:cubicBezTo>
                  <a:pt x="23" y="90"/>
                  <a:pt x="22" y="91"/>
                  <a:pt x="20" y="91"/>
                </a:cubicBezTo>
                <a:cubicBezTo>
                  <a:pt x="18" y="91"/>
                  <a:pt x="17" y="90"/>
                  <a:pt x="17" y="89"/>
                </a:cubicBezTo>
                <a:cubicBezTo>
                  <a:pt x="17" y="87"/>
                  <a:pt x="18" y="86"/>
                  <a:pt x="20" y="86"/>
                </a:cubicBezTo>
                <a:close/>
                <a:moveTo>
                  <a:pt x="20" y="103"/>
                </a:moveTo>
                <a:cubicBezTo>
                  <a:pt x="22" y="103"/>
                  <a:pt x="23" y="104"/>
                  <a:pt x="23" y="106"/>
                </a:cubicBezTo>
                <a:cubicBezTo>
                  <a:pt x="23" y="107"/>
                  <a:pt x="22" y="109"/>
                  <a:pt x="20" y="109"/>
                </a:cubicBezTo>
                <a:cubicBezTo>
                  <a:pt x="18" y="109"/>
                  <a:pt x="17" y="107"/>
                  <a:pt x="17" y="106"/>
                </a:cubicBezTo>
                <a:cubicBezTo>
                  <a:pt x="17" y="104"/>
                  <a:pt x="18" y="103"/>
                  <a:pt x="20" y="103"/>
                </a:cubicBezTo>
                <a:close/>
                <a:moveTo>
                  <a:pt x="29" y="77"/>
                </a:moveTo>
                <a:cubicBezTo>
                  <a:pt x="30" y="77"/>
                  <a:pt x="31" y="78"/>
                  <a:pt x="31" y="80"/>
                </a:cubicBezTo>
                <a:cubicBezTo>
                  <a:pt x="31" y="82"/>
                  <a:pt x="30" y="83"/>
                  <a:pt x="29" y="83"/>
                </a:cubicBezTo>
                <a:cubicBezTo>
                  <a:pt x="27" y="83"/>
                  <a:pt x="26" y="82"/>
                  <a:pt x="26" y="80"/>
                </a:cubicBezTo>
                <a:cubicBezTo>
                  <a:pt x="26" y="78"/>
                  <a:pt x="27" y="77"/>
                  <a:pt x="29" y="77"/>
                </a:cubicBezTo>
                <a:close/>
                <a:moveTo>
                  <a:pt x="46" y="77"/>
                </a:moveTo>
                <a:cubicBezTo>
                  <a:pt x="47" y="77"/>
                  <a:pt x="49" y="78"/>
                  <a:pt x="49" y="80"/>
                </a:cubicBezTo>
                <a:cubicBezTo>
                  <a:pt x="49" y="82"/>
                  <a:pt x="47" y="83"/>
                  <a:pt x="46" y="83"/>
                </a:cubicBezTo>
                <a:cubicBezTo>
                  <a:pt x="44" y="83"/>
                  <a:pt x="43" y="82"/>
                  <a:pt x="43" y="80"/>
                </a:cubicBezTo>
                <a:cubicBezTo>
                  <a:pt x="43" y="78"/>
                  <a:pt x="44" y="77"/>
                  <a:pt x="46" y="77"/>
                </a:cubicBezTo>
                <a:close/>
                <a:moveTo>
                  <a:pt x="29" y="94"/>
                </a:moveTo>
                <a:cubicBezTo>
                  <a:pt x="30" y="94"/>
                  <a:pt x="31" y="96"/>
                  <a:pt x="31" y="97"/>
                </a:cubicBezTo>
                <a:cubicBezTo>
                  <a:pt x="31" y="99"/>
                  <a:pt x="30" y="100"/>
                  <a:pt x="29" y="100"/>
                </a:cubicBezTo>
                <a:cubicBezTo>
                  <a:pt x="27" y="100"/>
                  <a:pt x="26" y="99"/>
                  <a:pt x="26" y="97"/>
                </a:cubicBezTo>
                <a:cubicBezTo>
                  <a:pt x="26" y="96"/>
                  <a:pt x="27" y="94"/>
                  <a:pt x="29" y="94"/>
                </a:cubicBezTo>
                <a:close/>
                <a:moveTo>
                  <a:pt x="46" y="94"/>
                </a:moveTo>
                <a:cubicBezTo>
                  <a:pt x="47" y="94"/>
                  <a:pt x="49" y="96"/>
                  <a:pt x="49" y="97"/>
                </a:cubicBezTo>
                <a:cubicBezTo>
                  <a:pt x="49" y="99"/>
                  <a:pt x="47" y="100"/>
                  <a:pt x="46" y="100"/>
                </a:cubicBezTo>
                <a:cubicBezTo>
                  <a:pt x="44" y="100"/>
                  <a:pt x="43" y="99"/>
                  <a:pt x="43" y="97"/>
                </a:cubicBezTo>
                <a:cubicBezTo>
                  <a:pt x="43" y="96"/>
                  <a:pt x="44" y="94"/>
                  <a:pt x="46" y="94"/>
                </a:cubicBezTo>
                <a:close/>
                <a:moveTo>
                  <a:pt x="37" y="86"/>
                </a:moveTo>
                <a:cubicBezTo>
                  <a:pt x="39" y="86"/>
                  <a:pt x="40" y="87"/>
                  <a:pt x="40" y="89"/>
                </a:cubicBezTo>
                <a:cubicBezTo>
                  <a:pt x="40" y="90"/>
                  <a:pt x="39" y="91"/>
                  <a:pt x="37" y="91"/>
                </a:cubicBezTo>
                <a:cubicBezTo>
                  <a:pt x="36" y="91"/>
                  <a:pt x="34" y="90"/>
                  <a:pt x="34" y="89"/>
                </a:cubicBezTo>
                <a:cubicBezTo>
                  <a:pt x="34" y="87"/>
                  <a:pt x="36" y="86"/>
                  <a:pt x="37" y="86"/>
                </a:cubicBezTo>
                <a:close/>
                <a:moveTo>
                  <a:pt x="54" y="86"/>
                </a:moveTo>
                <a:cubicBezTo>
                  <a:pt x="56" y="86"/>
                  <a:pt x="57" y="87"/>
                  <a:pt x="57" y="89"/>
                </a:cubicBezTo>
                <a:cubicBezTo>
                  <a:pt x="57" y="90"/>
                  <a:pt x="56" y="91"/>
                  <a:pt x="54" y="91"/>
                </a:cubicBezTo>
                <a:cubicBezTo>
                  <a:pt x="53" y="91"/>
                  <a:pt x="51" y="90"/>
                  <a:pt x="51" y="89"/>
                </a:cubicBezTo>
                <a:cubicBezTo>
                  <a:pt x="51" y="87"/>
                  <a:pt x="53" y="86"/>
                  <a:pt x="54" y="86"/>
                </a:cubicBezTo>
                <a:close/>
                <a:moveTo>
                  <a:pt x="37" y="103"/>
                </a:moveTo>
                <a:cubicBezTo>
                  <a:pt x="39" y="103"/>
                  <a:pt x="40" y="104"/>
                  <a:pt x="40" y="106"/>
                </a:cubicBezTo>
                <a:cubicBezTo>
                  <a:pt x="40" y="107"/>
                  <a:pt x="39" y="109"/>
                  <a:pt x="37" y="109"/>
                </a:cubicBezTo>
                <a:cubicBezTo>
                  <a:pt x="36" y="109"/>
                  <a:pt x="34" y="107"/>
                  <a:pt x="34" y="106"/>
                </a:cubicBezTo>
                <a:cubicBezTo>
                  <a:pt x="34" y="104"/>
                  <a:pt x="36" y="103"/>
                  <a:pt x="37" y="103"/>
                </a:cubicBezTo>
                <a:close/>
                <a:moveTo>
                  <a:pt x="54" y="103"/>
                </a:moveTo>
                <a:cubicBezTo>
                  <a:pt x="56" y="103"/>
                  <a:pt x="57" y="104"/>
                  <a:pt x="57" y="106"/>
                </a:cubicBezTo>
                <a:cubicBezTo>
                  <a:pt x="57" y="107"/>
                  <a:pt x="56" y="109"/>
                  <a:pt x="54" y="109"/>
                </a:cubicBezTo>
                <a:cubicBezTo>
                  <a:pt x="53" y="109"/>
                  <a:pt x="51" y="107"/>
                  <a:pt x="51" y="106"/>
                </a:cubicBezTo>
                <a:cubicBezTo>
                  <a:pt x="51" y="104"/>
                  <a:pt x="53" y="103"/>
                  <a:pt x="54" y="103"/>
                </a:cubicBezTo>
                <a:close/>
                <a:moveTo>
                  <a:pt x="11" y="111"/>
                </a:moveTo>
                <a:cubicBezTo>
                  <a:pt x="13" y="111"/>
                  <a:pt x="14" y="113"/>
                  <a:pt x="14" y="114"/>
                </a:cubicBezTo>
                <a:cubicBezTo>
                  <a:pt x="14" y="116"/>
                  <a:pt x="13" y="117"/>
                  <a:pt x="11" y="117"/>
                </a:cubicBezTo>
                <a:cubicBezTo>
                  <a:pt x="10" y="117"/>
                  <a:pt x="9" y="116"/>
                  <a:pt x="9" y="114"/>
                </a:cubicBezTo>
                <a:cubicBezTo>
                  <a:pt x="9" y="113"/>
                  <a:pt x="10" y="111"/>
                  <a:pt x="11" y="111"/>
                </a:cubicBezTo>
                <a:close/>
                <a:moveTo>
                  <a:pt x="11" y="129"/>
                </a:moveTo>
                <a:cubicBezTo>
                  <a:pt x="13" y="129"/>
                  <a:pt x="14" y="130"/>
                  <a:pt x="14" y="131"/>
                </a:cubicBezTo>
                <a:cubicBezTo>
                  <a:pt x="14" y="133"/>
                  <a:pt x="13" y="134"/>
                  <a:pt x="11" y="134"/>
                </a:cubicBezTo>
                <a:cubicBezTo>
                  <a:pt x="10" y="134"/>
                  <a:pt x="9" y="133"/>
                  <a:pt x="9" y="131"/>
                </a:cubicBezTo>
                <a:cubicBezTo>
                  <a:pt x="9" y="130"/>
                  <a:pt x="10" y="129"/>
                  <a:pt x="11" y="129"/>
                </a:cubicBezTo>
                <a:close/>
                <a:moveTo>
                  <a:pt x="20" y="120"/>
                </a:moveTo>
                <a:cubicBezTo>
                  <a:pt x="22" y="120"/>
                  <a:pt x="23" y="121"/>
                  <a:pt x="23" y="123"/>
                </a:cubicBezTo>
                <a:cubicBezTo>
                  <a:pt x="23" y="124"/>
                  <a:pt x="22" y="126"/>
                  <a:pt x="20" y="126"/>
                </a:cubicBezTo>
                <a:cubicBezTo>
                  <a:pt x="18" y="126"/>
                  <a:pt x="17" y="124"/>
                  <a:pt x="17" y="123"/>
                </a:cubicBezTo>
                <a:cubicBezTo>
                  <a:pt x="17" y="121"/>
                  <a:pt x="18" y="120"/>
                  <a:pt x="20" y="120"/>
                </a:cubicBezTo>
                <a:close/>
                <a:moveTo>
                  <a:pt x="29" y="111"/>
                </a:moveTo>
                <a:cubicBezTo>
                  <a:pt x="30" y="111"/>
                  <a:pt x="31" y="113"/>
                  <a:pt x="31" y="114"/>
                </a:cubicBezTo>
                <a:cubicBezTo>
                  <a:pt x="31" y="116"/>
                  <a:pt x="30" y="117"/>
                  <a:pt x="29" y="117"/>
                </a:cubicBezTo>
                <a:cubicBezTo>
                  <a:pt x="27" y="117"/>
                  <a:pt x="26" y="116"/>
                  <a:pt x="26" y="114"/>
                </a:cubicBezTo>
                <a:cubicBezTo>
                  <a:pt x="26" y="113"/>
                  <a:pt x="27" y="111"/>
                  <a:pt x="29" y="111"/>
                </a:cubicBezTo>
                <a:close/>
                <a:moveTo>
                  <a:pt x="46" y="111"/>
                </a:moveTo>
                <a:cubicBezTo>
                  <a:pt x="47" y="111"/>
                  <a:pt x="49" y="113"/>
                  <a:pt x="49" y="114"/>
                </a:cubicBezTo>
                <a:cubicBezTo>
                  <a:pt x="49" y="116"/>
                  <a:pt x="47" y="117"/>
                  <a:pt x="46" y="117"/>
                </a:cubicBezTo>
                <a:cubicBezTo>
                  <a:pt x="44" y="117"/>
                  <a:pt x="43" y="116"/>
                  <a:pt x="43" y="114"/>
                </a:cubicBezTo>
                <a:cubicBezTo>
                  <a:pt x="43" y="113"/>
                  <a:pt x="44" y="111"/>
                  <a:pt x="46" y="111"/>
                </a:cubicBezTo>
                <a:close/>
                <a:moveTo>
                  <a:pt x="29" y="129"/>
                </a:moveTo>
                <a:cubicBezTo>
                  <a:pt x="30" y="129"/>
                  <a:pt x="31" y="130"/>
                  <a:pt x="31" y="131"/>
                </a:cubicBezTo>
                <a:cubicBezTo>
                  <a:pt x="31" y="133"/>
                  <a:pt x="30" y="134"/>
                  <a:pt x="29" y="134"/>
                </a:cubicBezTo>
                <a:cubicBezTo>
                  <a:pt x="27" y="134"/>
                  <a:pt x="26" y="133"/>
                  <a:pt x="26" y="131"/>
                </a:cubicBezTo>
                <a:cubicBezTo>
                  <a:pt x="26" y="130"/>
                  <a:pt x="27" y="129"/>
                  <a:pt x="29" y="129"/>
                </a:cubicBezTo>
                <a:close/>
                <a:moveTo>
                  <a:pt x="46" y="129"/>
                </a:moveTo>
                <a:cubicBezTo>
                  <a:pt x="47" y="129"/>
                  <a:pt x="49" y="130"/>
                  <a:pt x="49" y="131"/>
                </a:cubicBezTo>
                <a:cubicBezTo>
                  <a:pt x="49" y="133"/>
                  <a:pt x="47" y="134"/>
                  <a:pt x="46" y="134"/>
                </a:cubicBezTo>
                <a:cubicBezTo>
                  <a:pt x="44" y="134"/>
                  <a:pt x="43" y="133"/>
                  <a:pt x="43" y="131"/>
                </a:cubicBezTo>
                <a:cubicBezTo>
                  <a:pt x="43" y="130"/>
                  <a:pt x="44" y="129"/>
                  <a:pt x="46" y="129"/>
                </a:cubicBezTo>
                <a:close/>
                <a:moveTo>
                  <a:pt x="37" y="120"/>
                </a:moveTo>
                <a:cubicBezTo>
                  <a:pt x="39" y="120"/>
                  <a:pt x="40" y="121"/>
                  <a:pt x="40" y="123"/>
                </a:cubicBezTo>
                <a:cubicBezTo>
                  <a:pt x="40" y="124"/>
                  <a:pt x="39" y="126"/>
                  <a:pt x="37" y="126"/>
                </a:cubicBezTo>
                <a:cubicBezTo>
                  <a:pt x="36" y="126"/>
                  <a:pt x="34" y="124"/>
                  <a:pt x="34" y="123"/>
                </a:cubicBezTo>
                <a:cubicBezTo>
                  <a:pt x="34" y="121"/>
                  <a:pt x="36" y="120"/>
                  <a:pt x="37" y="120"/>
                </a:cubicBezTo>
                <a:close/>
                <a:moveTo>
                  <a:pt x="54" y="120"/>
                </a:moveTo>
                <a:cubicBezTo>
                  <a:pt x="56" y="120"/>
                  <a:pt x="57" y="121"/>
                  <a:pt x="57" y="123"/>
                </a:cubicBezTo>
                <a:cubicBezTo>
                  <a:pt x="57" y="124"/>
                  <a:pt x="56" y="126"/>
                  <a:pt x="54" y="126"/>
                </a:cubicBezTo>
                <a:cubicBezTo>
                  <a:pt x="53" y="126"/>
                  <a:pt x="51" y="124"/>
                  <a:pt x="51" y="123"/>
                </a:cubicBezTo>
                <a:cubicBezTo>
                  <a:pt x="51" y="121"/>
                  <a:pt x="53" y="120"/>
                  <a:pt x="54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085388" y="4254262"/>
            <a:ext cx="1734449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Give an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5388" y="4592816"/>
            <a:ext cx="176490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chemeClr val="bg1">
                    <a:alpha val="70000"/>
                  </a:schemeClr>
                </a:solidFill>
              </a:rPr>
              <a:t>How to work with the fund?</a:t>
            </a:r>
            <a:endParaRPr lang="en-US" sz="1200" dirty="0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5388" y="5255292"/>
            <a:ext cx="1734449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Give an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5388" y="5593846"/>
            <a:ext cx="1764907" cy="27699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200">
                <a:solidFill>
                  <a:schemeClr val="bg1">
                    <a:alpha val="70000"/>
                  </a:schemeClr>
                </a:solidFill>
              </a:rPr>
              <a:t>How to work with the fund?</a:t>
            </a:r>
            <a:endParaRPr lang="en-US" sz="1200" dirty="0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5" name="Freeform 61"/>
          <p:cNvSpPr>
            <a:spLocks noEditPoints="1"/>
          </p:cNvSpPr>
          <p:nvPr/>
        </p:nvSpPr>
        <p:spPr bwMode="auto">
          <a:xfrm>
            <a:off x="4643443" y="4329806"/>
            <a:ext cx="497242" cy="460506"/>
          </a:xfrm>
          <a:custGeom>
            <a:avLst/>
            <a:gdLst>
              <a:gd name="T0" fmla="*/ 117 w 160"/>
              <a:gd name="T1" fmla="*/ 95 h 147"/>
              <a:gd name="T2" fmla="*/ 127 w 160"/>
              <a:gd name="T3" fmla="*/ 68 h 147"/>
              <a:gd name="T4" fmla="*/ 131 w 160"/>
              <a:gd name="T5" fmla="*/ 41 h 147"/>
              <a:gd name="T6" fmla="*/ 99 w 160"/>
              <a:gd name="T7" fmla="*/ 0 h 147"/>
              <a:gd name="T8" fmla="*/ 51 w 160"/>
              <a:gd name="T9" fmla="*/ 19 h 147"/>
              <a:gd name="T10" fmla="*/ 19 w 160"/>
              <a:gd name="T11" fmla="*/ 61 h 147"/>
              <a:gd name="T12" fmla="*/ 32 w 160"/>
              <a:gd name="T13" fmla="*/ 94 h 147"/>
              <a:gd name="T14" fmla="*/ 11 w 160"/>
              <a:gd name="T15" fmla="*/ 118 h 147"/>
              <a:gd name="T16" fmla="*/ 37 w 160"/>
              <a:gd name="T17" fmla="*/ 147 h 147"/>
              <a:gd name="T18" fmla="*/ 160 w 160"/>
              <a:gd name="T19" fmla="*/ 136 h 147"/>
              <a:gd name="T20" fmla="*/ 37 w 160"/>
              <a:gd name="T21" fmla="*/ 141 h 147"/>
              <a:gd name="T22" fmla="*/ 14 w 160"/>
              <a:gd name="T23" fmla="*/ 123 h 147"/>
              <a:gd name="T24" fmla="*/ 37 w 160"/>
              <a:gd name="T25" fmla="*/ 92 h 147"/>
              <a:gd name="T26" fmla="*/ 27 w 160"/>
              <a:gd name="T27" fmla="*/ 74 h 147"/>
              <a:gd name="T28" fmla="*/ 24 w 160"/>
              <a:gd name="T29" fmla="*/ 61 h 147"/>
              <a:gd name="T30" fmla="*/ 27 w 160"/>
              <a:gd name="T31" fmla="*/ 43 h 147"/>
              <a:gd name="T32" fmla="*/ 67 w 160"/>
              <a:gd name="T33" fmla="*/ 41 h 147"/>
              <a:gd name="T34" fmla="*/ 64 w 160"/>
              <a:gd name="T35" fmla="*/ 61 h 147"/>
              <a:gd name="T36" fmla="*/ 65 w 160"/>
              <a:gd name="T37" fmla="*/ 63 h 147"/>
              <a:gd name="T38" fmla="*/ 69 w 160"/>
              <a:gd name="T39" fmla="*/ 69 h 147"/>
              <a:gd name="T40" fmla="*/ 69 w 160"/>
              <a:gd name="T41" fmla="*/ 71 h 147"/>
              <a:gd name="T42" fmla="*/ 71 w 160"/>
              <a:gd name="T43" fmla="*/ 75 h 147"/>
              <a:gd name="T44" fmla="*/ 71 w 160"/>
              <a:gd name="T45" fmla="*/ 76 h 147"/>
              <a:gd name="T46" fmla="*/ 73 w 160"/>
              <a:gd name="T47" fmla="*/ 79 h 147"/>
              <a:gd name="T48" fmla="*/ 75 w 160"/>
              <a:gd name="T49" fmla="*/ 83 h 147"/>
              <a:gd name="T50" fmla="*/ 77 w 160"/>
              <a:gd name="T51" fmla="*/ 86 h 147"/>
              <a:gd name="T52" fmla="*/ 74 w 160"/>
              <a:gd name="T53" fmla="*/ 101 h 147"/>
              <a:gd name="T54" fmla="*/ 65 w 160"/>
              <a:gd name="T55" fmla="*/ 106 h 147"/>
              <a:gd name="T56" fmla="*/ 155 w 160"/>
              <a:gd name="T57" fmla="*/ 141 h 147"/>
              <a:gd name="T58" fmla="*/ 52 w 160"/>
              <a:gd name="T59" fmla="*/ 119 h 147"/>
              <a:gd name="T60" fmla="*/ 83 w 160"/>
              <a:gd name="T61" fmla="*/ 84 h 147"/>
              <a:gd name="T62" fmla="*/ 82 w 160"/>
              <a:gd name="T63" fmla="*/ 84 h 147"/>
              <a:gd name="T64" fmla="*/ 81 w 160"/>
              <a:gd name="T65" fmla="*/ 82 h 147"/>
              <a:gd name="T66" fmla="*/ 80 w 160"/>
              <a:gd name="T67" fmla="*/ 80 h 147"/>
              <a:gd name="T68" fmla="*/ 77 w 160"/>
              <a:gd name="T69" fmla="*/ 75 h 147"/>
              <a:gd name="T70" fmla="*/ 76 w 160"/>
              <a:gd name="T71" fmla="*/ 73 h 147"/>
              <a:gd name="T72" fmla="*/ 75 w 160"/>
              <a:gd name="T73" fmla="*/ 72 h 147"/>
              <a:gd name="T74" fmla="*/ 74 w 160"/>
              <a:gd name="T75" fmla="*/ 68 h 147"/>
              <a:gd name="T76" fmla="*/ 73 w 160"/>
              <a:gd name="T77" fmla="*/ 65 h 147"/>
              <a:gd name="T78" fmla="*/ 69 w 160"/>
              <a:gd name="T79" fmla="*/ 59 h 147"/>
              <a:gd name="T80" fmla="*/ 72 w 160"/>
              <a:gd name="T81" fmla="*/ 43 h 147"/>
              <a:gd name="T82" fmla="*/ 72 w 160"/>
              <a:gd name="T83" fmla="*/ 26 h 147"/>
              <a:gd name="T84" fmla="*/ 121 w 160"/>
              <a:gd name="T85" fmla="*/ 13 h 147"/>
              <a:gd name="T86" fmla="*/ 126 w 160"/>
              <a:gd name="T87" fmla="*/ 44 h 147"/>
              <a:gd name="T88" fmla="*/ 124 w 160"/>
              <a:gd name="T89" fmla="*/ 64 h 147"/>
              <a:gd name="T90" fmla="*/ 115 w 160"/>
              <a:gd name="T91" fmla="*/ 81 h 147"/>
              <a:gd name="T92" fmla="*/ 112 w 160"/>
              <a:gd name="T93" fmla="*/ 95 h 147"/>
              <a:gd name="T94" fmla="*/ 155 w 160"/>
              <a:gd name="T95" fmla="*/ 136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" h="147">
                <a:moveTo>
                  <a:pt x="147" y="114"/>
                </a:moveTo>
                <a:cubicBezTo>
                  <a:pt x="121" y="102"/>
                  <a:pt x="121" y="102"/>
                  <a:pt x="121" y="102"/>
                </a:cubicBezTo>
                <a:cubicBezTo>
                  <a:pt x="119" y="100"/>
                  <a:pt x="117" y="98"/>
                  <a:pt x="117" y="95"/>
                </a:cubicBezTo>
                <a:cubicBezTo>
                  <a:pt x="117" y="86"/>
                  <a:pt x="117" y="86"/>
                  <a:pt x="117" y="86"/>
                </a:cubicBezTo>
                <a:cubicBezTo>
                  <a:pt x="118" y="86"/>
                  <a:pt x="119" y="85"/>
                  <a:pt x="119" y="84"/>
                </a:cubicBezTo>
                <a:cubicBezTo>
                  <a:pt x="123" y="79"/>
                  <a:pt x="125" y="74"/>
                  <a:pt x="127" y="68"/>
                </a:cubicBezTo>
                <a:cubicBezTo>
                  <a:pt x="131" y="67"/>
                  <a:pt x="133" y="63"/>
                  <a:pt x="133" y="59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133" y="45"/>
                  <a:pt x="132" y="43"/>
                  <a:pt x="131" y="41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31" y="25"/>
                  <a:pt x="131" y="17"/>
                  <a:pt x="125" y="9"/>
                </a:cubicBezTo>
                <a:cubicBezTo>
                  <a:pt x="120" y="3"/>
                  <a:pt x="111" y="0"/>
                  <a:pt x="99" y="0"/>
                </a:cubicBezTo>
                <a:cubicBezTo>
                  <a:pt x="87" y="0"/>
                  <a:pt x="78" y="3"/>
                  <a:pt x="72" y="9"/>
                </a:cubicBezTo>
                <a:cubicBezTo>
                  <a:pt x="68" y="14"/>
                  <a:pt x="67" y="19"/>
                  <a:pt x="67" y="22"/>
                </a:cubicBezTo>
                <a:cubicBezTo>
                  <a:pt x="62" y="20"/>
                  <a:pt x="57" y="19"/>
                  <a:pt x="51" y="19"/>
                </a:cubicBezTo>
                <a:cubicBezTo>
                  <a:pt x="23" y="19"/>
                  <a:pt x="21" y="42"/>
                  <a:pt x="21" y="43"/>
                </a:cubicBezTo>
                <a:cubicBezTo>
                  <a:pt x="21" y="55"/>
                  <a:pt x="21" y="55"/>
                  <a:pt x="21" y="55"/>
                </a:cubicBezTo>
                <a:cubicBezTo>
                  <a:pt x="20" y="57"/>
                  <a:pt x="19" y="59"/>
                  <a:pt x="19" y="61"/>
                </a:cubicBezTo>
                <a:cubicBezTo>
                  <a:pt x="19" y="70"/>
                  <a:pt x="19" y="70"/>
                  <a:pt x="19" y="70"/>
                </a:cubicBezTo>
                <a:cubicBezTo>
                  <a:pt x="19" y="73"/>
                  <a:pt x="20" y="76"/>
                  <a:pt x="22" y="78"/>
                </a:cubicBezTo>
                <a:cubicBezTo>
                  <a:pt x="24" y="86"/>
                  <a:pt x="30" y="92"/>
                  <a:pt x="32" y="94"/>
                </a:cubicBezTo>
                <a:cubicBezTo>
                  <a:pt x="32" y="102"/>
                  <a:pt x="32" y="102"/>
                  <a:pt x="32" y="102"/>
                </a:cubicBezTo>
                <a:cubicBezTo>
                  <a:pt x="32" y="104"/>
                  <a:pt x="31" y="106"/>
                  <a:pt x="29" y="107"/>
                </a:cubicBezTo>
                <a:cubicBezTo>
                  <a:pt x="11" y="118"/>
                  <a:pt x="11" y="118"/>
                  <a:pt x="11" y="118"/>
                </a:cubicBezTo>
                <a:cubicBezTo>
                  <a:pt x="4" y="122"/>
                  <a:pt x="0" y="129"/>
                  <a:pt x="0" y="137"/>
                </a:cubicBezTo>
                <a:cubicBezTo>
                  <a:pt x="0" y="147"/>
                  <a:pt x="0" y="147"/>
                  <a:pt x="0" y="147"/>
                </a:cubicBezTo>
                <a:cubicBezTo>
                  <a:pt x="37" y="147"/>
                  <a:pt x="37" y="147"/>
                  <a:pt x="37" y="147"/>
                </a:cubicBezTo>
                <a:cubicBezTo>
                  <a:pt x="43" y="147"/>
                  <a:pt x="43" y="147"/>
                  <a:pt x="43" y="147"/>
                </a:cubicBezTo>
                <a:cubicBezTo>
                  <a:pt x="160" y="147"/>
                  <a:pt x="160" y="147"/>
                  <a:pt x="160" y="147"/>
                </a:cubicBezTo>
                <a:cubicBezTo>
                  <a:pt x="160" y="136"/>
                  <a:pt x="160" y="136"/>
                  <a:pt x="160" y="136"/>
                </a:cubicBezTo>
                <a:cubicBezTo>
                  <a:pt x="160" y="127"/>
                  <a:pt x="155" y="118"/>
                  <a:pt x="147" y="114"/>
                </a:cubicBezTo>
                <a:close/>
                <a:moveTo>
                  <a:pt x="37" y="135"/>
                </a:moveTo>
                <a:cubicBezTo>
                  <a:pt x="37" y="141"/>
                  <a:pt x="37" y="141"/>
                  <a:pt x="37" y="141"/>
                </a:cubicBezTo>
                <a:cubicBezTo>
                  <a:pt x="5" y="141"/>
                  <a:pt x="5" y="141"/>
                  <a:pt x="5" y="141"/>
                </a:cubicBezTo>
                <a:cubicBezTo>
                  <a:pt x="5" y="137"/>
                  <a:pt x="5" y="137"/>
                  <a:pt x="5" y="137"/>
                </a:cubicBezTo>
                <a:cubicBezTo>
                  <a:pt x="5" y="131"/>
                  <a:pt x="8" y="125"/>
                  <a:pt x="14" y="123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35" y="110"/>
                  <a:pt x="37" y="106"/>
                  <a:pt x="37" y="102"/>
                </a:cubicBezTo>
                <a:cubicBezTo>
                  <a:pt x="37" y="92"/>
                  <a:pt x="37" y="92"/>
                  <a:pt x="37" y="92"/>
                </a:cubicBezTo>
                <a:cubicBezTo>
                  <a:pt x="36" y="91"/>
                  <a:pt x="36" y="91"/>
                  <a:pt x="36" y="91"/>
                </a:cubicBezTo>
                <a:cubicBezTo>
                  <a:pt x="36" y="91"/>
                  <a:pt x="29" y="85"/>
                  <a:pt x="27" y="76"/>
                </a:cubicBezTo>
                <a:cubicBezTo>
                  <a:pt x="27" y="74"/>
                  <a:pt x="27" y="74"/>
                  <a:pt x="27" y="74"/>
                </a:cubicBezTo>
                <a:cubicBezTo>
                  <a:pt x="26" y="74"/>
                  <a:pt x="26" y="74"/>
                  <a:pt x="26" y="74"/>
                </a:cubicBezTo>
                <a:cubicBezTo>
                  <a:pt x="25" y="73"/>
                  <a:pt x="24" y="72"/>
                  <a:pt x="24" y="70"/>
                </a:cubicBezTo>
                <a:cubicBezTo>
                  <a:pt x="24" y="61"/>
                  <a:pt x="24" y="61"/>
                  <a:pt x="24" y="61"/>
                </a:cubicBezTo>
                <a:cubicBezTo>
                  <a:pt x="24" y="60"/>
                  <a:pt x="25" y="59"/>
                  <a:pt x="26" y="58"/>
                </a:cubicBezTo>
                <a:cubicBezTo>
                  <a:pt x="27" y="57"/>
                  <a:pt x="27" y="57"/>
                  <a:pt x="27" y="57"/>
                </a:cubicBezTo>
                <a:cubicBezTo>
                  <a:pt x="27" y="43"/>
                  <a:pt x="27" y="43"/>
                  <a:pt x="27" y="43"/>
                </a:cubicBezTo>
                <a:cubicBezTo>
                  <a:pt x="27" y="42"/>
                  <a:pt x="28" y="24"/>
                  <a:pt x="51" y="24"/>
                </a:cubicBezTo>
                <a:cubicBezTo>
                  <a:pt x="57" y="24"/>
                  <a:pt x="62" y="25"/>
                  <a:pt x="67" y="28"/>
                </a:cubicBezTo>
                <a:cubicBezTo>
                  <a:pt x="67" y="41"/>
                  <a:pt x="67" y="41"/>
                  <a:pt x="67" y="41"/>
                </a:cubicBezTo>
                <a:cubicBezTo>
                  <a:pt x="65" y="43"/>
                  <a:pt x="64" y="45"/>
                  <a:pt x="64" y="48"/>
                </a:cubicBezTo>
                <a:cubicBezTo>
                  <a:pt x="64" y="59"/>
                  <a:pt x="64" y="59"/>
                  <a:pt x="64" y="59"/>
                </a:cubicBezTo>
                <a:cubicBezTo>
                  <a:pt x="64" y="59"/>
                  <a:pt x="64" y="60"/>
                  <a:pt x="64" y="61"/>
                </a:cubicBezTo>
                <a:cubicBezTo>
                  <a:pt x="64" y="61"/>
                  <a:pt x="64" y="62"/>
                  <a:pt x="65" y="62"/>
                </a:cubicBezTo>
                <a:cubicBezTo>
                  <a:pt x="65" y="62"/>
                  <a:pt x="65" y="63"/>
                  <a:pt x="65" y="63"/>
                </a:cubicBezTo>
                <a:cubicBezTo>
                  <a:pt x="65" y="63"/>
                  <a:pt x="65" y="63"/>
                  <a:pt x="65" y="63"/>
                </a:cubicBezTo>
                <a:cubicBezTo>
                  <a:pt x="66" y="65"/>
                  <a:pt x="67" y="66"/>
                  <a:pt x="68" y="67"/>
                </a:cubicBezTo>
                <a:cubicBezTo>
                  <a:pt x="68" y="67"/>
                  <a:pt x="68" y="67"/>
                  <a:pt x="68" y="67"/>
                </a:cubicBezTo>
                <a:cubicBezTo>
                  <a:pt x="68" y="68"/>
                  <a:pt x="68" y="68"/>
                  <a:pt x="69" y="69"/>
                </a:cubicBezTo>
                <a:cubicBezTo>
                  <a:pt x="69" y="70"/>
                  <a:pt x="69" y="70"/>
                  <a:pt x="69" y="70"/>
                </a:cubicBezTo>
                <a:cubicBezTo>
                  <a:pt x="69" y="70"/>
                  <a:pt x="69" y="70"/>
                  <a:pt x="69" y="70"/>
                </a:cubicBezTo>
                <a:cubicBezTo>
                  <a:pt x="69" y="70"/>
                  <a:pt x="69" y="71"/>
                  <a:pt x="69" y="71"/>
                </a:cubicBezTo>
                <a:cubicBezTo>
                  <a:pt x="69" y="71"/>
                  <a:pt x="69" y="72"/>
                  <a:pt x="70" y="72"/>
                </a:cubicBezTo>
                <a:cubicBezTo>
                  <a:pt x="70" y="73"/>
                  <a:pt x="70" y="73"/>
                  <a:pt x="70" y="73"/>
                </a:cubicBezTo>
                <a:cubicBezTo>
                  <a:pt x="70" y="74"/>
                  <a:pt x="70" y="74"/>
                  <a:pt x="71" y="75"/>
                </a:cubicBezTo>
                <a:cubicBezTo>
                  <a:pt x="71" y="75"/>
                  <a:pt x="71" y="75"/>
                  <a:pt x="71" y="75"/>
                </a:cubicBezTo>
                <a:cubicBezTo>
                  <a:pt x="71" y="75"/>
                  <a:pt x="71" y="75"/>
                  <a:pt x="71" y="75"/>
                </a:cubicBezTo>
                <a:cubicBezTo>
                  <a:pt x="71" y="75"/>
                  <a:pt x="71" y="76"/>
                  <a:pt x="71" y="76"/>
                </a:cubicBezTo>
                <a:cubicBezTo>
                  <a:pt x="71" y="76"/>
                  <a:pt x="72" y="77"/>
                  <a:pt x="72" y="77"/>
                </a:cubicBezTo>
                <a:cubicBezTo>
                  <a:pt x="72" y="77"/>
                  <a:pt x="72" y="78"/>
                  <a:pt x="72" y="78"/>
                </a:cubicBezTo>
                <a:cubicBezTo>
                  <a:pt x="72" y="78"/>
                  <a:pt x="72" y="78"/>
                  <a:pt x="73" y="79"/>
                </a:cubicBezTo>
                <a:cubicBezTo>
                  <a:pt x="73" y="79"/>
                  <a:pt x="73" y="80"/>
                  <a:pt x="73" y="80"/>
                </a:cubicBezTo>
                <a:cubicBezTo>
                  <a:pt x="74" y="80"/>
                  <a:pt x="74" y="81"/>
                  <a:pt x="74" y="81"/>
                </a:cubicBezTo>
                <a:cubicBezTo>
                  <a:pt x="74" y="82"/>
                  <a:pt x="75" y="82"/>
                  <a:pt x="75" y="83"/>
                </a:cubicBezTo>
                <a:cubicBezTo>
                  <a:pt x="75" y="83"/>
                  <a:pt x="75" y="83"/>
                  <a:pt x="75" y="83"/>
                </a:cubicBezTo>
                <a:cubicBezTo>
                  <a:pt x="76" y="84"/>
                  <a:pt x="76" y="85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95"/>
                  <a:pt x="77" y="95"/>
                  <a:pt x="77" y="95"/>
                </a:cubicBezTo>
                <a:cubicBezTo>
                  <a:pt x="77" y="98"/>
                  <a:pt x="76" y="100"/>
                  <a:pt x="74" y="101"/>
                </a:cubicBezTo>
                <a:cubicBezTo>
                  <a:pt x="67" y="105"/>
                  <a:pt x="67" y="105"/>
                  <a:pt x="67" y="105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65" y="106"/>
                  <a:pt x="65" y="106"/>
                  <a:pt x="65" y="106"/>
                </a:cubicBezTo>
                <a:cubicBezTo>
                  <a:pt x="50" y="114"/>
                  <a:pt x="50" y="114"/>
                  <a:pt x="50" y="114"/>
                </a:cubicBezTo>
                <a:cubicBezTo>
                  <a:pt x="42" y="118"/>
                  <a:pt x="37" y="127"/>
                  <a:pt x="37" y="135"/>
                </a:cubicBezTo>
                <a:close/>
                <a:moveTo>
                  <a:pt x="155" y="141"/>
                </a:moveTo>
                <a:cubicBezTo>
                  <a:pt x="43" y="141"/>
                  <a:pt x="43" y="141"/>
                  <a:pt x="43" y="141"/>
                </a:cubicBezTo>
                <a:cubicBezTo>
                  <a:pt x="43" y="135"/>
                  <a:pt x="43" y="135"/>
                  <a:pt x="43" y="135"/>
                </a:cubicBezTo>
                <a:cubicBezTo>
                  <a:pt x="43" y="129"/>
                  <a:pt x="46" y="122"/>
                  <a:pt x="52" y="119"/>
                </a:cubicBezTo>
                <a:cubicBezTo>
                  <a:pt x="76" y="106"/>
                  <a:pt x="76" y="106"/>
                  <a:pt x="76" y="106"/>
                </a:cubicBezTo>
                <a:cubicBezTo>
                  <a:pt x="80" y="104"/>
                  <a:pt x="83" y="100"/>
                  <a:pt x="83" y="95"/>
                </a:cubicBezTo>
                <a:cubicBezTo>
                  <a:pt x="83" y="84"/>
                  <a:pt x="83" y="84"/>
                  <a:pt x="83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82" y="84"/>
                  <a:pt x="82" y="84"/>
                  <a:pt x="82" y="84"/>
                </a:cubicBezTo>
                <a:cubicBezTo>
                  <a:pt x="82" y="84"/>
                  <a:pt x="82" y="84"/>
                  <a:pt x="82" y="84"/>
                </a:cubicBezTo>
                <a:cubicBezTo>
                  <a:pt x="82" y="84"/>
                  <a:pt x="82" y="83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1" y="83"/>
                  <a:pt x="81" y="83"/>
                  <a:pt x="81" y="82"/>
                </a:cubicBezTo>
                <a:cubicBezTo>
                  <a:pt x="81" y="82"/>
                  <a:pt x="81" y="82"/>
                  <a:pt x="81" y="82"/>
                </a:cubicBezTo>
                <a:cubicBezTo>
                  <a:pt x="81" y="82"/>
                  <a:pt x="80" y="81"/>
                  <a:pt x="80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79" y="80"/>
                  <a:pt x="79" y="79"/>
                  <a:pt x="79" y="79"/>
                </a:cubicBezTo>
                <a:cubicBezTo>
                  <a:pt x="79" y="79"/>
                  <a:pt x="79" y="79"/>
                  <a:pt x="79" y="79"/>
                </a:cubicBezTo>
                <a:cubicBezTo>
                  <a:pt x="78" y="78"/>
                  <a:pt x="77" y="77"/>
                  <a:pt x="77" y="75"/>
                </a:cubicBezTo>
                <a:cubicBezTo>
                  <a:pt x="77" y="75"/>
                  <a:pt x="77" y="75"/>
                  <a:pt x="77" y="75"/>
                </a:cubicBezTo>
                <a:cubicBezTo>
                  <a:pt x="76" y="75"/>
                  <a:pt x="76" y="74"/>
                  <a:pt x="76" y="73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72"/>
                  <a:pt x="75" y="72"/>
                  <a:pt x="75" y="72"/>
                </a:cubicBezTo>
                <a:cubicBezTo>
                  <a:pt x="75" y="72"/>
                  <a:pt x="75" y="72"/>
                  <a:pt x="75" y="71"/>
                </a:cubicBezTo>
                <a:cubicBezTo>
                  <a:pt x="75" y="71"/>
                  <a:pt x="75" y="71"/>
                  <a:pt x="75" y="70"/>
                </a:cubicBezTo>
                <a:cubicBezTo>
                  <a:pt x="74" y="70"/>
                  <a:pt x="74" y="69"/>
                  <a:pt x="74" y="68"/>
                </a:cubicBezTo>
                <a:cubicBezTo>
                  <a:pt x="74" y="68"/>
                  <a:pt x="74" y="68"/>
                  <a:pt x="74" y="68"/>
                </a:cubicBezTo>
                <a:cubicBezTo>
                  <a:pt x="74" y="67"/>
                  <a:pt x="74" y="67"/>
                  <a:pt x="74" y="67"/>
                </a:cubicBezTo>
                <a:cubicBezTo>
                  <a:pt x="73" y="67"/>
                  <a:pt x="73" y="66"/>
                  <a:pt x="73" y="65"/>
                </a:cubicBezTo>
                <a:cubicBezTo>
                  <a:pt x="73" y="64"/>
                  <a:pt x="73" y="64"/>
                  <a:pt x="73" y="64"/>
                </a:cubicBezTo>
                <a:cubicBezTo>
                  <a:pt x="72" y="63"/>
                  <a:pt x="72" y="63"/>
                  <a:pt x="72" y="63"/>
                </a:cubicBezTo>
                <a:cubicBezTo>
                  <a:pt x="70" y="62"/>
                  <a:pt x="69" y="60"/>
                  <a:pt x="69" y="59"/>
                </a:cubicBezTo>
                <a:cubicBezTo>
                  <a:pt x="69" y="48"/>
                  <a:pt x="69" y="48"/>
                  <a:pt x="69" y="48"/>
                </a:cubicBezTo>
                <a:cubicBezTo>
                  <a:pt x="69" y="47"/>
                  <a:pt x="70" y="45"/>
                  <a:pt x="71" y="44"/>
                </a:cubicBezTo>
                <a:cubicBezTo>
                  <a:pt x="72" y="43"/>
                  <a:pt x="72" y="43"/>
                  <a:pt x="72" y="43"/>
                </a:cubicBezTo>
                <a:cubicBezTo>
                  <a:pt x="72" y="27"/>
                  <a:pt x="72" y="27"/>
                  <a:pt x="72" y="27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4"/>
                  <a:pt x="72" y="18"/>
                  <a:pt x="76" y="13"/>
                </a:cubicBezTo>
                <a:cubicBezTo>
                  <a:pt x="81" y="8"/>
                  <a:pt x="88" y="5"/>
                  <a:pt x="99" y="5"/>
                </a:cubicBezTo>
                <a:cubicBezTo>
                  <a:pt x="109" y="5"/>
                  <a:pt x="117" y="8"/>
                  <a:pt x="121" y="13"/>
                </a:cubicBezTo>
                <a:cubicBezTo>
                  <a:pt x="126" y="19"/>
                  <a:pt x="125" y="26"/>
                  <a:pt x="125" y="26"/>
                </a:cubicBezTo>
                <a:cubicBezTo>
                  <a:pt x="125" y="43"/>
                  <a:pt x="125" y="43"/>
                  <a:pt x="125" y="43"/>
                </a:cubicBezTo>
                <a:cubicBezTo>
                  <a:pt x="126" y="44"/>
                  <a:pt x="126" y="44"/>
                  <a:pt x="126" y="44"/>
                </a:cubicBezTo>
                <a:cubicBezTo>
                  <a:pt x="127" y="45"/>
                  <a:pt x="128" y="47"/>
                  <a:pt x="128" y="48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61"/>
                  <a:pt x="126" y="63"/>
                  <a:pt x="124" y="64"/>
                </a:cubicBezTo>
                <a:cubicBezTo>
                  <a:pt x="123" y="64"/>
                  <a:pt x="123" y="64"/>
                  <a:pt x="123" y="64"/>
                </a:cubicBezTo>
                <a:cubicBezTo>
                  <a:pt x="122" y="65"/>
                  <a:pt x="122" y="65"/>
                  <a:pt x="122" y="65"/>
                </a:cubicBezTo>
                <a:cubicBezTo>
                  <a:pt x="121" y="71"/>
                  <a:pt x="118" y="76"/>
                  <a:pt x="115" y="81"/>
                </a:cubicBezTo>
                <a:cubicBezTo>
                  <a:pt x="114" y="82"/>
                  <a:pt x="113" y="83"/>
                  <a:pt x="113" y="84"/>
                </a:cubicBezTo>
                <a:cubicBezTo>
                  <a:pt x="112" y="84"/>
                  <a:pt x="112" y="84"/>
                  <a:pt x="112" y="84"/>
                </a:cubicBezTo>
                <a:cubicBezTo>
                  <a:pt x="112" y="95"/>
                  <a:pt x="112" y="95"/>
                  <a:pt x="112" y="95"/>
                </a:cubicBezTo>
                <a:cubicBezTo>
                  <a:pt x="112" y="100"/>
                  <a:pt x="115" y="104"/>
                  <a:pt x="119" y="106"/>
                </a:cubicBezTo>
                <a:cubicBezTo>
                  <a:pt x="144" y="119"/>
                  <a:pt x="144" y="119"/>
                  <a:pt x="144" y="119"/>
                </a:cubicBezTo>
                <a:cubicBezTo>
                  <a:pt x="151" y="122"/>
                  <a:pt x="155" y="129"/>
                  <a:pt x="155" y="136"/>
                </a:cubicBezTo>
                <a:lnTo>
                  <a:pt x="155" y="1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381"/>
          <p:cNvSpPr>
            <a:spLocks noEditPoints="1"/>
          </p:cNvSpPr>
          <p:nvPr/>
        </p:nvSpPr>
        <p:spPr bwMode="auto">
          <a:xfrm>
            <a:off x="1060750" y="5282102"/>
            <a:ext cx="415925" cy="554038"/>
          </a:xfrm>
          <a:custGeom>
            <a:avLst/>
            <a:gdLst>
              <a:gd name="T0" fmla="*/ 78 w 122"/>
              <a:gd name="T1" fmla="*/ 153 h 161"/>
              <a:gd name="T2" fmla="*/ 78 w 122"/>
              <a:gd name="T3" fmla="*/ 148 h 161"/>
              <a:gd name="T4" fmla="*/ 82 w 122"/>
              <a:gd name="T5" fmla="*/ 144 h 161"/>
              <a:gd name="T6" fmla="*/ 101 w 122"/>
              <a:gd name="T7" fmla="*/ 89 h 161"/>
              <a:gd name="T8" fmla="*/ 90 w 122"/>
              <a:gd name="T9" fmla="*/ 100 h 161"/>
              <a:gd name="T10" fmla="*/ 90 w 122"/>
              <a:gd name="T11" fmla="*/ 94 h 161"/>
              <a:gd name="T12" fmla="*/ 24 w 122"/>
              <a:gd name="T13" fmla="*/ 32 h 161"/>
              <a:gd name="T14" fmla="*/ 33 w 122"/>
              <a:gd name="T15" fmla="*/ 23 h 161"/>
              <a:gd name="T16" fmla="*/ 26 w 122"/>
              <a:gd name="T17" fmla="*/ 33 h 161"/>
              <a:gd name="T18" fmla="*/ 119 w 122"/>
              <a:gd name="T19" fmla="*/ 74 h 161"/>
              <a:gd name="T20" fmla="*/ 110 w 122"/>
              <a:gd name="T21" fmla="*/ 52 h 161"/>
              <a:gd name="T22" fmla="*/ 97 w 122"/>
              <a:gd name="T23" fmla="*/ 38 h 161"/>
              <a:gd name="T24" fmla="*/ 83 w 122"/>
              <a:gd name="T25" fmla="*/ 25 h 161"/>
              <a:gd name="T26" fmla="*/ 70 w 122"/>
              <a:gd name="T27" fmla="*/ 12 h 161"/>
              <a:gd name="T28" fmla="*/ 49 w 122"/>
              <a:gd name="T29" fmla="*/ 4 h 161"/>
              <a:gd name="T30" fmla="*/ 4 w 122"/>
              <a:gd name="T31" fmla="*/ 49 h 161"/>
              <a:gd name="T32" fmla="*/ 21 w 122"/>
              <a:gd name="T33" fmla="*/ 82 h 161"/>
              <a:gd name="T34" fmla="*/ 55 w 122"/>
              <a:gd name="T35" fmla="*/ 122 h 161"/>
              <a:gd name="T36" fmla="*/ 50 w 122"/>
              <a:gd name="T37" fmla="*/ 161 h 161"/>
              <a:gd name="T38" fmla="*/ 119 w 122"/>
              <a:gd name="T39" fmla="*/ 126 h 161"/>
              <a:gd name="T40" fmla="*/ 122 w 122"/>
              <a:gd name="T41" fmla="*/ 101 h 161"/>
              <a:gd name="T42" fmla="*/ 122 w 122"/>
              <a:gd name="T43" fmla="*/ 80 h 161"/>
              <a:gd name="T44" fmla="*/ 105 w 122"/>
              <a:gd name="T45" fmla="*/ 60 h 161"/>
              <a:gd name="T46" fmla="*/ 103 w 122"/>
              <a:gd name="T47" fmla="*/ 50 h 161"/>
              <a:gd name="T48" fmla="*/ 97 w 122"/>
              <a:gd name="T49" fmla="*/ 44 h 161"/>
              <a:gd name="T50" fmla="*/ 87 w 122"/>
              <a:gd name="T51" fmla="*/ 42 h 161"/>
              <a:gd name="T52" fmla="*/ 90 w 122"/>
              <a:gd name="T53" fmla="*/ 37 h 161"/>
              <a:gd name="T54" fmla="*/ 74 w 122"/>
              <a:gd name="T55" fmla="*/ 29 h 161"/>
              <a:gd name="T56" fmla="*/ 7 w 122"/>
              <a:gd name="T57" fmla="*/ 45 h 161"/>
              <a:gd name="T58" fmla="*/ 41 w 122"/>
              <a:gd name="T59" fmla="*/ 7 h 161"/>
              <a:gd name="T60" fmla="*/ 44 w 122"/>
              <a:gd name="T61" fmla="*/ 7 h 161"/>
              <a:gd name="T62" fmla="*/ 14 w 122"/>
              <a:gd name="T63" fmla="*/ 51 h 161"/>
              <a:gd name="T64" fmla="*/ 58 w 122"/>
              <a:gd name="T65" fmla="*/ 21 h 161"/>
              <a:gd name="T66" fmla="*/ 85 w 122"/>
              <a:gd name="T67" fmla="*/ 47 h 161"/>
              <a:gd name="T68" fmla="*/ 100 w 122"/>
              <a:gd name="T69" fmla="*/ 62 h 161"/>
              <a:gd name="T70" fmla="*/ 116 w 122"/>
              <a:gd name="T71" fmla="*/ 83 h 161"/>
              <a:gd name="T72" fmla="*/ 83 w 122"/>
              <a:gd name="T73" fmla="*/ 116 h 161"/>
              <a:gd name="T74" fmla="*/ 59 w 122"/>
              <a:gd name="T75" fmla="*/ 94 h 161"/>
              <a:gd name="T76" fmla="*/ 33 w 122"/>
              <a:gd name="T77" fmla="*/ 70 h 161"/>
              <a:gd name="T78" fmla="*/ 31 w 122"/>
              <a:gd name="T79" fmla="*/ 76 h 161"/>
              <a:gd name="T80" fmla="*/ 59 w 122"/>
              <a:gd name="T81" fmla="*/ 76 h 161"/>
              <a:gd name="T82" fmla="*/ 51 w 122"/>
              <a:gd name="T83" fmla="*/ 89 h 161"/>
              <a:gd name="T84" fmla="*/ 26 w 122"/>
              <a:gd name="T85" fmla="*/ 82 h 161"/>
              <a:gd name="T86" fmla="*/ 55 w 122"/>
              <a:gd name="T87" fmla="*/ 132 h 161"/>
              <a:gd name="T88" fmla="*/ 93 w 122"/>
              <a:gd name="T89" fmla="*/ 156 h 161"/>
              <a:gd name="T90" fmla="*/ 98 w 122"/>
              <a:gd name="T91" fmla="*/ 156 h 161"/>
              <a:gd name="T92" fmla="*/ 114 w 122"/>
              <a:gd name="T93" fmla="*/ 132 h 161"/>
              <a:gd name="T94" fmla="*/ 117 w 122"/>
              <a:gd name="T95" fmla="*/ 101 h 161"/>
              <a:gd name="T96" fmla="*/ 109 w 122"/>
              <a:gd name="T97" fmla="*/ 126 h 161"/>
              <a:gd name="T98" fmla="*/ 61 w 122"/>
              <a:gd name="T99" fmla="*/ 119 h 161"/>
              <a:gd name="T100" fmla="*/ 36 w 122"/>
              <a:gd name="T101" fmla="*/ 94 h 161"/>
              <a:gd name="T102" fmla="*/ 80 w 122"/>
              <a:gd name="T103" fmla="*/ 122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2" h="161">
                <a:moveTo>
                  <a:pt x="78" y="134"/>
                </a:moveTo>
                <a:cubicBezTo>
                  <a:pt x="73" y="134"/>
                  <a:pt x="69" y="139"/>
                  <a:pt x="69" y="144"/>
                </a:cubicBezTo>
                <a:cubicBezTo>
                  <a:pt x="69" y="149"/>
                  <a:pt x="73" y="153"/>
                  <a:pt x="78" y="153"/>
                </a:cubicBezTo>
                <a:cubicBezTo>
                  <a:pt x="83" y="153"/>
                  <a:pt x="87" y="149"/>
                  <a:pt x="87" y="144"/>
                </a:cubicBezTo>
                <a:cubicBezTo>
                  <a:pt x="87" y="139"/>
                  <a:pt x="83" y="134"/>
                  <a:pt x="78" y="134"/>
                </a:cubicBezTo>
                <a:close/>
                <a:moveTo>
                  <a:pt x="78" y="148"/>
                </a:moveTo>
                <a:cubicBezTo>
                  <a:pt x="76" y="148"/>
                  <a:pt x="74" y="146"/>
                  <a:pt x="74" y="144"/>
                </a:cubicBezTo>
                <a:cubicBezTo>
                  <a:pt x="74" y="141"/>
                  <a:pt x="76" y="140"/>
                  <a:pt x="78" y="140"/>
                </a:cubicBezTo>
                <a:cubicBezTo>
                  <a:pt x="80" y="140"/>
                  <a:pt x="82" y="141"/>
                  <a:pt x="82" y="144"/>
                </a:cubicBezTo>
                <a:cubicBezTo>
                  <a:pt x="82" y="146"/>
                  <a:pt x="80" y="148"/>
                  <a:pt x="78" y="148"/>
                </a:cubicBezTo>
                <a:close/>
                <a:moveTo>
                  <a:pt x="90" y="100"/>
                </a:moveTo>
                <a:cubicBezTo>
                  <a:pt x="96" y="100"/>
                  <a:pt x="101" y="95"/>
                  <a:pt x="101" y="89"/>
                </a:cubicBezTo>
                <a:cubicBezTo>
                  <a:pt x="101" y="83"/>
                  <a:pt x="96" y="78"/>
                  <a:pt x="90" y="78"/>
                </a:cubicBezTo>
                <a:cubicBezTo>
                  <a:pt x="84" y="78"/>
                  <a:pt x="79" y="83"/>
                  <a:pt x="79" y="89"/>
                </a:cubicBezTo>
                <a:cubicBezTo>
                  <a:pt x="79" y="95"/>
                  <a:pt x="84" y="100"/>
                  <a:pt x="90" y="100"/>
                </a:cubicBezTo>
                <a:close/>
                <a:moveTo>
                  <a:pt x="90" y="84"/>
                </a:moveTo>
                <a:cubicBezTo>
                  <a:pt x="93" y="84"/>
                  <a:pt x="95" y="86"/>
                  <a:pt x="95" y="89"/>
                </a:cubicBezTo>
                <a:cubicBezTo>
                  <a:pt x="95" y="92"/>
                  <a:pt x="93" y="94"/>
                  <a:pt x="90" y="94"/>
                </a:cubicBezTo>
                <a:cubicBezTo>
                  <a:pt x="87" y="94"/>
                  <a:pt x="85" y="92"/>
                  <a:pt x="85" y="89"/>
                </a:cubicBezTo>
                <a:cubicBezTo>
                  <a:pt x="85" y="86"/>
                  <a:pt x="87" y="84"/>
                  <a:pt x="90" y="84"/>
                </a:cubicBezTo>
                <a:close/>
                <a:moveTo>
                  <a:pt x="24" y="32"/>
                </a:moveTo>
                <a:cubicBezTo>
                  <a:pt x="23" y="31"/>
                  <a:pt x="23" y="29"/>
                  <a:pt x="24" y="28"/>
                </a:cubicBezTo>
                <a:cubicBezTo>
                  <a:pt x="29" y="23"/>
                  <a:pt x="29" y="23"/>
                  <a:pt x="29" y="23"/>
                </a:cubicBezTo>
                <a:cubicBezTo>
                  <a:pt x="30" y="22"/>
                  <a:pt x="32" y="22"/>
                  <a:pt x="33" y="23"/>
                </a:cubicBezTo>
                <a:cubicBezTo>
                  <a:pt x="34" y="24"/>
                  <a:pt x="34" y="26"/>
                  <a:pt x="33" y="27"/>
                </a:cubicBezTo>
                <a:cubicBezTo>
                  <a:pt x="28" y="32"/>
                  <a:pt x="28" y="32"/>
                  <a:pt x="28" y="32"/>
                </a:cubicBezTo>
                <a:cubicBezTo>
                  <a:pt x="27" y="33"/>
                  <a:pt x="27" y="33"/>
                  <a:pt x="26" y="33"/>
                </a:cubicBezTo>
                <a:cubicBezTo>
                  <a:pt x="25" y="33"/>
                  <a:pt x="25" y="33"/>
                  <a:pt x="24" y="32"/>
                </a:cubicBezTo>
                <a:close/>
                <a:moveTo>
                  <a:pt x="122" y="80"/>
                </a:moveTo>
                <a:cubicBezTo>
                  <a:pt x="122" y="78"/>
                  <a:pt x="121" y="76"/>
                  <a:pt x="119" y="74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20" y="70"/>
                  <a:pt x="122" y="67"/>
                  <a:pt x="122" y="64"/>
                </a:cubicBezTo>
                <a:cubicBezTo>
                  <a:pt x="122" y="57"/>
                  <a:pt x="117" y="52"/>
                  <a:pt x="110" y="52"/>
                </a:cubicBezTo>
                <a:cubicBezTo>
                  <a:pt x="109" y="52"/>
                  <a:pt x="109" y="52"/>
                  <a:pt x="108" y="52"/>
                </a:cubicBezTo>
                <a:cubicBezTo>
                  <a:pt x="109" y="51"/>
                  <a:pt x="109" y="51"/>
                  <a:pt x="109" y="50"/>
                </a:cubicBezTo>
                <a:cubicBezTo>
                  <a:pt x="109" y="44"/>
                  <a:pt x="103" y="38"/>
                  <a:pt x="97" y="38"/>
                </a:cubicBezTo>
                <a:cubicBezTo>
                  <a:pt x="96" y="38"/>
                  <a:pt x="96" y="38"/>
                  <a:pt x="95" y="38"/>
                </a:cubicBezTo>
                <a:cubicBezTo>
                  <a:pt x="95" y="38"/>
                  <a:pt x="95" y="37"/>
                  <a:pt x="95" y="37"/>
                </a:cubicBezTo>
                <a:cubicBezTo>
                  <a:pt x="95" y="30"/>
                  <a:pt x="90" y="25"/>
                  <a:pt x="83" y="25"/>
                </a:cubicBezTo>
                <a:cubicBezTo>
                  <a:pt x="83" y="25"/>
                  <a:pt x="82" y="25"/>
                  <a:pt x="82" y="25"/>
                </a:cubicBezTo>
                <a:cubicBezTo>
                  <a:pt x="82" y="25"/>
                  <a:pt x="82" y="24"/>
                  <a:pt x="82" y="24"/>
                </a:cubicBezTo>
                <a:cubicBezTo>
                  <a:pt x="82" y="17"/>
                  <a:pt x="77" y="12"/>
                  <a:pt x="70" y="12"/>
                </a:cubicBezTo>
                <a:cubicBezTo>
                  <a:pt x="66" y="12"/>
                  <a:pt x="63" y="13"/>
                  <a:pt x="61" y="16"/>
                </a:cubicBezTo>
                <a:cubicBezTo>
                  <a:pt x="59" y="14"/>
                  <a:pt x="59" y="14"/>
                  <a:pt x="59" y="14"/>
                </a:cubicBezTo>
                <a:cubicBezTo>
                  <a:pt x="49" y="4"/>
                  <a:pt x="49" y="4"/>
                  <a:pt x="49" y="4"/>
                </a:cubicBezTo>
                <a:cubicBezTo>
                  <a:pt x="45" y="0"/>
                  <a:pt x="40" y="0"/>
                  <a:pt x="36" y="4"/>
                </a:cubicBezTo>
                <a:cubicBezTo>
                  <a:pt x="4" y="36"/>
                  <a:pt x="4" y="36"/>
                  <a:pt x="4" y="36"/>
                </a:cubicBezTo>
                <a:cubicBezTo>
                  <a:pt x="0" y="40"/>
                  <a:pt x="0" y="45"/>
                  <a:pt x="4" y="49"/>
                </a:cubicBezTo>
                <a:cubicBezTo>
                  <a:pt x="14" y="59"/>
                  <a:pt x="14" y="59"/>
                  <a:pt x="14" y="59"/>
                </a:cubicBezTo>
                <a:cubicBezTo>
                  <a:pt x="27" y="72"/>
                  <a:pt x="27" y="72"/>
                  <a:pt x="27" y="72"/>
                </a:cubicBezTo>
                <a:cubicBezTo>
                  <a:pt x="23" y="74"/>
                  <a:pt x="21" y="78"/>
                  <a:pt x="21" y="82"/>
                </a:cubicBezTo>
                <a:cubicBezTo>
                  <a:pt x="21" y="87"/>
                  <a:pt x="23" y="90"/>
                  <a:pt x="26" y="92"/>
                </a:cubicBezTo>
                <a:cubicBezTo>
                  <a:pt x="26" y="93"/>
                  <a:pt x="26" y="93"/>
                  <a:pt x="27" y="93"/>
                </a:cubicBezTo>
                <a:cubicBezTo>
                  <a:pt x="55" y="122"/>
                  <a:pt x="55" y="122"/>
                  <a:pt x="55" y="122"/>
                </a:cubicBezTo>
                <a:cubicBezTo>
                  <a:pt x="55" y="126"/>
                  <a:pt x="55" y="126"/>
                  <a:pt x="55" y="126"/>
                </a:cubicBezTo>
                <a:cubicBezTo>
                  <a:pt x="50" y="126"/>
                  <a:pt x="50" y="126"/>
                  <a:pt x="50" y="126"/>
                </a:cubicBezTo>
                <a:cubicBezTo>
                  <a:pt x="50" y="161"/>
                  <a:pt x="50" y="161"/>
                  <a:pt x="50" y="161"/>
                </a:cubicBezTo>
                <a:cubicBezTo>
                  <a:pt x="98" y="161"/>
                  <a:pt x="98" y="161"/>
                  <a:pt x="98" y="161"/>
                </a:cubicBezTo>
                <a:cubicBezTo>
                  <a:pt x="119" y="161"/>
                  <a:pt x="119" y="161"/>
                  <a:pt x="119" y="161"/>
                </a:cubicBezTo>
                <a:cubicBezTo>
                  <a:pt x="119" y="126"/>
                  <a:pt x="119" y="126"/>
                  <a:pt x="119" y="126"/>
                </a:cubicBezTo>
                <a:cubicBezTo>
                  <a:pt x="114" y="126"/>
                  <a:pt x="114" y="126"/>
                  <a:pt x="114" y="126"/>
                </a:cubicBezTo>
                <a:cubicBezTo>
                  <a:pt x="114" y="118"/>
                  <a:pt x="114" y="118"/>
                  <a:pt x="114" y="118"/>
                </a:cubicBezTo>
                <a:cubicBezTo>
                  <a:pt x="119" y="114"/>
                  <a:pt x="122" y="108"/>
                  <a:pt x="122" y="101"/>
                </a:cubicBezTo>
                <a:cubicBezTo>
                  <a:pt x="122" y="96"/>
                  <a:pt x="120" y="92"/>
                  <a:pt x="118" y="88"/>
                </a:cubicBezTo>
                <a:cubicBezTo>
                  <a:pt x="119" y="87"/>
                  <a:pt x="119" y="87"/>
                  <a:pt x="119" y="87"/>
                </a:cubicBezTo>
                <a:cubicBezTo>
                  <a:pt x="121" y="85"/>
                  <a:pt x="122" y="83"/>
                  <a:pt x="122" y="80"/>
                </a:cubicBezTo>
                <a:close/>
                <a:moveTo>
                  <a:pt x="117" y="64"/>
                </a:moveTo>
                <a:cubicBezTo>
                  <a:pt x="117" y="66"/>
                  <a:pt x="116" y="68"/>
                  <a:pt x="114" y="69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06" y="58"/>
                  <a:pt x="108" y="57"/>
                  <a:pt x="110" y="57"/>
                </a:cubicBezTo>
                <a:cubicBezTo>
                  <a:pt x="114" y="57"/>
                  <a:pt x="117" y="60"/>
                  <a:pt x="117" y="64"/>
                </a:cubicBezTo>
                <a:close/>
                <a:moveTo>
                  <a:pt x="103" y="50"/>
                </a:moveTo>
                <a:cubicBezTo>
                  <a:pt x="103" y="52"/>
                  <a:pt x="102" y="54"/>
                  <a:pt x="101" y="56"/>
                </a:cubicBezTo>
                <a:cubicBezTo>
                  <a:pt x="91" y="46"/>
                  <a:pt x="91" y="46"/>
                  <a:pt x="91" y="46"/>
                </a:cubicBezTo>
                <a:cubicBezTo>
                  <a:pt x="93" y="45"/>
                  <a:pt x="95" y="44"/>
                  <a:pt x="97" y="44"/>
                </a:cubicBezTo>
                <a:cubicBezTo>
                  <a:pt x="100" y="44"/>
                  <a:pt x="103" y="47"/>
                  <a:pt x="103" y="50"/>
                </a:cubicBezTo>
                <a:close/>
                <a:moveTo>
                  <a:pt x="90" y="37"/>
                </a:moveTo>
                <a:cubicBezTo>
                  <a:pt x="90" y="39"/>
                  <a:pt x="89" y="41"/>
                  <a:pt x="87" y="42"/>
                </a:cubicBezTo>
                <a:cubicBezTo>
                  <a:pt x="78" y="33"/>
                  <a:pt x="78" y="33"/>
                  <a:pt x="78" y="33"/>
                </a:cubicBezTo>
                <a:cubicBezTo>
                  <a:pt x="79" y="31"/>
                  <a:pt x="81" y="30"/>
                  <a:pt x="83" y="30"/>
                </a:cubicBezTo>
                <a:cubicBezTo>
                  <a:pt x="87" y="30"/>
                  <a:pt x="90" y="33"/>
                  <a:pt x="90" y="37"/>
                </a:cubicBezTo>
                <a:close/>
                <a:moveTo>
                  <a:pt x="70" y="17"/>
                </a:moveTo>
                <a:cubicBezTo>
                  <a:pt x="74" y="17"/>
                  <a:pt x="77" y="20"/>
                  <a:pt x="77" y="24"/>
                </a:cubicBezTo>
                <a:cubicBezTo>
                  <a:pt x="77" y="26"/>
                  <a:pt x="76" y="28"/>
                  <a:pt x="74" y="29"/>
                </a:cubicBezTo>
                <a:cubicBezTo>
                  <a:pt x="65" y="19"/>
                  <a:pt x="65" y="19"/>
                  <a:pt x="65" y="19"/>
                </a:cubicBezTo>
                <a:cubicBezTo>
                  <a:pt x="66" y="18"/>
                  <a:pt x="68" y="17"/>
                  <a:pt x="70" y="17"/>
                </a:cubicBezTo>
                <a:close/>
                <a:moveTo>
                  <a:pt x="7" y="45"/>
                </a:moveTo>
                <a:cubicBezTo>
                  <a:pt x="6" y="44"/>
                  <a:pt x="6" y="42"/>
                  <a:pt x="7" y="40"/>
                </a:cubicBezTo>
                <a:cubicBezTo>
                  <a:pt x="40" y="7"/>
                  <a:pt x="40" y="7"/>
                  <a:pt x="40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7"/>
                  <a:pt x="42" y="7"/>
                  <a:pt x="42" y="6"/>
                </a:cubicBezTo>
                <a:cubicBezTo>
                  <a:pt x="42" y="6"/>
                  <a:pt x="43" y="6"/>
                  <a:pt x="43" y="6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7"/>
                  <a:pt x="45" y="7"/>
                  <a:pt x="45" y="7"/>
                </a:cubicBezTo>
                <a:cubicBezTo>
                  <a:pt x="51" y="14"/>
                  <a:pt x="51" y="14"/>
                  <a:pt x="51" y="14"/>
                </a:cubicBezTo>
                <a:cubicBezTo>
                  <a:pt x="14" y="51"/>
                  <a:pt x="14" y="51"/>
                  <a:pt x="14" y="51"/>
                </a:cubicBezTo>
                <a:lnTo>
                  <a:pt x="7" y="45"/>
                </a:lnTo>
                <a:close/>
                <a:moveTo>
                  <a:pt x="55" y="17"/>
                </a:moveTo>
                <a:cubicBezTo>
                  <a:pt x="58" y="21"/>
                  <a:pt x="58" y="21"/>
                  <a:pt x="58" y="21"/>
                </a:cubicBezTo>
                <a:cubicBezTo>
                  <a:pt x="72" y="34"/>
                  <a:pt x="72" y="34"/>
                  <a:pt x="72" y="34"/>
                </a:cubicBezTo>
                <a:cubicBezTo>
                  <a:pt x="73" y="35"/>
                  <a:pt x="73" y="35"/>
                  <a:pt x="73" y="35"/>
                </a:cubicBezTo>
                <a:cubicBezTo>
                  <a:pt x="85" y="47"/>
                  <a:pt x="85" y="47"/>
                  <a:pt x="85" y="47"/>
                </a:cubicBezTo>
                <a:cubicBezTo>
                  <a:pt x="86" y="49"/>
                  <a:pt x="86" y="49"/>
                  <a:pt x="86" y="4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0" y="62"/>
                  <a:pt x="100" y="62"/>
                </a:cubicBezTo>
                <a:cubicBezTo>
                  <a:pt x="113" y="75"/>
                  <a:pt x="113" y="75"/>
                  <a:pt x="113" y="75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7" y="79"/>
                  <a:pt x="117" y="81"/>
                  <a:pt x="116" y="83"/>
                </a:cubicBezTo>
                <a:cubicBezTo>
                  <a:pt x="114" y="84"/>
                  <a:pt x="114" y="84"/>
                  <a:pt x="114" y="84"/>
                </a:cubicBezTo>
                <a:cubicBezTo>
                  <a:pt x="114" y="84"/>
                  <a:pt x="114" y="84"/>
                  <a:pt x="114" y="84"/>
                </a:cubicBezTo>
                <a:cubicBezTo>
                  <a:pt x="83" y="116"/>
                  <a:pt x="83" y="116"/>
                  <a:pt x="83" y="116"/>
                </a:cubicBezTo>
                <a:cubicBezTo>
                  <a:pt x="81" y="117"/>
                  <a:pt x="79" y="117"/>
                  <a:pt x="78" y="116"/>
                </a:cubicBezTo>
                <a:cubicBezTo>
                  <a:pt x="57" y="94"/>
                  <a:pt x="57" y="94"/>
                  <a:pt x="57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66" y="94"/>
                  <a:pt x="71" y="89"/>
                  <a:pt x="71" y="82"/>
                </a:cubicBezTo>
                <a:cubicBezTo>
                  <a:pt x="71" y="76"/>
                  <a:pt x="66" y="70"/>
                  <a:pt x="59" y="70"/>
                </a:cubicBezTo>
                <a:cubicBezTo>
                  <a:pt x="33" y="70"/>
                  <a:pt x="33" y="70"/>
                  <a:pt x="33" y="70"/>
                </a:cubicBezTo>
                <a:cubicBezTo>
                  <a:pt x="17" y="55"/>
                  <a:pt x="17" y="55"/>
                  <a:pt x="17" y="55"/>
                </a:cubicBezTo>
                <a:lnTo>
                  <a:pt x="55" y="17"/>
                </a:lnTo>
                <a:close/>
                <a:moveTo>
                  <a:pt x="31" y="76"/>
                </a:moveTo>
                <a:cubicBezTo>
                  <a:pt x="32" y="76"/>
                  <a:pt x="32" y="76"/>
                  <a:pt x="32" y="76"/>
                </a:cubicBezTo>
                <a:cubicBezTo>
                  <a:pt x="32" y="76"/>
                  <a:pt x="32" y="76"/>
                  <a:pt x="33" y="76"/>
                </a:cubicBezTo>
                <a:cubicBezTo>
                  <a:pt x="59" y="76"/>
                  <a:pt x="59" y="76"/>
                  <a:pt x="59" y="76"/>
                </a:cubicBezTo>
                <a:cubicBezTo>
                  <a:pt x="63" y="76"/>
                  <a:pt x="66" y="79"/>
                  <a:pt x="66" y="82"/>
                </a:cubicBezTo>
                <a:cubicBezTo>
                  <a:pt x="66" y="86"/>
                  <a:pt x="63" y="89"/>
                  <a:pt x="59" y="89"/>
                </a:cubicBezTo>
                <a:cubicBezTo>
                  <a:pt x="51" y="89"/>
                  <a:pt x="51" y="89"/>
                  <a:pt x="51" y="89"/>
                </a:cubicBezTo>
                <a:cubicBezTo>
                  <a:pt x="44" y="89"/>
                  <a:pt x="44" y="89"/>
                  <a:pt x="44" y="89"/>
                </a:cubicBezTo>
                <a:cubicBezTo>
                  <a:pt x="33" y="89"/>
                  <a:pt x="33" y="89"/>
                  <a:pt x="33" y="89"/>
                </a:cubicBezTo>
                <a:cubicBezTo>
                  <a:pt x="29" y="89"/>
                  <a:pt x="26" y="86"/>
                  <a:pt x="26" y="82"/>
                </a:cubicBezTo>
                <a:cubicBezTo>
                  <a:pt x="26" y="79"/>
                  <a:pt x="28" y="76"/>
                  <a:pt x="31" y="76"/>
                </a:cubicBezTo>
                <a:close/>
                <a:moveTo>
                  <a:pt x="55" y="156"/>
                </a:moveTo>
                <a:cubicBezTo>
                  <a:pt x="55" y="132"/>
                  <a:pt x="55" y="132"/>
                  <a:pt x="55" y="132"/>
                </a:cubicBezTo>
                <a:cubicBezTo>
                  <a:pt x="78" y="132"/>
                  <a:pt x="78" y="132"/>
                  <a:pt x="78" y="132"/>
                </a:cubicBezTo>
                <a:cubicBezTo>
                  <a:pt x="86" y="132"/>
                  <a:pt x="93" y="138"/>
                  <a:pt x="93" y="147"/>
                </a:cubicBezTo>
                <a:cubicBezTo>
                  <a:pt x="93" y="156"/>
                  <a:pt x="93" y="156"/>
                  <a:pt x="93" y="156"/>
                </a:cubicBezTo>
                <a:lnTo>
                  <a:pt x="55" y="156"/>
                </a:lnTo>
                <a:close/>
                <a:moveTo>
                  <a:pt x="114" y="156"/>
                </a:moveTo>
                <a:cubicBezTo>
                  <a:pt x="98" y="156"/>
                  <a:pt x="98" y="156"/>
                  <a:pt x="98" y="156"/>
                </a:cubicBezTo>
                <a:cubicBezTo>
                  <a:pt x="98" y="147"/>
                  <a:pt x="98" y="147"/>
                  <a:pt x="98" y="147"/>
                </a:cubicBezTo>
                <a:cubicBezTo>
                  <a:pt x="98" y="141"/>
                  <a:pt x="95" y="135"/>
                  <a:pt x="91" y="132"/>
                </a:cubicBezTo>
                <a:cubicBezTo>
                  <a:pt x="114" y="132"/>
                  <a:pt x="114" y="132"/>
                  <a:pt x="114" y="132"/>
                </a:cubicBezTo>
                <a:lnTo>
                  <a:pt x="114" y="156"/>
                </a:lnTo>
                <a:close/>
                <a:moveTo>
                  <a:pt x="114" y="92"/>
                </a:moveTo>
                <a:cubicBezTo>
                  <a:pt x="116" y="95"/>
                  <a:pt x="117" y="98"/>
                  <a:pt x="117" y="101"/>
                </a:cubicBezTo>
                <a:cubicBezTo>
                  <a:pt x="117" y="106"/>
                  <a:pt x="114" y="112"/>
                  <a:pt x="110" y="115"/>
                </a:cubicBezTo>
                <a:cubicBezTo>
                  <a:pt x="109" y="116"/>
                  <a:pt x="109" y="116"/>
                  <a:pt x="109" y="116"/>
                </a:cubicBezTo>
                <a:cubicBezTo>
                  <a:pt x="109" y="126"/>
                  <a:pt x="109" y="126"/>
                  <a:pt x="109" y="126"/>
                </a:cubicBezTo>
                <a:cubicBezTo>
                  <a:pt x="78" y="126"/>
                  <a:pt x="78" y="126"/>
                  <a:pt x="78" y="126"/>
                </a:cubicBezTo>
                <a:cubicBezTo>
                  <a:pt x="61" y="126"/>
                  <a:pt x="61" y="126"/>
                  <a:pt x="61" y="126"/>
                </a:cubicBezTo>
                <a:cubicBezTo>
                  <a:pt x="61" y="119"/>
                  <a:pt x="61" y="119"/>
                  <a:pt x="61" y="119"/>
                </a:cubicBezTo>
                <a:cubicBezTo>
                  <a:pt x="60" y="118"/>
                  <a:pt x="60" y="118"/>
                  <a:pt x="60" y="118"/>
                </a:cubicBezTo>
                <a:cubicBezTo>
                  <a:pt x="60" y="118"/>
                  <a:pt x="59" y="118"/>
                  <a:pt x="59" y="118"/>
                </a:cubicBezTo>
                <a:cubicBezTo>
                  <a:pt x="36" y="94"/>
                  <a:pt x="36" y="94"/>
                  <a:pt x="36" y="94"/>
                </a:cubicBezTo>
                <a:cubicBezTo>
                  <a:pt x="49" y="94"/>
                  <a:pt x="49" y="94"/>
                  <a:pt x="49" y="94"/>
                </a:cubicBezTo>
                <a:cubicBezTo>
                  <a:pt x="74" y="119"/>
                  <a:pt x="74" y="119"/>
                  <a:pt x="74" y="119"/>
                </a:cubicBezTo>
                <a:cubicBezTo>
                  <a:pt x="76" y="121"/>
                  <a:pt x="78" y="122"/>
                  <a:pt x="80" y="122"/>
                </a:cubicBezTo>
                <a:cubicBezTo>
                  <a:pt x="83" y="122"/>
                  <a:pt x="85" y="121"/>
                  <a:pt x="87" y="119"/>
                </a:cubicBezTo>
                <a:lnTo>
                  <a:pt x="114" y="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1381"/>
          <p:cNvSpPr>
            <a:spLocks noEditPoints="1"/>
          </p:cNvSpPr>
          <p:nvPr/>
        </p:nvSpPr>
        <p:spPr bwMode="auto">
          <a:xfrm>
            <a:off x="8221426" y="4279662"/>
            <a:ext cx="415925" cy="554038"/>
          </a:xfrm>
          <a:custGeom>
            <a:avLst/>
            <a:gdLst>
              <a:gd name="T0" fmla="*/ 78 w 122"/>
              <a:gd name="T1" fmla="*/ 153 h 161"/>
              <a:gd name="T2" fmla="*/ 78 w 122"/>
              <a:gd name="T3" fmla="*/ 148 h 161"/>
              <a:gd name="T4" fmla="*/ 82 w 122"/>
              <a:gd name="T5" fmla="*/ 144 h 161"/>
              <a:gd name="T6" fmla="*/ 101 w 122"/>
              <a:gd name="T7" fmla="*/ 89 h 161"/>
              <a:gd name="T8" fmla="*/ 90 w 122"/>
              <a:gd name="T9" fmla="*/ 100 h 161"/>
              <a:gd name="T10" fmla="*/ 90 w 122"/>
              <a:gd name="T11" fmla="*/ 94 h 161"/>
              <a:gd name="T12" fmla="*/ 24 w 122"/>
              <a:gd name="T13" fmla="*/ 32 h 161"/>
              <a:gd name="T14" fmla="*/ 33 w 122"/>
              <a:gd name="T15" fmla="*/ 23 h 161"/>
              <a:gd name="T16" fmla="*/ 26 w 122"/>
              <a:gd name="T17" fmla="*/ 33 h 161"/>
              <a:gd name="T18" fmla="*/ 119 w 122"/>
              <a:gd name="T19" fmla="*/ 74 h 161"/>
              <a:gd name="T20" fmla="*/ 110 w 122"/>
              <a:gd name="T21" fmla="*/ 52 h 161"/>
              <a:gd name="T22" fmla="*/ 97 w 122"/>
              <a:gd name="T23" fmla="*/ 38 h 161"/>
              <a:gd name="T24" fmla="*/ 83 w 122"/>
              <a:gd name="T25" fmla="*/ 25 h 161"/>
              <a:gd name="T26" fmla="*/ 70 w 122"/>
              <a:gd name="T27" fmla="*/ 12 h 161"/>
              <a:gd name="T28" fmla="*/ 49 w 122"/>
              <a:gd name="T29" fmla="*/ 4 h 161"/>
              <a:gd name="T30" fmla="*/ 4 w 122"/>
              <a:gd name="T31" fmla="*/ 49 h 161"/>
              <a:gd name="T32" fmla="*/ 21 w 122"/>
              <a:gd name="T33" fmla="*/ 82 h 161"/>
              <a:gd name="T34" fmla="*/ 55 w 122"/>
              <a:gd name="T35" fmla="*/ 122 h 161"/>
              <a:gd name="T36" fmla="*/ 50 w 122"/>
              <a:gd name="T37" fmla="*/ 161 h 161"/>
              <a:gd name="T38" fmla="*/ 119 w 122"/>
              <a:gd name="T39" fmla="*/ 126 h 161"/>
              <a:gd name="T40" fmla="*/ 122 w 122"/>
              <a:gd name="T41" fmla="*/ 101 h 161"/>
              <a:gd name="T42" fmla="*/ 122 w 122"/>
              <a:gd name="T43" fmla="*/ 80 h 161"/>
              <a:gd name="T44" fmla="*/ 105 w 122"/>
              <a:gd name="T45" fmla="*/ 60 h 161"/>
              <a:gd name="T46" fmla="*/ 103 w 122"/>
              <a:gd name="T47" fmla="*/ 50 h 161"/>
              <a:gd name="T48" fmla="*/ 97 w 122"/>
              <a:gd name="T49" fmla="*/ 44 h 161"/>
              <a:gd name="T50" fmla="*/ 87 w 122"/>
              <a:gd name="T51" fmla="*/ 42 h 161"/>
              <a:gd name="T52" fmla="*/ 90 w 122"/>
              <a:gd name="T53" fmla="*/ 37 h 161"/>
              <a:gd name="T54" fmla="*/ 74 w 122"/>
              <a:gd name="T55" fmla="*/ 29 h 161"/>
              <a:gd name="T56" fmla="*/ 7 w 122"/>
              <a:gd name="T57" fmla="*/ 45 h 161"/>
              <a:gd name="T58" fmla="*/ 41 w 122"/>
              <a:gd name="T59" fmla="*/ 7 h 161"/>
              <a:gd name="T60" fmla="*/ 44 w 122"/>
              <a:gd name="T61" fmla="*/ 7 h 161"/>
              <a:gd name="T62" fmla="*/ 14 w 122"/>
              <a:gd name="T63" fmla="*/ 51 h 161"/>
              <a:gd name="T64" fmla="*/ 58 w 122"/>
              <a:gd name="T65" fmla="*/ 21 h 161"/>
              <a:gd name="T66" fmla="*/ 85 w 122"/>
              <a:gd name="T67" fmla="*/ 47 h 161"/>
              <a:gd name="T68" fmla="*/ 100 w 122"/>
              <a:gd name="T69" fmla="*/ 62 h 161"/>
              <a:gd name="T70" fmla="*/ 116 w 122"/>
              <a:gd name="T71" fmla="*/ 83 h 161"/>
              <a:gd name="T72" fmla="*/ 83 w 122"/>
              <a:gd name="T73" fmla="*/ 116 h 161"/>
              <a:gd name="T74" fmla="*/ 59 w 122"/>
              <a:gd name="T75" fmla="*/ 94 h 161"/>
              <a:gd name="T76" fmla="*/ 33 w 122"/>
              <a:gd name="T77" fmla="*/ 70 h 161"/>
              <a:gd name="T78" fmla="*/ 31 w 122"/>
              <a:gd name="T79" fmla="*/ 76 h 161"/>
              <a:gd name="T80" fmla="*/ 59 w 122"/>
              <a:gd name="T81" fmla="*/ 76 h 161"/>
              <a:gd name="T82" fmla="*/ 51 w 122"/>
              <a:gd name="T83" fmla="*/ 89 h 161"/>
              <a:gd name="T84" fmla="*/ 26 w 122"/>
              <a:gd name="T85" fmla="*/ 82 h 161"/>
              <a:gd name="T86" fmla="*/ 55 w 122"/>
              <a:gd name="T87" fmla="*/ 132 h 161"/>
              <a:gd name="T88" fmla="*/ 93 w 122"/>
              <a:gd name="T89" fmla="*/ 156 h 161"/>
              <a:gd name="T90" fmla="*/ 98 w 122"/>
              <a:gd name="T91" fmla="*/ 156 h 161"/>
              <a:gd name="T92" fmla="*/ 114 w 122"/>
              <a:gd name="T93" fmla="*/ 132 h 161"/>
              <a:gd name="T94" fmla="*/ 117 w 122"/>
              <a:gd name="T95" fmla="*/ 101 h 161"/>
              <a:gd name="T96" fmla="*/ 109 w 122"/>
              <a:gd name="T97" fmla="*/ 126 h 161"/>
              <a:gd name="T98" fmla="*/ 61 w 122"/>
              <a:gd name="T99" fmla="*/ 119 h 161"/>
              <a:gd name="T100" fmla="*/ 36 w 122"/>
              <a:gd name="T101" fmla="*/ 94 h 161"/>
              <a:gd name="T102" fmla="*/ 80 w 122"/>
              <a:gd name="T103" fmla="*/ 122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2" h="161">
                <a:moveTo>
                  <a:pt x="78" y="134"/>
                </a:moveTo>
                <a:cubicBezTo>
                  <a:pt x="73" y="134"/>
                  <a:pt x="69" y="139"/>
                  <a:pt x="69" y="144"/>
                </a:cubicBezTo>
                <a:cubicBezTo>
                  <a:pt x="69" y="149"/>
                  <a:pt x="73" y="153"/>
                  <a:pt x="78" y="153"/>
                </a:cubicBezTo>
                <a:cubicBezTo>
                  <a:pt x="83" y="153"/>
                  <a:pt x="87" y="149"/>
                  <a:pt x="87" y="144"/>
                </a:cubicBezTo>
                <a:cubicBezTo>
                  <a:pt x="87" y="139"/>
                  <a:pt x="83" y="134"/>
                  <a:pt x="78" y="134"/>
                </a:cubicBezTo>
                <a:close/>
                <a:moveTo>
                  <a:pt x="78" y="148"/>
                </a:moveTo>
                <a:cubicBezTo>
                  <a:pt x="76" y="148"/>
                  <a:pt x="74" y="146"/>
                  <a:pt x="74" y="144"/>
                </a:cubicBezTo>
                <a:cubicBezTo>
                  <a:pt x="74" y="141"/>
                  <a:pt x="76" y="140"/>
                  <a:pt x="78" y="140"/>
                </a:cubicBezTo>
                <a:cubicBezTo>
                  <a:pt x="80" y="140"/>
                  <a:pt x="82" y="141"/>
                  <a:pt x="82" y="144"/>
                </a:cubicBezTo>
                <a:cubicBezTo>
                  <a:pt x="82" y="146"/>
                  <a:pt x="80" y="148"/>
                  <a:pt x="78" y="148"/>
                </a:cubicBezTo>
                <a:close/>
                <a:moveTo>
                  <a:pt x="90" y="100"/>
                </a:moveTo>
                <a:cubicBezTo>
                  <a:pt x="96" y="100"/>
                  <a:pt x="101" y="95"/>
                  <a:pt x="101" y="89"/>
                </a:cubicBezTo>
                <a:cubicBezTo>
                  <a:pt x="101" y="83"/>
                  <a:pt x="96" y="78"/>
                  <a:pt x="90" y="78"/>
                </a:cubicBezTo>
                <a:cubicBezTo>
                  <a:pt x="84" y="78"/>
                  <a:pt x="79" y="83"/>
                  <a:pt x="79" y="89"/>
                </a:cubicBezTo>
                <a:cubicBezTo>
                  <a:pt x="79" y="95"/>
                  <a:pt x="84" y="100"/>
                  <a:pt x="90" y="100"/>
                </a:cubicBezTo>
                <a:close/>
                <a:moveTo>
                  <a:pt x="90" y="84"/>
                </a:moveTo>
                <a:cubicBezTo>
                  <a:pt x="93" y="84"/>
                  <a:pt x="95" y="86"/>
                  <a:pt x="95" y="89"/>
                </a:cubicBezTo>
                <a:cubicBezTo>
                  <a:pt x="95" y="92"/>
                  <a:pt x="93" y="94"/>
                  <a:pt x="90" y="94"/>
                </a:cubicBezTo>
                <a:cubicBezTo>
                  <a:pt x="87" y="94"/>
                  <a:pt x="85" y="92"/>
                  <a:pt x="85" y="89"/>
                </a:cubicBezTo>
                <a:cubicBezTo>
                  <a:pt x="85" y="86"/>
                  <a:pt x="87" y="84"/>
                  <a:pt x="90" y="84"/>
                </a:cubicBezTo>
                <a:close/>
                <a:moveTo>
                  <a:pt x="24" y="32"/>
                </a:moveTo>
                <a:cubicBezTo>
                  <a:pt x="23" y="31"/>
                  <a:pt x="23" y="29"/>
                  <a:pt x="24" y="28"/>
                </a:cubicBezTo>
                <a:cubicBezTo>
                  <a:pt x="29" y="23"/>
                  <a:pt x="29" y="23"/>
                  <a:pt x="29" y="23"/>
                </a:cubicBezTo>
                <a:cubicBezTo>
                  <a:pt x="30" y="22"/>
                  <a:pt x="32" y="22"/>
                  <a:pt x="33" y="23"/>
                </a:cubicBezTo>
                <a:cubicBezTo>
                  <a:pt x="34" y="24"/>
                  <a:pt x="34" y="26"/>
                  <a:pt x="33" y="27"/>
                </a:cubicBezTo>
                <a:cubicBezTo>
                  <a:pt x="28" y="32"/>
                  <a:pt x="28" y="32"/>
                  <a:pt x="28" y="32"/>
                </a:cubicBezTo>
                <a:cubicBezTo>
                  <a:pt x="27" y="33"/>
                  <a:pt x="27" y="33"/>
                  <a:pt x="26" y="33"/>
                </a:cubicBezTo>
                <a:cubicBezTo>
                  <a:pt x="25" y="33"/>
                  <a:pt x="25" y="33"/>
                  <a:pt x="24" y="32"/>
                </a:cubicBezTo>
                <a:close/>
                <a:moveTo>
                  <a:pt x="122" y="80"/>
                </a:moveTo>
                <a:cubicBezTo>
                  <a:pt x="122" y="78"/>
                  <a:pt x="121" y="76"/>
                  <a:pt x="119" y="74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20" y="70"/>
                  <a:pt x="122" y="67"/>
                  <a:pt x="122" y="64"/>
                </a:cubicBezTo>
                <a:cubicBezTo>
                  <a:pt x="122" y="57"/>
                  <a:pt x="117" y="52"/>
                  <a:pt x="110" y="52"/>
                </a:cubicBezTo>
                <a:cubicBezTo>
                  <a:pt x="109" y="52"/>
                  <a:pt x="109" y="52"/>
                  <a:pt x="108" y="52"/>
                </a:cubicBezTo>
                <a:cubicBezTo>
                  <a:pt x="109" y="51"/>
                  <a:pt x="109" y="51"/>
                  <a:pt x="109" y="50"/>
                </a:cubicBezTo>
                <a:cubicBezTo>
                  <a:pt x="109" y="44"/>
                  <a:pt x="103" y="38"/>
                  <a:pt x="97" y="38"/>
                </a:cubicBezTo>
                <a:cubicBezTo>
                  <a:pt x="96" y="38"/>
                  <a:pt x="96" y="38"/>
                  <a:pt x="95" y="38"/>
                </a:cubicBezTo>
                <a:cubicBezTo>
                  <a:pt x="95" y="38"/>
                  <a:pt x="95" y="37"/>
                  <a:pt x="95" y="37"/>
                </a:cubicBezTo>
                <a:cubicBezTo>
                  <a:pt x="95" y="30"/>
                  <a:pt x="90" y="25"/>
                  <a:pt x="83" y="25"/>
                </a:cubicBezTo>
                <a:cubicBezTo>
                  <a:pt x="83" y="25"/>
                  <a:pt x="82" y="25"/>
                  <a:pt x="82" y="25"/>
                </a:cubicBezTo>
                <a:cubicBezTo>
                  <a:pt x="82" y="25"/>
                  <a:pt x="82" y="24"/>
                  <a:pt x="82" y="24"/>
                </a:cubicBezTo>
                <a:cubicBezTo>
                  <a:pt x="82" y="17"/>
                  <a:pt x="77" y="12"/>
                  <a:pt x="70" y="12"/>
                </a:cubicBezTo>
                <a:cubicBezTo>
                  <a:pt x="66" y="12"/>
                  <a:pt x="63" y="13"/>
                  <a:pt x="61" y="16"/>
                </a:cubicBezTo>
                <a:cubicBezTo>
                  <a:pt x="59" y="14"/>
                  <a:pt x="59" y="14"/>
                  <a:pt x="59" y="14"/>
                </a:cubicBezTo>
                <a:cubicBezTo>
                  <a:pt x="49" y="4"/>
                  <a:pt x="49" y="4"/>
                  <a:pt x="49" y="4"/>
                </a:cubicBezTo>
                <a:cubicBezTo>
                  <a:pt x="45" y="0"/>
                  <a:pt x="40" y="0"/>
                  <a:pt x="36" y="4"/>
                </a:cubicBezTo>
                <a:cubicBezTo>
                  <a:pt x="4" y="36"/>
                  <a:pt x="4" y="36"/>
                  <a:pt x="4" y="36"/>
                </a:cubicBezTo>
                <a:cubicBezTo>
                  <a:pt x="0" y="40"/>
                  <a:pt x="0" y="45"/>
                  <a:pt x="4" y="49"/>
                </a:cubicBezTo>
                <a:cubicBezTo>
                  <a:pt x="14" y="59"/>
                  <a:pt x="14" y="59"/>
                  <a:pt x="14" y="59"/>
                </a:cubicBezTo>
                <a:cubicBezTo>
                  <a:pt x="27" y="72"/>
                  <a:pt x="27" y="72"/>
                  <a:pt x="27" y="72"/>
                </a:cubicBezTo>
                <a:cubicBezTo>
                  <a:pt x="23" y="74"/>
                  <a:pt x="21" y="78"/>
                  <a:pt x="21" y="82"/>
                </a:cubicBezTo>
                <a:cubicBezTo>
                  <a:pt x="21" y="87"/>
                  <a:pt x="23" y="90"/>
                  <a:pt x="26" y="92"/>
                </a:cubicBezTo>
                <a:cubicBezTo>
                  <a:pt x="26" y="93"/>
                  <a:pt x="26" y="93"/>
                  <a:pt x="27" y="93"/>
                </a:cubicBezTo>
                <a:cubicBezTo>
                  <a:pt x="55" y="122"/>
                  <a:pt x="55" y="122"/>
                  <a:pt x="55" y="122"/>
                </a:cubicBezTo>
                <a:cubicBezTo>
                  <a:pt x="55" y="126"/>
                  <a:pt x="55" y="126"/>
                  <a:pt x="55" y="126"/>
                </a:cubicBezTo>
                <a:cubicBezTo>
                  <a:pt x="50" y="126"/>
                  <a:pt x="50" y="126"/>
                  <a:pt x="50" y="126"/>
                </a:cubicBezTo>
                <a:cubicBezTo>
                  <a:pt x="50" y="161"/>
                  <a:pt x="50" y="161"/>
                  <a:pt x="50" y="161"/>
                </a:cubicBezTo>
                <a:cubicBezTo>
                  <a:pt x="98" y="161"/>
                  <a:pt x="98" y="161"/>
                  <a:pt x="98" y="161"/>
                </a:cubicBezTo>
                <a:cubicBezTo>
                  <a:pt x="119" y="161"/>
                  <a:pt x="119" y="161"/>
                  <a:pt x="119" y="161"/>
                </a:cubicBezTo>
                <a:cubicBezTo>
                  <a:pt x="119" y="126"/>
                  <a:pt x="119" y="126"/>
                  <a:pt x="119" y="126"/>
                </a:cubicBezTo>
                <a:cubicBezTo>
                  <a:pt x="114" y="126"/>
                  <a:pt x="114" y="126"/>
                  <a:pt x="114" y="126"/>
                </a:cubicBezTo>
                <a:cubicBezTo>
                  <a:pt x="114" y="118"/>
                  <a:pt x="114" y="118"/>
                  <a:pt x="114" y="118"/>
                </a:cubicBezTo>
                <a:cubicBezTo>
                  <a:pt x="119" y="114"/>
                  <a:pt x="122" y="108"/>
                  <a:pt x="122" y="101"/>
                </a:cubicBezTo>
                <a:cubicBezTo>
                  <a:pt x="122" y="96"/>
                  <a:pt x="120" y="92"/>
                  <a:pt x="118" y="88"/>
                </a:cubicBezTo>
                <a:cubicBezTo>
                  <a:pt x="119" y="87"/>
                  <a:pt x="119" y="87"/>
                  <a:pt x="119" y="87"/>
                </a:cubicBezTo>
                <a:cubicBezTo>
                  <a:pt x="121" y="85"/>
                  <a:pt x="122" y="83"/>
                  <a:pt x="122" y="80"/>
                </a:cubicBezTo>
                <a:close/>
                <a:moveTo>
                  <a:pt x="117" y="64"/>
                </a:moveTo>
                <a:cubicBezTo>
                  <a:pt x="117" y="66"/>
                  <a:pt x="116" y="68"/>
                  <a:pt x="114" y="69"/>
                </a:cubicBezTo>
                <a:cubicBezTo>
                  <a:pt x="105" y="60"/>
                  <a:pt x="105" y="60"/>
                  <a:pt x="105" y="60"/>
                </a:cubicBezTo>
                <a:cubicBezTo>
                  <a:pt x="106" y="58"/>
                  <a:pt x="108" y="57"/>
                  <a:pt x="110" y="57"/>
                </a:cubicBezTo>
                <a:cubicBezTo>
                  <a:pt x="114" y="57"/>
                  <a:pt x="117" y="60"/>
                  <a:pt x="117" y="64"/>
                </a:cubicBezTo>
                <a:close/>
                <a:moveTo>
                  <a:pt x="103" y="50"/>
                </a:moveTo>
                <a:cubicBezTo>
                  <a:pt x="103" y="52"/>
                  <a:pt x="102" y="54"/>
                  <a:pt x="101" y="56"/>
                </a:cubicBezTo>
                <a:cubicBezTo>
                  <a:pt x="91" y="46"/>
                  <a:pt x="91" y="46"/>
                  <a:pt x="91" y="46"/>
                </a:cubicBezTo>
                <a:cubicBezTo>
                  <a:pt x="93" y="45"/>
                  <a:pt x="95" y="44"/>
                  <a:pt x="97" y="44"/>
                </a:cubicBezTo>
                <a:cubicBezTo>
                  <a:pt x="100" y="44"/>
                  <a:pt x="103" y="47"/>
                  <a:pt x="103" y="50"/>
                </a:cubicBezTo>
                <a:close/>
                <a:moveTo>
                  <a:pt x="90" y="37"/>
                </a:moveTo>
                <a:cubicBezTo>
                  <a:pt x="90" y="39"/>
                  <a:pt x="89" y="41"/>
                  <a:pt x="87" y="42"/>
                </a:cubicBezTo>
                <a:cubicBezTo>
                  <a:pt x="78" y="33"/>
                  <a:pt x="78" y="33"/>
                  <a:pt x="78" y="33"/>
                </a:cubicBezTo>
                <a:cubicBezTo>
                  <a:pt x="79" y="31"/>
                  <a:pt x="81" y="30"/>
                  <a:pt x="83" y="30"/>
                </a:cubicBezTo>
                <a:cubicBezTo>
                  <a:pt x="87" y="30"/>
                  <a:pt x="90" y="33"/>
                  <a:pt x="90" y="37"/>
                </a:cubicBezTo>
                <a:close/>
                <a:moveTo>
                  <a:pt x="70" y="17"/>
                </a:moveTo>
                <a:cubicBezTo>
                  <a:pt x="74" y="17"/>
                  <a:pt x="77" y="20"/>
                  <a:pt x="77" y="24"/>
                </a:cubicBezTo>
                <a:cubicBezTo>
                  <a:pt x="77" y="26"/>
                  <a:pt x="76" y="28"/>
                  <a:pt x="74" y="29"/>
                </a:cubicBezTo>
                <a:cubicBezTo>
                  <a:pt x="65" y="19"/>
                  <a:pt x="65" y="19"/>
                  <a:pt x="65" y="19"/>
                </a:cubicBezTo>
                <a:cubicBezTo>
                  <a:pt x="66" y="18"/>
                  <a:pt x="68" y="17"/>
                  <a:pt x="70" y="17"/>
                </a:cubicBezTo>
                <a:close/>
                <a:moveTo>
                  <a:pt x="7" y="45"/>
                </a:moveTo>
                <a:cubicBezTo>
                  <a:pt x="6" y="44"/>
                  <a:pt x="6" y="42"/>
                  <a:pt x="7" y="40"/>
                </a:cubicBezTo>
                <a:cubicBezTo>
                  <a:pt x="40" y="7"/>
                  <a:pt x="40" y="7"/>
                  <a:pt x="40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7"/>
                  <a:pt x="42" y="7"/>
                  <a:pt x="42" y="6"/>
                </a:cubicBezTo>
                <a:cubicBezTo>
                  <a:pt x="42" y="6"/>
                  <a:pt x="43" y="6"/>
                  <a:pt x="43" y="6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7"/>
                  <a:pt x="45" y="7"/>
                  <a:pt x="45" y="7"/>
                </a:cubicBezTo>
                <a:cubicBezTo>
                  <a:pt x="51" y="14"/>
                  <a:pt x="51" y="14"/>
                  <a:pt x="51" y="14"/>
                </a:cubicBezTo>
                <a:cubicBezTo>
                  <a:pt x="14" y="51"/>
                  <a:pt x="14" y="51"/>
                  <a:pt x="14" y="51"/>
                </a:cubicBezTo>
                <a:lnTo>
                  <a:pt x="7" y="45"/>
                </a:lnTo>
                <a:close/>
                <a:moveTo>
                  <a:pt x="55" y="17"/>
                </a:moveTo>
                <a:cubicBezTo>
                  <a:pt x="58" y="21"/>
                  <a:pt x="58" y="21"/>
                  <a:pt x="58" y="21"/>
                </a:cubicBezTo>
                <a:cubicBezTo>
                  <a:pt x="72" y="34"/>
                  <a:pt x="72" y="34"/>
                  <a:pt x="72" y="34"/>
                </a:cubicBezTo>
                <a:cubicBezTo>
                  <a:pt x="73" y="35"/>
                  <a:pt x="73" y="35"/>
                  <a:pt x="73" y="35"/>
                </a:cubicBezTo>
                <a:cubicBezTo>
                  <a:pt x="85" y="47"/>
                  <a:pt x="85" y="47"/>
                  <a:pt x="85" y="47"/>
                </a:cubicBezTo>
                <a:cubicBezTo>
                  <a:pt x="86" y="49"/>
                  <a:pt x="86" y="49"/>
                  <a:pt x="86" y="4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0" y="62"/>
                  <a:pt x="100" y="62"/>
                </a:cubicBezTo>
                <a:cubicBezTo>
                  <a:pt x="113" y="75"/>
                  <a:pt x="113" y="75"/>
                  <a:pt x="113" y="75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7" y="79"/>
                  <a:pt x="117" y="81"/>
                  <a:pt x="116" y="83"/>
                </a:cubicBezTo>
                <a:cubicBezTo>
                  <a:pt x="114" y="84"/>
                  <a:pt x="114" y="84"/>
                  <a:pt x="114" y="84"/>
                </a:cubicBezTo>
                <a:cubicBezTo>
                  <a:pt x="114" y="84"/>
                  <a:pt x="114" y="84"/>
                  <a:pt x="114" y="84"/>
                </a:cubicBezTo>
                <a:cubicBezTo>
                  <a:pt x="83" y="116"/>
                  <a:pt x="83" y="116"/>
                  <a:pt x="83" y="116"/>
                </a:cubicBezTo>
                <a:cubicBezTo>
                  <a:pt x="81" y="117"/>
                  <a:pt x="79" y="117"/>
                  <a:pt x="78" y="116"/>
                </a:cubicBezTo>
                <a:cubicBezTo>
                  <a:pt x="57" y="94"/>
                  <a:pt x="57" y="94"/>
                  <a:pt x="57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66" y="94"/>
                  <a:pt x="71" y="89"/>
                  <a:pt x="71" y="82"/>
                </a:cubicBezTo>
                <a:cubicBezTo>
                  <a:pt x="71" y="76"/>
                  <a:pt x="66" y="70"/>
                  <a:pt x="59" y="70"/>
                </a:cubicBezTo>
                <a:cubicBezTo>
                  <a:pt x="33" y="70"/>
                  <a:pt x="33" y="70"/>
                  <a:pt x="33" y="70"/>
                </a:cubicBezTo>
                <a:cubicBezTo>
                  <a:pt x="17" y="55"/>
                  <a:pt x="17" y="55"/>
                  <a:pt x="17" y="55"/>
                </a:cubicBezTo>
                <a:lnTo>
                  <a:pt x="55" y="17"/>
                </a:lnTo>
                <a:close/>
                <a:moveTo>
                  <a:pt x="31" y="76"/>
                </a:moveTo>
                <a:cubicBezTo>
                  <a:pt x="32" y="76"/>
                  <a:pt x="32" y="76"/>
                  <a:pt x="32" y="76"/>
                </a:cubicBezTo>
                <a:cubicBezTo>
                  <a:pt x="32" y="76"/>
                  <a:pt x="32" y="76"/>
                  <a:pt x="33" y="76"/>
                </a:cubicBezTo>
                <a:cubicBezTo>
                  <a:pt x="59" y="76"/>
                  <a:pt x="59" y="76"/>
                  <a:pt x="59" y="76"/>
                </a:cubicBezTo>
                <a:cubicBezTo>
                  <a:pt x="63" y="76"/>
                  <a:pt x="66" y="79"/>
                  <a:pt x="66" y="82"/>
                </a:cubicBezTo>
                <a:cubicBezTo>
                  <a:pt x="66" y="86"/>
                  <a:pt x="63" y="89"/>
                  <a:pt x="59" y="89"/>
                </a:cubicBezTo>
                <a:cubicBezTo>
                  <a:pt x="51" y="89"/>
                  <a:pt x="51" y="89"/>
                  <a:pt x="51" y="89"/>
                </a:cubicBezTo>
                <a:cubicBezTo>
                  <a:pt x="44" y="89"/>
                  <a:pt x="44" y="89"/>
                  <a:pt x="44" y="89"/>
                </a:cubicBezTo>
                <a:cubicBezTo>
                  <a:pt x="33" y="89"/>
                  <a:pt x="33" y="89"/>
                  <a:pt x="33" y="89"/>
                </a:cubicBezTo>
                <a:cubicBezTo>
                  <a:pt x="29" y="89"/>
                  <a:pt x="26" y="86"/>
                  <a:pt x="26" y="82"/>
                </a:cubicBezTo>
                <a:cubicBezTo>
                  <a:pt x="26" y="79"/>
                  <a:pt x="28" y="76"/>
                  <a:pt x="31" y="76"/>
                </a:cubicBezTo>
                <a:close/>
                <a:moveTo>
                  <a:pt x="55" y="156"/>
                </a:moveTo>
                <a:cubicBezTo>
                  <a:pt x="55" y="132"/>
                  <a:pt x="55" y="132"/>
                  <a:pt x="55" y="132"/>
                </a:cubicBezTo>
                <a:cubicBezTo>
                  <a:pt x="78" y="132"/>
                  <a:pt x="78" y="132"/>
                  <a:pt x="78" y="132"/>
                </a:cubicBezTo>
                <a:cubicBezTo>
                  <a:pt x="86" y="132"/>
                  <a:pt x="93" y="138"/>
                  <a:pt x="93" y="147"/>
                </a:cubicBezTo>
                <a:cubicBezTo>
                  <a:pt x="93" y="156"/>
                  <a:pt x="93" y="156"/>
                  <a:pt x="93" y="156"/>
                </a:cubicBezTo>
                <a:lnTo>
                  <a:pt x="55" y="156"/>
                </a:lnTo>
                <a:close/>
                <a:moveTo>
                  <a:pt x="114" y="156"/>
                </a:moveTo>
                <a:cubicBezTo>
                  <a:pt x="98" y="156"/>
                  <a:pt x="98" y="156"/>
                  <a:pt x="98" y="156"/>
                </a:cubicBezTo>
                <a:cubicBezTo>
                  <a:pt x="98" y="147"/>
                  <a:pt x="98" y="147"/>
                  <a:pt x="98" y="147"/>
                </a:cubicBezTo>
                <a:cubicBezTo>
                  <a:pt x="98" y="141"/>
                  <a:pt x="95" y="135"/>
                  <a:pt x="91" y="132"/>
                </a:cubicBezTo>
                <a:cubicBezTo>
                  <a:pt x="114" y="132"/>
                  <a:pt x="114" y="132"/>
                  <a:pt x="114" y="132"/>
                </a:cubicBezTo>
                <a:lnTo>
                  <a:pt x="114" y="156"/>
                </a:lnTo>
                <a:close/>
                <a:moveTo>
                  <a:pt x="114" y="92"/>
                </a:moveTo>
                <a:cubicBezTo>
                  <a:pt x="116" y="95"/>
                  <a:pt x="117" y="98"/>
                  <a:pt x="117" y="101"/>
                </a:cubicBezTo>
                <a:cubicBezTo>
                  <a:pt x="117" y="106"/>
                  <a:pt x="114" y="112"/>
                  <a:pt x="110" y="115"/>
                </a:cubicBezTo>
                <a:cubicBezTo>
                  <a:pt x="109" y="116"/>
                  <a:pt x="109" y="116"/>
                  <a:pt x="109" y="116"/>
                </a:cubicBezTo>
                <a:cubicBezTo>
                  <a:pt x="109" y="126"/>
                  <a:pt x="109" y="126"/>
                  <a:pt x="109" y="126"/>
                </a:cubicBezTo>
                <a:cubicBezTo>
                  <a:pt x="78" y="126"/>
                  <a:pt x="78" y="126"/>
                  <a:pt x="78" y="126"/>
                </a:cubicBezTo>
                <a:cubicBezTo>
                  <a:pt x="61" y="126"/>
                  <a:pt x="61" y="126"/>
                  <a:pt x="61" y="126"/>
                </a:cubicBezTo>
                <a:cubicBezTo>
                  <a:pt x="61" y="119"/>
                  <a:pt x="61" y="119"/>
                  <a:pt x="61" y="119"/>
                </a:cubicBezTo>
                <a:cubicBezTo>
                  <a:pt x="60" y="118"/>
                  <a:pt x="60" y="118"/>
                  <a:pt x="60" y="118"/>
                </a:cubicBezTo>
                <a:cubicBezTo>
                  <a:pt x="60" y="118"/>
                  <a:pt x="59" y="118"/>
                  <a:pt x="59" y="118"/>
                </a:cubicBezTo>
                <a:cubicBezTo>
                  <a:pt x="36" y="94"/>
                  <a:pt x="36" y="94"/>
                  <a:pt x="36" y="94"/>
                </a:cubicBezTo>
                <a:cubicBezTo>
                  <a:pt x="49" y="94"/>
                  <a:pt x="49" y="94"/>
                  <a:pt x="49" y="94"/>
                </a:cubicBezTo>
                <a:cubicBezTo>
                  <a:pt x="74" y="119"/>
                  <a:pt x="74" y="119"/>
                  <a:pt x="74" y="119"/>
                </a:cubicBezTo>
                <a:cubicBezTo>
                  <a:pt x="76" y="121"/>
                  <a:pt x="78" y="122"/>
                  <a:pt x="80" y="122"/>
                </a:cubicBezTo>
                <a:cubicBezTo>
                  <a:pt x="83" y="122"/>
                  <a:pt x="85" y="121"/>
                  <a:pt x="87" y="119"/>
                </a:cubicBezTo>
                <a:lnTo>
                  <a:pt x="114" y="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61"/>
          <p:cNvSpPr>
            <a:spLocks noEditPoints="1"/>
          </p:cNvSpPr>
          <p:nvPr/>
        </p:nvSpPr>
        <p:spPr bwMode="auto">
          <a:xfrm>
            <a:off x="8207698" y="5330836"/>
            <a:ext cx="497242" cy="460506"/>
          </a:xfrm>
          <a:custGeom>
            <a:avLst/>
            <a:gdLst>
              <a:gd name="T0" fmla="*/ 117 w 160"/>
              <a:gd name="T1" fmla="*/ 95 h 147"/>
              <a:gd name="T2" fmla="*/ 127 w 160"/>
              <a:gd name="T3" fmla="*/ 68 h 147"/>
              <a:gd name="T4" fmla="*/ 131 w 160"/>
              <a:gd name="T5" fmla="*/ 41 h 147"/>
              <a:gd name="T6" fmla="*/ 99 w 160"/>
              <a:gd name="T7" fmla="*/ 0 h 147"/>
              <a:gd name="T8" fmla="*/ 51 w 160"/>
              <a:gd name="T9" fmla="*/ 19 h 147"/>
              <a:gd name="T10" fmla="*/ 19 w 160"/>
              <a:gd name="T11" fmla="*/ 61 h 147"/>
              <a:gd name="T12" fmla="*/ 32 w 160"/>
              <a:gd name="T13" fmla="*/ 94 h 147"/>
              <a:gd name="T14" fmla="*/ 11 w 160"/>
              <a:gd name="T15" fmla="*/ 118 h 147"/>
              <a:gd name="T16" fmla="*/ 37 w 160"/>
              <a:gd name="T17" fmla="*/ 147 h 147"/>
              <a:gd name="T18" fmla="*/ 160 w 160"/>
              <a:gd name="T19" fmla="*/ 136 h 147"/>
              <a:gd name="T20" fmla="*/ 37 w 160"/>
              <a:gd name="T21" fmla="*/ 141 h 147"/>
              <a:gd name="T22" fmla="*/ 14 w 160"/>
              <a:gd name="T23" fmla="*/ 123 h 147"/>
              <a:gd name="T24" fmla="*/ 37 w 160"/>
              <a:gd name="T25" fmla="*/ 92 h 147"/>
              <a:gd name="T26" fmla="*/ 27 w 160"/>
              <a:gd name="T27" fmla="*/ 74 h 147"/>
              <a:gd name="T28" fmla="*/ 24 w 160"/>
              <a:gd name="T29" fmla="*/ 61 h 147"/>
              <a:gd name="T30" fmla="*/ 27 w 160"/>
              <a:gd name="T31" fmla="*/ 43 h 147"/>
              <a:gd name="T32" fmla="*/ 67 w 160"/>
              <a:gd name="T33" fmla="*/ 41 h 147"/>
              <a:gd name="T34" fmla="*/ 64 w 160"/>
              <a:gd name="T35" fmla="*/ 61 h 147"/>
              <a:gd name="T36" fmla="*/ 65 w 160"/>
              <a:gd name="T37" fmla="*/ 63 h 147"/>
              <a:gd name="T38" fmla="*/ 69 w 160"/>
              <a:gd name="T39" fmla="*/ 69 h 147"/>
              <a:gd name="T40" fmla="*/ 69 w 160"/>
              <a:gd name="T41" fmla="*/ 71 h 147"/>
              <a:gd name="T42" fmla="*/ 71 w 160"/>
              <a:gd name="T43" fmla="*/ 75 h 147"/>
              <a:gd name="T44" fmla="*/ 71 w 160"/>
              <a:gd name="T45" fmla="*/ 76 h 147"/>
              <a:gd name="T46" fmla="*/ 73 w 160"/>
              <a:gd name="T47" fmla="*/ 79 h 147"/>
              <a:gd name="T48" fmla="*/ 75 w 160"/>
              <a:gd name="T49" fmla="*/ 83 h 147"/>
              <a:gd name="T50" fmla="*/ 77 w 160"/>
              <a:gd name="T51" fmla="*/ 86 h 147"/>
              <a:gd name="T52" fmla="*/ 74 w 160"/>
              <a:gd name="T53" fmla="*/ 101 h 147"/>
              <a:gd name="T54" fmla="*/ 65 w 160"/>
              <a:gd name="T55" fmla="*/ 106 h 147"/>
              <a:gd name="T56" fmla="*/ 155 w 160"/>
              <a:gd name="T57" fmla="*/ 141 h 147"/>
              <a:gd name="T58" fmla="*/ 52 w 160"/>
              <a:gd name="T59" fmla="*/ 119 h 147"/>
              <a:gd name="T60" fmla="*/ 83 w 160"/>
              <a:gd name="T61" fmla="*/ 84 h 147"/>
              <a:gd name="T62" fmla="*/ 82 w 160"/>
              <a:gd name="T63" fmla="*/ 84 h 147"/>
              <a:gd name="T64" fmla="*/ 81 w 160"/>
              <a:gd name="T65" fmla="*/ 82 h 147"/>
              <a:gd name="T66" fmla="*/ 80 w 160"/>
              <a:gd name="T67" fmla="*/ 80 h 147"/>
              <a:gd name="T68" fmla="*/ 77 w 160"/>
              <a:gd name="T69" fmla="*/ 75 h 147"/>
              <a:gd name="T70" fmla="*/ 76 w 160"/>
              <a:gd name="T71" fmla="*/ 73 h 147"/>
              <a:gd name="T72" fmla="*/ 75 w 160"/>
              <a:gd name="T73" fmla="*/ 72 h 147"/>
              <a:gd name="T74" fmla="*/ 74 w 160"/>
              <a:gd name="T75" fmla="*/ 68 h 147"/>
              <a:gd name="T76" fmla="*/ 73 w 160"/>
              <a:gd name="T77" fmla="*/ 65 h 147"/>
              <a:gd name="T78" fmla="*/ 69 w 160"/>
              <a:gd name="T79" fmla="*/ 59 h 147"/>
              <a:gd name="T80" fmla="*/ 72 w 160"/>
              <a:gd name="T81" fmla="*/ 43 h 147"/>
              <a:gd name="T82" fmla="*/ 72 w 160"/>
              <a:gd name="T83" fmla="*/ 26 h 147"/>
              <a:gd name="T84" fmla="*/ 121 w 160"/>
              <a:gd name="T85" fmla="*/ 13 h 147"/>
              <a:gd name="T86" fmla="*/ 126 w 160"/>
              <a:gd name="T87" fmla="*/ 44 h 147"/>
              <a:gd name="T88" fmla="*/ 124 w 160"/>
              <a:gd name="T89" fmla="*/ 64 h 147"/>
              <a:gd name="T90" fmla="*/ 115 w 160"/>
              <a:gd name="T91" fmla="*/ 81 h 147"/>
              <a:gd name="T92" fmla="*/ 112 w 160"/>
              <a:gd name="T93" fmla="*/ 95 h 147"/>
              <a:gd name="T94" fmla="*/ 155 w 160"/>
              <a:gd name="T95" fmla="*/ 136 h 1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0" h="147">
                <a:moveTo>
                  <a:pt x="147" y="114"/>
                </a:moveTo>
                <a:cubicBezTo>
                  <a:pt x="121" y="102"/>
                  <a:pt x="121" y="102"/>
                  <a:pt x="121" y="102"/>
                </a:cubicBezTo>
                <a:cubicBezTo>
                  <a:pt x="119" y="100"/>
                  <a:pt x="117" y="98"/>
                  <a:pt x="117" y="95"/>
                </a:cubicBezTo>
                <a:cubicBezTo>
                  <a:pt x="117" y="86"/>
                  <a:pt x="117" y="86"/>
                  <a:pt x="117" y="86"/>
                </a:cubicBezTo>
                <a:cubicBezTo>
                  <a:pt x="118" y="86"/>
                  <a:pt x="119" y="85"/>
                  <a:pt x="119" y="84"/>
                </a:cubicBezTo>
                <a:cubicBezTo>
                  <a:pt x="123" y="79"/>
                  <a:pt x="125" y="74"/>
                  <a:pt x="127" y="68"/>
                </a:cubicBezTo>
                <a:cubicBezTo>
                  <a:pt x="131" y="67"/>
                  <a:pt x="133" y="63"/>
                  <a:pt x="133" y="59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133" y="45"/>
                  <a:pt x="132" y="43"/>
                  <a:pt x="131" y="41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31" y="25"/>
                  <a:pt x="131" y="17"/>
                  <a:pt x="125" y="9"/>
                </a:cubicBezTo>
                <a:cubicBezTo>
                  <a:pt x="120" y="3"/>
                  <a:pt x="111" y="0"/>
                  <a:pt x="99" y="0"/>
                </a:cubicBezTo>
                <a:cubicBezTo>
                  <a:pt x="87" y="0"/>
                  <a:pt x="78" y="3"/>
                  <a:pt x="72" y="9"/>
                </a:cubicBezTo>
                <a:cubicBezTo>
                  <a:pt x="68" y="14"/>
                  <a:pt x="67" y="19"/>
                  <a:pt x="67" y="22"/>
                </a:cubicBezTo>
                <a:cubicBezTo>
                  <a:pt x="62" y="20"/>
                  <a:pt x="57" y="19"/>
                  <a:pt x="51" y="19"/>
                </a:cubicBezTo>
                <a:cubicBezTo>
                  <a:pt x="23" y="19"/>
                  <a:pt x="21" y="42"/>
                  <a:pt x="21" y="43"/>
                </a:cubicBezTo>
                <a:cubicBezTo>
                  <a:pt x="21" y="55"/>
                  <a:pt x="21" y="55"/>
                  <a:pt x="21" y="55"/>
                </a:cubicBezTo>
                <a:cubicBezTo>
                  <a:pt x="20" y="57"/>
                  <a:pt x="19" y="59"/>
                  <a:pt x="19" y="61"/>
                </a:cubicBezTo>
                <a:cubicBezTo>
                  <a:pt x="19" y="70"/>
                  <a:pt x="19" y="70"/>
                  <a:pt x="19" y="70"/>
                </a:cubicBezTo>
                <a:cubicBezTo>
                  <a:pt x="19" y="73"/>
                  <a:pt x="20" y="76"/>
                  <a:pt x="22" y="78"/>
                </a:cubicBezTo>
                <a:cubicBezTo>
                  <a:pt x="24" y="86"/>
                  <a:pt x="30" y="92"/>
                  <a:pt x="32" y="94"/>
                </a:cubicBezTo>
                <a:cubicBezTo>
                  <a:pt x="32" y="102"/>
                  <a:pt x="32" y="102"/>
                  <a:pt x="32" y="102"/>
                </a:cubicBezTo>
                <a:cubicBezTo>
                  <a:pt x="32" y="104"/>
                  <a:pt x="31" y="106"/>
                  <a:pt x="29" y="107"/>
                </a:cubicBezTo>
                <a:cubicBezTo>
                  <a:pt x="11" y="118"/>
                  <a:pt x="11" y="118"/>
                  <a:pt x="11" y="118"/>
                </a:cubicBezTo>
                <a:cubicBezTo>
                  <a:pt x="4" y="122"/>
                  <a:pt x="0" y="129"/>
                  <a:pt x="0" y="137"/>
                </a:cubicBezTo>
                <a:cubicBezTo>
                  <a:pt x="0" y="147"/>
                  <a:pt x="0" y="147"/>
                  <a:pt x="0" y="147"/>
                </a:cubicBezTo>
                <a:cubicBezTo>
                  <a:pt x="37" y="147"/>
                  <a:pt x="37" y="147"/>
                  <a:pt x="37" y="147"/>
                </a:cubicBezTo>
                <a:cubicBezTo>
                  <a:pt x="43" y="147"/>
                  <a:pt x="43" y="147"/>
                  <a:pt x="43" y="147"/>
                </a:cubicBezTo>
                <a:cubicBezTo>
                  <a:pt x="160" y="147"/>
                  <a:pt x="160" y="147"/>
                  <a:pt x="160" y="147"/>
                </a:cubicBezTo>
                <a:cubicBezTo>
                  <a:pt x="160" y="136"/>
                  <a:pt x="160" y="136"/>
                  <a:pt x="160" y="136"/>
                </a:cubicBezTo>
                <a:cubicBezTo>
                  <a:pt x="160" y="127"/>
                  <a:pt x="155" y="118"/>
                  <a:pt x="147" y="114"/>
                </a:cubicBezTo>
                <a:close/>
                <a:moveTo>
                  <a:pt x="37" y="135"/>
                </a:moveTo>
                <a:cubicBezTo>
                  <a:pt x="37" y="141"/>
                  <a:pt x="37" y="141"/>
                  <a:pt x="37" y="141"/>
                </a:cubicBezTo>
                <a:cubicBezTo>
                  <a:pt x="5" y="141"/>
                  <a:pt x="5" y="141"/>
                  <a:pt x="5" y="141"/>
                </a:cubicBezTo>
                <a:cubicBezTo>
                  <a:pt x="5" y="137"/>
                  <a:pt x="5" y="137"/>
                  <a:pt x="5" y="137"/>
                </a:cubicBezTo>
                <a:cubicBezTo>
                  <a:pt x="5" y="131"/>
                  <a:pt x="8" y="125"/>
                  <a:pt x="14" y="123"/>
                </a:cubicBezTo>
                <a:cubicBezTo>
                  <a:pt x="31" y="111"/>
                  <a:pt x="31" y="111"/>
                  <a:pt x="31" y="111"/>
                </a:cubicBezTo>
                <a:cubicBezTo>
                  <a:pt x="35" y="110"/>
                  <a:pt x="37" y="106"/>
                  <a:pt x="37" y="102"/>
                </a:cubicBezTo>
                <a:cubicBezTo>
                  <a:pt x="37" y="92"/>
                  <a:pt x="37" y="92"/>
                  <a:pt x="37" y="92"/>
                </a:cubicBezTo>
                <a:cubicBezTo>
                  <a:pt x="36" y="91"/>
                  <a:pt x="36" y="91"/>
                  <a:pt x="36" y="91"/>
                </a:cubicBezTo>
                <a:cubicBezTo>
                  <a:pt x="36" y="91"/>
                  <a:pt x="29" y="85"/>
                  <a:pt x="27" y="76"/>
                </a:cubicBezTo>
                <a:cubicBezTo>
                  <a:pt x="27" y="74"/>
                  <a:pt x="27" y="74"/>
                  <a:pt x="27" y="74"/>
                </a:cubicBezTo>
                <a:cubicBezTo>
                  <a:pt x="26" y="74"/>
                  <a:pt x="26" y="74"/>
                  <a:pt x="26" y="74"/>
                </a:cubicBezTo>
                <a:cubicBezTo>
                  <a:pt x="25" y="73"/>
                  <a:pt x="24" y="72"/>
                  <a:pt x="24" y="70"/>
                </a:cubicBezTo>
                <a:cubicBezTo>
                  <a:pt x="24" y="61"/>
                  <a:pt x="24" y="61"/>
                  <a:pt x="24" y="61"/>
                </a:cubicBezTo>
                <a:cubicBezTo>
                  <a:pt x="24" y="60"/>
                  <a:pt x="25" y="59"/>
                  <a:pt x="26" y="58"/>
                </a:cubicBezTo>
                <a:cubicBezTo>
                  <a:pt x="27" y="57"/>
                  <a:pt x="27" y="57"/>
                  <a:pt x="27" y="57"/>
                </a:cubicBezTo>
                <a:cubicBezTo>
                  <a:pt x="27" y="43"/>
                  <a:pt x="27" y="43"/>
                  <a:pt x="27" y="43"/>
                </a:cubicBezTo>
                <a:cubicBezTo>
                  <a:pt x="27" y="42"/>
                  <a:pt x="28" y="24"/>
                  <a:pt x="51" y="24"/>
                </a:cubicBezTo>
                <a:cubicBezTo>
                  <a:pt x="57" y="24"/>
                  <a:pt x="62" y="25"/>
                  <a:pt x="67" y="28"/>
                </a:cubicBezTo>
                <a:cubicBezTo>
                  <a:pt x="67" y="41"/>
                  <a:pt x="67" y="41"/>
                  <a:pt x="67" y="41"/>
                </a:cubicBezTo>
                <a:cubicBezTo>
                  <a:pt x="65" y="43"/>
                  <a:pt x="64" y="45"/>
                  <a:pt x="64" y="48"/>
                </a:cubicBezTo>
                <a:cubicBezTo>
                  <a:pt x="64" y="59"/>
                  <a:pt x="64" y="59"/>
                  <a:pt x="64" y="59"/>
                </a:cubicBezTo>
                <a:cubicBezTo>
                  <a:pt x="64" y="59"/>
                  <a:pt x="64" y="60"/>
                  <a:pt x="64" y="61"/>
                </a:cubicBezTo>
                <a:cubicBezTo>
                  <a:pt x="64" y="61"/>
                  <a:pt x="64" y="62"/>
                  <a:pt x="65" y="62"/>
                </a:cubicBezTo>
                <a:cubicBezTo>
                  <a:pt x="65" y="62"/>
                  <a:pt x="65" y="63"/>
                  <a:pt x="65" y="63"/>
                </a:cubicBezTo>
                <a:cubicBezTo>
                  <a:pt x="65" y="63"/>
                  <a:pt x="65" y="63"/>
                  <a:pt x="65" y="63"/>
                </a:cubicBezTo>
                <a:cubicBezTo>
                  <a:pt x="66" y="65"/>
                  <a:pt x="67" y="66"/>
                  <a:pt x="68" y="67"/>
                </a:cubicBezTo>
                <a:cubicBezTo>
                  <a:pt x="68" y="67"/>
                  <a:pt x="68" y="67"/>
                  <a:pt x="68" y="67"/>
                </a:cubicBezTo>
                <a:cubicBezTo>
                  <a:pt x="68" y="68"/>
                  <a:pt x="68" y="68"/>
                  <a:pt x="69" y="69"/>
                </a:cubicBezTo>
                <a:cubicBezTo>
                  <a:pt x="69" y="70"/>
                  <a:pt x="69" y="70"/>
                  <a:pt x="69" y="70"/>
                </a:cubicBezTo>
                <a:cubicBezTo>
                  <a:pt x="69" y="70"/>
                  <a:pt x="69" y="70"/>
                  <a:pt x="69" y="70"/>
                </a:cubicBezTo>
                <a:cubicBezTo>
                  <a:pt x="69" y="70"/>
                  <a:pt x="69" y="71"/>
                  <a:pt x="69" y="71"/>
                </a:cubicBezTo>
                <a:cubicBezTo>
                  <a:pt x="69" y="71"/>
                  <a:pt x="69" y="72"/>
                  <a:pt x="70" y="72"/>
                </a:cubicBezTo>
                <a:cubicBezTo>
                  <a:pt x="70" y="73"/>
                  <a:pt x="70" y="73"/>
                  <a:pt x="70" y="73"/>
                </a:cubicBezTo>
                <a:cubicBezTo>
                  <a:pt x="70" y="74"/>
                  <a:pt x="70" y="74"/>
                  <a:pt x="71" y="75"/>
                </a:cubicBezTo>
                <a:cubicBezTo>
                  <a:pt x="71" y="75"/>
                  <a:pt x="71" y="75"/>
                  <a:pt x="71" y="75"/>
                </a:cubicBezTo>
                <a:cubicBezTo>
                  <a:pt x="71" y="75"/>
                  <a:pt x="71" y="75"/>
                  <a:pt x="71" y="75"/>
                </a:cubicBezTo>
                <a:cubicBezTo>
                  <a:pt x="71" y="75"/>
                  <a:pt x="71" y="76"/>
                  <a:pt x="71" y="76"/>
                </a:cubicBezTo>
                <a:cubicBezTo>
                  <a:pt x="71" y="76"/>
                  <a:pt x="72" y="77"/>
                  <a:pt x="72" y="77"/>
                </a:cubicBezTo>
                <a:cubicBezTo>
                  <a:pt x="72" y="77"/>
                  <a:pt x="72" y="78"/>
                  <a:pt x="72" y="78"/>
                </a:cubicBezTo>
                <a:cubicBezTo>
                  <a:pt x="72" y="78"/>
                  <a:pt x="72" y="78"/>
                  <a:pt x="73" y="79"/>
                </a:cubicBezTo>
                <a:cubicBezTo>
                  <a:pt x="73" y="79"/>
                  <a:pt x="73" y="80"/>
                  <a:pt x="73" y="80"/>
                </a:cubicBezTo>
                <a:cubicBezTo>
                  <a:pt x="74" y="80"/>
                  <a:pt x="74" y="81"/>
                  <a:pt x="74" y="81"/>
                </a:cubicBezTo>
                <a:cubicBezTo>
                  <a:pt x="74" y="82"/>
                  <a:pt x="75" y="82"/>
                  <a:pt x="75" y="83"/>
                </a:cubicBezTo>
                <a:cubicBezTo>
                  <a:pt x="75" y="83"/>
                  <a:pt x="75" y="83"/>
                  <a:pt x="75" y="83"/>
                </a:cubicBezTo>
                <a:cubicBezTo>
                  <a:pt x="76" y="84"/>
                  <a:pt x="76" y="85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86"/>
                  <a:pt x="77" y="86"/>
                  <a:pt x="77" y="86"/>
                </a:cubicBezTo>
                <a:cubicBezTo>
                  <a:pt x="77" y="95"/>
                  <a:pt x="77" y="95"/>
                  <a:pt x="77" y="95"/>
                </a:cubicBezTo>
                <a:cubicBezTo>
                  <a:pt x="77" y="98"/>
                  <a:pt x="76" y="100"/>
                  <a:pt x="74" y="101"/>
                </a:cubicBezTo>
                <a:cubicBezTo>
                  <a:pt x="67" y="105"/>
                  <a:pt x="67" y="105"/>
                  <a:pt x="67" y="105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65" y="106"/>
                  <a:pt x="65" y="106"/>
                  <a:pt x="65" y="106"/>
                </a:cubicBezTo>
                <a:cubicBezTo>
                  <a:pt x="50" y="114"/>
                  <a:pt x="50" y="114"/>
                  <a:pt x="50" y="114"/>
                </a:cubicBezTo>
                <a:cubicBezTo>
                  <a:pt x="42" y="118"/>
                  <a:pt x="37" y="127"/>
                  <a:pt x="37" y="135"/>
                </a:cubicBezTo>
                <a:close/>
                <a:moveTo>
                  <a:pt x="155" y="141"/>
                </a:moveTo>
                <a:cubicBezTo>
                  <a:pt x="43" y="141"/>
                  <a:pt x="43" y="141"/>
                  <a:pt x="43" y="141"/>
                </a:cubicBezTo>
                <a:cubicBezTo>
                  <a:pt x="43" y="135"/>
                  <a:pt x="43" y="135"/>
                  <a:pt x="43" y="135"/>
                </a:cubicBezTo>
                <a:cubicBezTo>
                  <a:pt x="43" y="129"/>
                  <a:pt x="46" y="122"/>
                  <a:pt x="52" y="119"/>
                </a:cubicBezTo>
                <a:cubicBezTo>
                  <a:pt x="76" y="106"/>
                  <a:pt x="76" y="106"/>
                  <a:pt x="76" y="106"/>
                </a:cubicBezTo>
                <a:cubicBezTo>
                  <a:pt x="80" y="104"/>
                  <a:pt x="83" y="100"/>
                  <a:pt x="83" y="95"/>
                </a:cubicBezTo>
                <a:cubicBezTo>
                  <a:pt x="83" y="84"/>
                  <a:pt x="83" y="84"/>
                  <a:pt x="83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82" y="84"/>
                  <a:pt x="82" y="84"/>
                  <a:pt x="82" y="84"/>
                </a:cubicBezTo>
                <a:cubicBezTo>
                  <a:pt x="82" y="84"/>
                  <a:pt x="82" y="84"/>
                  <a:pt x="82" y="84"/>
                </a:cubicBezTo>
                <a:cubicBezTo>
                  <a:pt x="82" y="84"/>
                  <a:pt x="82" y="83"/>
                  <a:pt x="82" y="83"/>
                </a:cubicBezTo>
                <a:cubicBezTo>
                  <a:pt x="82" y="83"/>
                  <a:pt x="82" y="83"/>
                  <a:pt x="82" y="83"/>
                </a:cubicBezTo>
                <a:cubicBezTo>
                  <a:pt x="81" y="83"/>
                  <a:pt x="81" y="83"/>
                  <a:pt x="81" y="82"/>
                </a:cubicBezTo>
                <a:cubicBezTo>
                  <a:pt x="81" y="82"/>
                  <a:pt x="81" y="82"/>
                  <a:pt x="81" y="82"/>
                </a:cubicBezTo>
                <a:cubicBezTo>
                  <a:pt x="81" y="82"/>
                  <a:pt x="80" y="81"/>
                  <a:pt x="80" y="80"/>
                </a:cubicBezTo>
                <a:cubicBezTo>
                  <a:pt x="80" y="80"/>
                  <a:pt x="80" y="80"/>
                  <a:pt x="80" y="80"/>
                </a:cubicBezTo>
                <a:cubicBezTo>
                  <a:pt x="79" y="80"/>
                  <a:pt x="79" y="79"/>
                  <a:pt x="79" y="79"/>
                </a:cubicBezTo>
                <a:cubicBezTo>
                  <a:pt x="79" y="79"/>
                  <a:pt x="79" y="79"/>
                  <a:pt x="79" y="79"/>
                </a:cubicBezTo>
                <a:cubicBezTo>
                  <a:pt x="78" y="78"/>
                  <a:pt x="77" y="77"/>
                  <a:pt x="77" y="75"/>
                </a:cubicBezTo>
                <a:cubicBezTo>
                  <a:pt x="77" y="75"/>
                  <a:pt x="77" y="75"/>
                  <a:pt x="77" y="75"/>
                </a:cubicBezTo>
                <a:cubicBezTo>
                  <a:pt x="76" y="75"/>
                  <a:pt x="76" y="74"/>
                  <a:pt x="76" y="73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73"/>
                  <a:pt x="76" y="73"/>
                  <a:pt x="76" y="73"/>
                </a:cubicBezTo>
                <a:cubicBezTo>
                  <a:pt x="76" y="72"/>
                  <a:pt x="75" y="72"/>
                  <a:pt x="75" y="72"/>
                </a:cubicBezTo>
                <a:cubicBezTo>
                  <a:pt x="75" y="72"/>
                  <a:pt x="75" y="72"/>
                  <a:pt x="75" y="71"/>
                </a:cubicBezTo>
                <a:cubicBezTo>
                  <a:pt x="75" y="71"/>
                  <a:pt x="75" y="71"/>
                  <a:pt x="75" y="70"/>
                </a:cubicBezTo>
                <a:cubicBezTo>
                  <a:pt x="74" y="70"/>
                  <a:pt x="74" y="69"/>
                  <a:pt x="74" y="68"/>
                </a:cubicBezTo>
                <a:cubicBezTo>
                  <a:pt x="74" y="68"/>
                  <a:pt x="74" y="68"/>
                  <a:pt x="74" y="68"/>
                </a:cubicBezTo>
                <a:cubicBezTo>
                  <a:pt x="74" y="67"/>
                  <a:pt x="74" y="67"/>
                  <a:pt x="74" y="67"/>
                </a:cubicBezTo>
                <a:cubicBezTo>
                  <a:pt x="73" y="67"/>
                  <a:pt x="73" y="66"/>
                  <a:pt x="73" y="65"/>
                </a:cubicBezTo>
                <a:cubicBezTo>
                  <a:pt x="73" y="64"/>
                  <a:pt x="73" y="64"/>
                  <a:pt x="73" y="64"/>
                </a:cubicBezTo>
                <a:cubicBezTo>
                  <a:pt x="72" y="63"/>
                  <a:pt x="72" y="63"/>
                  <a:pt x="72" y="63"/>
                </a:cubicBezTo>
                <a:cubicBezTo>
                  <a:pt x="70" y="62"/>
                  <a:pt x="69" y="60"/>
                  <a:pt x="69" y="59"/>
                </a:cubicBezTo>
                <a:cubicBezTo>
                  <a:pt x="69" y="48"/>
                  <a:pt x="69" y="48"/>
                  <a:pt x="69" y="48"/>
                </a:cubicBezTo>
                <a:cubicBezTo>
                  <a:pt x="69" y="47"/>
                  <a:pt x="70" y="45"/>
                  <a:pt x="71" y="44"/>
                </a:cubicBezTo>
                <a:cubicBezTo>
                  <a:pt x="72" y="43"/>
                  <a:pt x="72" y="43"/>
                  <a:pt x="72" y="43"/>
                </a:cubicBezTo>
                <a:cubicBezTo>
                  <a:pt x="72" y="27"/>
                  <a:pt x="72" y="27"/>
                  <a:pt x="72" y="27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4"/>
                  <a:pt x="72" y="18"/>
                  <a:pt x="76" y="13"/>
                </a:cubicBezTo>
                <a:cubicBezTo>
                  <a:pt x="81" y="8"/>
                  <a:pt x="88" y="5"/>
                  <a:pt x="99" y="5"/>
                </a:cubicBezTo>
                <a:cubicBezTo>
                  <a:pt x="109" y="5"/>
                  <a:pt x="117" y="8"/>
                  <a:pt x="121" y="13"/>
                </a:cubicBezTo>
                <a:cubicBezTo>
                  <a:pt x="126" y="19"/>
                  <a:pt x="125" y="26"/>
                  <a:pt x="125" y="26"/>
                </a:cubicBezTo>
                <a:cubicBezTo>
                  <a:pt x="125" y="43"/>
                  <a:pt x="125" y="43"/>
                  <a:pt x="125" y="43"/>
                </a:cubicBezTo>
                <a:cubicBezTo>
                  <a:pt x="126" y="44"/>
                  <a:pt x="126" y="44"/>
                  <a:pt x="126" y="44"/>
                </a:cubicBezTo>
                <a:cubicBezTo>
                  <a:pt x="127" y="45"/>
                  <a:pt x="128" y="47"/>
                  <a:pt x="128" y="48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61"/>
                  <a:pt x="126" y="63"/>
                  <a:pt x="124" y="64"/>
                </a:cubicBezTo>
                <a:cubicBezTo>
                  <a:pt x="123" y="64"/>
                  <a:pt x="123" y="64"/>
                  <a:pt x="123" y="64"/>
                </a:cubicBezTo>
                <a:cubicBezTo>
                  <a:pt x="122" y="65"/>
                  <a:pt x="122" y="65"/>
                  <a:pt x="122" y="65"/>
                </a:cubicBezTo>
                <a:cubicBezTo>
                  <a:pt x="121" y="71"/>
                  <a:pt x="118" y="76"/>
                  <a:pt x="115" y="81"/>
                </a:cubicBezTo>
                <a:cubicBezTo>
                  <a:pt x="114" y="82"/>
                  <a:pt x="113" y="83"/>
                  <a:pt x="113" y="84"/>
                </a:cubicBezTo>
                <a:cubicBezTo>
                  <a:pt x="112" y="84"/>
                  <a:pt x="112" y="84"/>
                  <a:pt x="112" y="84"/>
                </a:cubicBezTo>
                <a:cubicBezTo>
                  <a:pt x="112" y="95"/>
                  <a:pt x="112" y="95"/>
                  <a:pt x="112" y="95"/>
                </a:cubicBezTo>
                <a:cubicBezTo>
                  <a:pt x="112" y="100"/>
                  <a:pt x="115" y="104"/>
                  <a:pt x="119" y="106"/>
                </a:cubicBezTo>
                <a:cubicBezTo>
                  <a:pt x="144" y="119"/>
                  <a:pt x="144" y="119"/>
                  <a:pt x="144" y="119"/>
                </a:cubicBezTo>
                <a:cubicBezTo>
                  <a:pt x="151" y="122"/>
                  <a:pt x="155" y="129"/>
                  <a:pt x="155" y="136"/>
                </a:cubicBezTo>
                <a:lnTo>
                  <a:pt x="155" y="1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7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724419" y="1436913"/>
            <a:ext cx="2379062" cy="112954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200" b="1" dirty="0"/>
              <a:t>Write title here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purify. or a noble picture, or a passage from the grander poets. It always does one good.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4302" y="4612841"/>
            <a:ext cx="2379062" cy="112954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200" b="1" dirty="0"/>
              <a:t>Write title here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purify. or a noble picture, or a passage from the grander poets. It always does one good.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7009" y="4612841"/>
            <a:ext cx="2379062" cy="112954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20000"/>
              </a:lnSpc>
              <a:spcBef>
                <a:spcPts val="600"/>
              </a:spcBef>
            </a:pPr>
            <a:r>
              <a:rPr lang="en-US" sz="1200" b="1" dirty="0"/>
              <a:t>Write title here</a:t>
            </a:r>
          </a:p>
          <a:p>
            <a:pPr algn="r">
              <a:lnSpc>
                <a:spcPct val="120000"/>
              </a:lnSpc>
              <a:spcBef>
                <a:spcPts val="600"/>
              </a:spcBef>
            </a:pP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A peep at some distant orb has power to raise and purify. or a noble picture, or a passage from the grander poets. It always does one good.</a:t>
            </a:r>
          </a:p>
        </p:txBody>
      </p:sp>
      <p:sp>
        <p:nvSpPr>
          <p:cNvPr id="26" name="Oval 25"/>
          <p:cNvSpPr/>
          <p:nvPr/>
        </p:nvSpPr>
        <p:spPr>
          <a:xfrm>
            <a:off x="3803841" y="2869374"/>
            <a:ext cx="2580253" cy="2580251"/>
          </a:xfrm>
          <a:prstGeom prst="ellipse">
            <a:avLst/>
          </a:prstGeom>
          <a:solidFill>
            <a:schemeClr val="accent3"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</a:rPr>
              <a:t>Thing C</a:t>
            </a:r>
          </a:p>
        </p:txBody>
      </p:sp>
      <p:sp>
        <p:nvSpPr>
          <p:cNvPr id="27" name="Oval 26"/>
          <p:cNvSpPr/>
          <p:nvPr/>
        </p:nvSpPr>
        <p:spPr>
          <a:xfrm>
            <a:off x="4803757" y="1276327"/>
            <a:ext cx="2580253" cy="2580251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</a:rPr>
              <a:t>Thing A</a:t>
            </a:r>
          </a:p>
        </p:txBody>
      </p:sp>
      <p:sp>
        <p:nvSpPr>
          <p:cNvPr id="28" name="Oval 27"/>
          <p:cNvSpPr/>
          <p:nvPr/>
        </p:nvSpPr>
        <p:spPr>
          <a:xfrm>
            <a:off x="5798305" y="2869374"/>
            <a:ext cx="2580253" cy="2580251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+mj-lt"/>
              </a:rPr>
              <a:t>Thing B</a:t>
            </a:r>
          </a:p>
        </p:txBody>
      </p:sp>
      <p:sp>
        <p:nvSpPr>
          <p:cNvPr id="29" name="Oval 28"/>
          <p:cNvSpPr/>
          <p:nvPr/>
        </p:nvSpPr>
        <p:spPr>
          <a:xfrm>
            <a:off x="6962892" y="1577210"/>
            <a:ext cx="343116" cy="343114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>
                <a:solidFill>
                  <a:srgbClr val="FFFFFF"/>
                </a:solidFill>
                <a:latin typeface="+mj-lt"/>
              </a:rPr>
              <a:t>01</a:t>
            </a:r>
            <a:endParaRPr lang="en-US" sz="1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890326" y="4753138"/>
            <a:ext cx="343116" cy="343114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31" name="Oval 30"/>
          <p:cNvSpPr/>
          <p:nvPr/>
        </p:nvSpPr>
        <p:spPr>
          <a:xfrm>
            <a:off x="3892757" y="4753138"/>
            <a:ext cx="343116" cy="343114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842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ockchain Color">
      <a:dk1>
        <a:srgbClr val="242524"/>
      </a:dk1>
      <a:lt1>
        <a:srgbClr val="FFFFFF"/>
      </a:lt1>
      <a:dk2>
        <a:srgbClr val="242524"/>
      </a:dk2>
      <a:lt2>
        <a:srgbClr val="FEFCFF"/>
      </a:lt2>
      <a:accent1>
        <a:srgbClr val="F44235"/>
      </a:accent1>
      <a:accent2>
        <a:srgbClr val="E81E62"/>
      </a:accent2>
      <a:accent3>
        <a:srgbClr val="9B27AF"/>
      </a:accent3>
      <a:accent4>
        <a:srgbClr val="3F50B5"/>
      </a:accent4>
      <a:accent5>
        <a:srgbClr val="2195F3"/>
      </a:accent5>
      <a:accent6>
        <a:srgbClr val="FFEB3A"/>
      </a:accent6>
      <a:hlink>
        <a:srgbClr val="0563C1"/>
      </a:hlink>
      <a:folHlink>
        <a:srgbClr val="954F72"/>
      </a:folHlink>
    </a:clrScheme>
    <a:fontScheme name="SourceSansPro-Bold">
      <a:majorFont>
        <a:latin typeface="SourceSansPro-Bold"/>
        <a:ea typeface=""/>
        <a:cs typeface=""/>
      </a:majorFont>
      <a:minorFont>
        <a:latin typeface="SourceSansPro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656</Words>
  <Application>Microsoft Macintosh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Source Sans Pro Black</vt:lpstr>
      <vt:lpstr>SourceSansPro-Bold</vt:lpstr>
      <vt:lpstr>SourceSansPro-Regular</vt:lpstr>
      <vt:lpstr>Office Theme</vt:lpstr>
      <vt:lpstr>PowerPoint Presentation</vt:lpstr>
      <vt:lpstr>BlockChain</vt:lpstr>
      <vt:lpstr>Hot do I use Litecoin?</vt:lpstr>
      <vt:lpstr>Bitcoin</vt:lpstr>
      <vt:lpstr>Inevitable #2</vt:lpstr>
      <vt:lpstr>Crowdale starts in:</vt:lpstr>
      <vt:lpstr>PowerPoint Presentation</vt:lpstr>
      <vt:lpstr>Bitcoin Price Tables</vt:lpstr>
      <vt:lpstr>PowerPoint Presentation</vt:lpstr>
      <vt:lpstr>App Screen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SevenBox Team</cp:lastModifiedBy>
  <cp:revision>71</cp:revision>
  <dcterms:created xsi:type="dcterms:W3CDTF">2018-02-28T02:57:44Z</dcterms:created>
  <dcterms:modified xsi:type="dcterms:W3CDTF">2019-03-29T04:13:03Z</dcterms:modified>
</cp:coreProperties>
</file>