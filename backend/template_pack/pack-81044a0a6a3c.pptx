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2"/>
  </p:handoutMasterIdLst>
  <p:sldIdLst>
    <p:sldId id="256" r:id="rId2"/>
    <p:sldId id="257" r:id="rId3"/>
    <p:sldId id="265" r:id="rId4"/>
    <p:sldId id="264" r:id="rId5"/>
    <p:sldId id="266" r:id="rId6"/>
    <p:sldId id="259" r:id="rId7"/>
    <p:sldId id="260" r:id="rId8"/>
    <p:sldId id="263" r:id="rId9"/>
    <p:sldId id="261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DDE6"/>
    <a:srgbClr val="F8F1E3"/>
    <a:srgbClr val="E4E9E7"/>
    <a:srgbClr val="FCF9D5"/>
    <a:srgbClr val="E8EEEE"/>
    <a:srgbClr val="F1E5B3"/>
    <a:srgbClr val="FDF2D4"/>
    <a:srgbClr val="EDE8CA"/>
    <a:srgbClr val="F2F2C8"/>
    <a:srgbClr val="F7F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1368" y="67"/>
      </p:cViewPr>
      <p:guideLst>
        <p:guide orient="horz" pos="218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3" d="100"/>
          <a:sy n="63" d="100"/>
        </p:scale>
        <p:origin x="2069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Заголовок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61-4A46-9F5B-38804C314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61-4A46-9F5B-38804C314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61-4A46-9F5B-38804C31442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1768063"/>
        <c:axId val="91768543"/>
      </c:barChart>
      <c:catAx>
        <c:axId val="91768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768543"/>
        <c:crosses val="autoZero"/>
        <c:auto val="1"/>
        <c:lblAlgn val="ctr"/>
        <c:lblOffset val="100"/>
        <c:noMultiLvlLbl val="0"/>
      </c:catAx>
      <c:valAx>
        <c:axId val="91768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768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F8846ECE-0EAD-4F8D-B401-5E29FEAE9B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8D5EE04-F2A2-4F5F-A3FB-0963B16FFE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A79D34-5885-47AC-9F75-AAB53B28FD71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2723B9-1AA8-4E52-94D9-D5859D418C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555FC-6A25-4088-8158-BA3E0C3800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069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F3267-1025-8F97-84C7-6D6F1B26E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146" y="617759"/>
            <a:ext cx="8331286" cy="1259093"/>
          </a:xfrm>
        </p:spPr>
        <p:txBody>
          <a:bodyPr anchor="ctr"/>
          <a:lstStyle>
            <a:lvl1pPr algn="ctr">
              <a:defRPr sz="6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DCCD8-336F-5B6E-3D7A-C197ADC4E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145" y="2107120"/>
            <a:ext cx="8331285" cy="100587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66868-B6E3-0C7F-2F98-44ABA83A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19.07.2026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8A31D-2EA7-2D07-4E55-942D8EA0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91F7A-BA25-9C40-5147-632CDA97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74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3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0B68-8F96-411F-AAE8-9EEC655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22" y="153815"/>
            <a:ext cx="11591858" cy="1339858"/>
          </a:xfrm>
        </p:spPr>
        <p:txBody>
          <a:bodyPr/>
          <a:lstStyle>
            <a:lvl1pPr>
              <a:defRPr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2A2F1-E7B1-7893-5A19-AD14132A4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22" y="1723697"/>
            <a:ext cx="9711557" cy="367862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DC211-E2B1-0E8A-9CDA-F7BF249D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19.07.2026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0AE10-595B-BA4F-757F-0D952E49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7ECD9-62AD-2ED3-0DE8-5C33549B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40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3C622-07CE-1784-8746-BAEE04C6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0F502-C499-4611-3F82-6450B1736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7542D-213D-02E1-AF6C-9E29A8C0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D7B38-E6A4-7E3C-B690-CBC6DD3B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6065C-AD2A-D8F0-1E2D-D2CD813C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12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2446-78F4-64D9-3BCE-B9B91273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39EB-795F-5834-CDD8-29B155F00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D5F12-8ED9-32B4-BB3B-3E01DD801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E1BD5-5603-A051-14D1-A7C4B24E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FE315-FA80-84A9-E1B9-8416AA27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26ED5-2606-B40D-F5E5-77149B7C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67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1981-2075-0694-7437-B911A70A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CD91A-0078-E00B-DD0A-4AC86EE9F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177F6-3FB6-7F47-4026-151E329E5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AFA44-ED3A-4C88-36DE-546D666C8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EF0E0-4204-8A2D-788E-8A68A484D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F9F21-2C53-54FC-954A-28888E02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40D8F-3FF1-B013-9E23-0F5CCA6B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B5BFD-34E4-920A-D0E3-75F10FB1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02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DA88-B122-214E-B5E0-E3180B2C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150FF-7599-CC84-9385-2CE33961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BD902-BE9F-D468-C220-5A6EE243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1DB4D-98BF-AEC3-954C-FFA43138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70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25A582-B8F3-D896-3894-4126EE55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BD34A-A509-1A8E-7751-54B78A86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B74E2-6255-3BF7-E53A-CF19F0BB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2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4AF3-E71C-F0BC-1964-F4E4F97F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028-AA70-4D34-B623-DCA42E476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5CAC5-73A4-6A14-2862-26B2F34F2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9F47A-338A-F9B4-C5BC-E36C5880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6B6B3-E169-2693-1A50-7F8EF0E8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D5CC7-2DD3-61E1-014C-07FA3810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83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3ECE-CB5B-3F96-328B-747AA9D5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46DD8-16C2-0AB0-7CDB-92680FFC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036F4-98F8-A308-233D-A211459D9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9AFC1-D75B-EA63-8936-6E709A93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98E78-E48C-49E2-1978-305BC5E9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84CEC-2C05-0F62-428F-0939AE6F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51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B172-37AB-9C92-E2CC-164192D1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9AD25-74B4-0B23-D1B7-4CBC09AF6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BB94A-F3EB-BFBF-0786-30CF4020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AD872-9F34-8E29-3901-E7F41D582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252B0-F413-AEE1-65A4-72BC80A5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75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364E3-DEFE-384E-874E-CFE6BAB5B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3B02D-7CF6-A0EA-23CD-25518099C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58812-845A-DBCA-0E6E-58A42D9F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A56FF-DD40-2CB9-0030-B9FBA70F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D17E0-69B1-A6AD-2312-C86F3657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79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presentation-creation.ru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35E0D-0038-412F-7A8E-40CEC637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ABF78-79CA-46B4-C1B2-3891D2DC1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C76DF-8B83-4025-02A8-3BE948E65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F8AF8-FDE2-410C-8D85-3FB48DA88970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5384C-6B6C-EDC3-46C0-9BFB44D79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D001-6171-B71F-A678-1D1A06DAF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3"/>
            <a:extLst>
              <a:ext uri="{FF2B5EF4-FFF2-40B4-BE49-F238E27FC236}">
                <a16:creationId xmlns:a16="http://schemas.microsoft.com/office/drawing/2014/main" id="{897A19B5-97F5-4E9A-1613-D5654B987D4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98350" y="270144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9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hyperlink" Target="https://presentation-creation.ru/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esentation-creation.ru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AACC2-987C-EC31-7079-F1BA920324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AF6B676-3AD5-786A-08D5-077719D3B3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529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BF54-EE4A-0FE5-D74E-6B5A7D21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782BD-1D0D-29BE-0C71-6A5FBE941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FA771B03-E2CF-9152-45D5-2E0071D6B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923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DB01-98A0-1126-BAEF-EDFAD993F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5" name="Прямоугольник 3">
            <a:extLst>
              <a:ext uri="{FF2B5EF4-FFF2-40B4-BE49-F238E27FC236}">
                <a16:creationId xmlns:a16="http://schemas.microsoft.com/office/drawing/2014/main" id="{FD188264-A421-AAAD-3562-A6C78C240A6C}"/>
              </a:ext>
            </a:extLst>
          </p:cNvPr>
          <p:cNvSpPr/>
          <p:nvPr/>
        </p:nvSpPr>
        <p:spPr>
          <a:xfrm>
            <a:off x="424783" y="1959321"/>
            <a:ext cx="2886075" cy="31805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Овал 4">
            <a:extLst>
              <a:ext uri="{FF2B5EF4-FFF2-40B4-BE49-F238E27FC236}">
                <a16:creationId xmlns:a16="http://schemas.microsoft.com/office/drawing/2014/main" id="{EED208F2-AFA1-594B-A780-42C6F734EA6D}"/>
              </a:ext>
            </a:extLst>
          </p:cNvPr>
          <p:cNvSpPr/>
          <p:nvPr/>
        </p:nvSpPr>
        <p:spPr>
          <a:xfrm>
            <a:off x="1491583" y="1618019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C4C12D-6D97-AA46-FEC1-73A70C4CE952}"/>
              </a:ext>
            </a:extLst>
          </p:cNvPr>
          <p:cNvSpPr txBox="1"/>
          <p:nvPr/>
        </p:nvSpPr>
        <p:spPr>
          <a:xfrm>
            <a:off x="1501109" y="1625431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8" name="Прямоугольник 6">
            <a:extLst>
              <a:ext uri="{FF2B5EF4-FFF2-40B4-BE49-F238E27FC236}">
                <a16:creationId xmlns:a16="http://schemas.microsoft.com/office/drawing/2014/main" id="{39922B81-B152-4647-DA2D-38DAC987A169}"/>
              </a:ext>
            </a:extLst>
          </p:cNvPr>
          <p:cNvSpPr/>
          <p:nvPr/>
        </p:nvSpPr>
        <p:spPr>
          <a:xfrm>
            <a:off x="3507334" y="1959321"/>
            <a:ext cx="2886075" cy="31805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BA876D1-4F7C-53F2-5298-4E292441278C}"/>
              </a:ext>
            </a:extLst>
          </p:cNvPr>
          <p:cNvSpPr txBox="1">
            <a:spLocks/>
          </p:cNvSpPr>
          <p:nvPr/>
        </p:nvSpPr>
        <p:spPr>
          <a:xfrm>
            <a:off x="3507333" y="2397470"/>
            <a:ext cx="2809876" cy="266700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, sed do </a:t>
            </a:r>
            <a:r>
              <a:rPr lang="en-US" dirty="0" err="1">
                <a:solidFill>
                  <a:schemeClr val="bg1"/>
                </a:solidFill>
              </a:rPr>
              <a:t>eiusmod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tempor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incididunt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labore</a:t>
            </a:r>
            <a:r>
              <a:rPr lang="en-US" dirty="0">
                <a:solidFill>
                  <a:schemeClr val="bg1"/>
                </a:solidFill>
              </a:rPr>
              <a:t> et dolore magna </a:t>
            </a:r>
            <a:r>
              <a:rPr lang="en-US" dirty="0" err="1">
                <a:solidFill>
                  <a:schemeClr val="bg1"/>
                </a:solidFill>
              </a:rPr>
              <a:t>aliqua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Ut </a:t>
            </a:r>
            <a:r>
              <a:rPr lang="en-US" dirty="0" err="1">
                <a:solidFill>
                  <a:schemeClr val="bg1"/>
                </a:solidFill>
              </a:rPr>
              <a:t>enim</a:t>
            </a:r>
            <a:r>
              <a:rPr lang="en-US" dirty="0">
                <a:solidFill>
                  <a:schemeClr val="bg1"/>
                </a:solidFill>
              </a:rPr>
              <a:t> ad minim </a:t>
            </a:r>
            <a:r>
              <a:rPr lang="en-US" dirty="0" err="1">
                <a:solidFill>
                  <a:schemeClr val="bg1"/>
                </a:solidFill>
              </a:rPr>
              <a:t>veniam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quis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nostrud</a:t>
            </a:r>
            <a:r>
              <a:rPr lang="en-US" dirty="0">
                <a:solidFill>
                  <a:schemeClr val="bg1"/>
                </a:solidFill>
              </a:rPr>
              <a:t> exercitation </a:t>
            </a:r>
            <a:r>
              <a:rPr lang="en-US" dirty="0" err="1">
                <a:solidFill>
                  <a:schemeClr val="bg1"/>
                </a:solidFill>
              </a:rPr>
              <a:t>ullamco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laboris</a:t>
            </a:r>
            <a:r>
              <a:rPr lang="en-US" dirty="0">
                <a:solidFill>
                  <a:schemeClr val="bg1"/>
                </a:solidFill>
              </a:rPr>
              <a:t> nisi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aliquip</a:t>
            </a:r>
            <a:r>
              <a:rPr lang="en-US" dirty="0">
                <a:solidFill>
                  <a:schemeClr val="bg1"/>
                </a:solidFill>
              </a:rPr>
              <a:t> ex </a:t>
            </a:r>
            <a:r>
              <a:rPr lang="en-US" dirty="0" err="1">
                <a:solidFill>
                  <a:schemeClr val="bg1"/>
                </a:solidFill>
              </a:rPr>
              <a:t>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commodo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consequat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Duis </a:t>
            </a:r>
            <a:r>
              <a:rPr lang="en-US" dirty="0" err="1">
                <a:solidFill>
                  <a:schemeClr val="bg1"/>
                </a:solidFill>
              </a:rPr>
              <a:t>aute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irure</a:t>
            </a:r>
            <a:r>
              <a:rPr lang="en-US" dirty="0">
                <a:solidFill>
                  <a:schemeClr val="bg1"/>
                </a:solidFill>
              </a:rPr>
              <a:t> dolor in </a:t>
            </a:r>
            <a:r>
              <a:rPr lang="en-US" dirty="0" err="1">
                <a:solidFill>
                  <a:schemeClr val="bg1"/>
                </a:solidFill>
              </a:rPr>
              <a:t>reprehenderit</a:t>
            </a:r>
            <a:r>
              <a:rPr lang="en-US" dirty="0">
                <a:solidFill>
                  <a:schemeClr val="bg1"/>
                </a:solidFill>
              </a:rPr>
              <a:t> in </a:t>
            </a:r>
            <a:r>
              <a:rPr lang="en-US" dirty="0" err="1">
                <a:solidFill>
                  <a:schemeClr val="bg1"/>
                </a:solidFill>
              </a:rPr>
              <a:t>voluptate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velit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cillum</a:t>
            </a:r>
            <a:r>
              <a:rPr lang="en-US" dirty="0">
                <a:solidFill>
                  <a:schemeClr val="bg1"/>
                </a:solidFill>
              </a:rPr>
              <a:t> dolore </a:t>
            </a:r>
            <a:r>
              <a:rPr lang="en-US" dirty="0" err="1">
                <a:solidFill>
                  <a:schemeClr val="bg1"/>
                </a:solidFill>
              </a:rPr>
              <a:t>eu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fugiat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nulla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pariatur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F5517632-BBCA-CB91-AF9D-33468C633A8D}"/>
              </a:ext>
            </a:extLst>
          </p:cNvPr>
          <p:cNvSpPr/>
          <p:nvPr/>
        </p:nvSpPr>
        <p:spPr>
          <a:xfrm>
            <a:off x="4574134" y="1618019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20322-3DA3-6965-191B-5AB30F8EB235}"/>
              </a:ext>
            </a:extLst>
          </p:cNvPr>
          <p:cNvSpPr txBox="1"/>
          <p:nvPr/>
        </p:nvSpPr>
        <p:spPr>
          <a:xfrm>
            <a:off x="4583660" y="1615551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2" name="Прямоугольник 10">
            <a:extLst>
              <a:ext uri="{FF2B5EF4-FFF2-40B4-BE49-F238E27FC236}">
                <a16:creationId xmlns:a16="http://schemas.microsoft.com/office/drawing/2014/main" id="{683E73E9-FA81-530C-017E-0037E2586A1D}"/>
              </a:ext>
            </a:extLst>
          </p:cNvPr>
          <p:cNvSpPr/>
          <p:nvPr/>
        </p:nvSpPr>
        <p:spPr>
          <a:xfrm>
            <a:off x="6596983" y="1959321"/>
            <a:ext cx="2886075" cy="318055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CFB6665-209A-920A-A9AC-CC1109186FF9}"/>
              </a:ext>
            </a:extLst>
          </p:cNvPr>
          <p:cNvSpPr txBox="1">
            <a:spLocks/>
          </p:cNvSpPr>
          <p:nvPr/>
        </p:nvSpPr>
        <p:spPr>
          <a:xfrm>
            <a:off x="6596982" y="2397470"/>
            <a:ext cx="2809876" cy="266700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Lorem ipsum dolor sit amet, consectetur adipiscing elit, sed do eiusmod tempor incididunt ut labore et dolore magna aliqua. </a:t>
            </a:r>
          </a:p>
          <a:p>
            <a:r>
              <a:rPr lang="en-US">
                <a:solidFill>
                  <a:schemeClr val="bg1"/>
                </a:solidFill>
              </a:rPr>
              <a:t>Ut enim ad minim veniam, quis nostrud exercitation ullamco laboris nisi ut aliquip ex ea commodo consequat. </a:t>
            </a:r>
          </a:p>
          <a:p>
            <a:r>
              <a:rPr lang="en-US">
                <a:solidFill>
                  <a:schemeClr val="bg1"/>
                </a:solidFill>
              </a:rPr>
              <a:t>Duis aute irure dolor in reprehenderit in voluptate velit esse cillum dolore eu fugiat nulla pariatur.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Овал 12">
            <a:extLst>
              <a:ext uri="{FF2B5EF4-FFF2-40B4-BE49-F238E27FC236}">
                <a16:creationId xmlns:a16="http://schemas.microsoft.com/office/drawing/2014/main" id="{17EFAC16-E4E8-8D74-941C-5F67F6D8A533}"/>
              </a:ext>
            </a:extLst>
          </p:cNvPr>
          <p:cNvSpPr/>
          <p:nvPr/>
        </p:nvSpPr>
        <p:spPr>
          <a:xfrm>
            <a:off x="7663783" y="1618019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15B968-1F68-1E47-4F85-76F4595FCABC}"/>
              </a:ext>
            </a:extLst>
          </p:cNvPr>
          <p:cNvSpPr txBox="1"/>
          <p:nvPr/>
        </p:nvSpPr>
        <p:spPr>
          <a:xfrm>
            <a:off x="7673308" y="1614776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3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0F2E71A0-F61C-E4E7-58F0-E764A14A61C3}"/>
              </a:ext>
            </a:extLst>
          </p:cNvPr>
          <p:cNvSpPr txBox="1">
            <a:spLocks/>
          </p:cNvSpPr>
          <p:nvPr/>
        </p:nvSpPr>
        <p:spPr>
          <a:xfrm>
            <a:off x="450179" y="2397470"/>
            <a:ext cx="2809876" cy="266700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, sed do </a:t>
            </a:r>
            <a:r>
              <a:rPr lang="en-US" dirty="0" err="1">
                <a:solidFill>
                  <a:schemeClr val="bg1"/>
                </a:solidFill>
              </a:rPr>
              <a:t>eiusmod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tempor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incididunt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labore</a:t>
            </a:r>
            <a:r>
              <a:rPr lang="en-US" dirty="0">
                <a:solidFill>
                  <a:schemeClr val="bg1"/>
                </a:solidFill>
              </a:rPr>
              <a:t> et dolore magna </a:t>
            </a:r>
            <a:r>
              <a:rPr lang="en-US" dirty="0" err="1">
                <a:solidFill>
                  <a:schemeClr val="bg1"/>
                </a:solidFill>
              </a:rPr>
              <a:t>aliqua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Ut </a:t>
            </a:r>
            <a:r>
              <a:rPr lang="en-US" dirty="0" err="1">
                <a:solidFill>
                  <a:schemeClr val="bg1"/>
                </a:solidFill>
              </a:rPr>
              <a:t>enim</a:t>
            </a:r>
            <a:r>
              <a:rPr lang="en-US" dirty="0">
                <a:solidFill>
                  <a:schemeClr val="bg1"/>
                </a:solidFill>
              </a:rPr>
              <a:t> ad minim </a:t>
            </a:r>
            <a:r>
              <a:rPr lang="en-US" dirty="0" err="1">
                <a:solidFill>
                  <a:schemeClr val="bg1"/>
                </a:solidFill>
              </a:rPr>
              <a:t>veniam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quis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nostrud</a:t>
            </a:r>
            <a:r>
              <a:rPr lang="en-US" dirty="0">
                <a:solidFill>
                  <a:schemeClr val="bg1"/>
                </a:solidFill>
              </a:rPr>
              <a:t> exercitation </a:t>
            </a:r>
            <a:r>
              <a:rPr lang="en-US" dirty="0" err="1">
                <a:solidFill>
                  <a:schemeClr val="bg1"/>
                </a:solidFill>
              </a:rPr>
              <a:t>ullamco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laboris</a:t>
            </a:r>
            <a:r>
              <a:rPr lang="en-US" dirty="0">
                <a:solidFill>
                  <a:schemeClr val="bg1"/>
                </a:solidFill>
              </a:rPr>
              <a:t> nisi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aliquip</a:t>
            </a:r>
            <a:r>
              <a:rPr lang="en-US" dirty="0">
                <a:solidFill>
                  <a:schemeClr val="bg1"/>
                </a:solidFill>
              </a:rPr>
              <a:t> ex </a:t>
            </a:r>
            <a:r>
              <a:rPr lang="en-US" dirty="0" err="1">
                <a:solidFill>
                  <a:schemeClr val="bg1"/>
                </a:solidFill>
              </a:rPr>
              <a:t>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commodo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consequat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Duis </a:t>
            </a:r>
            <a:r>
              <a:rPr lang="en-US" dirty="0" err="1">
                <a:solidFill>
                  <a:schemeClr val="bg1"/>
                </a:solidFill>
              </a:rPr>
              <a:t>aute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irure</a:t>
            </a:r>
            <a:r>
              <a:rPr lang="en-US" dirty="0">
                <a:solidFill>
                  <a:schemeClr val="bg1"/>
                </a:solidFill>
              </a:rPr>
              <a:t> dolor in </a:t>
            </a:r>
            <a:r>
              <a:rPr lang="en-US" dirty="0" err="1">
                <a:solidFill>
                  <a:schemeClr val="bg1"/>
                </a:solidFill>
              </a:rPr>
              <a:t>reprehenderit</a:t>
            </a:r>
            <a:r>
              <a:rPr lang="en-US" dirty="0">
                <a:solidFill>
                  <a:schemeClr val="bg1"/>
                </a:solidFill>
              </a:rPr>
              <a:t> in </a:t>
            </a:r>
            <a:r>
              <a:rPr lang="en-US" dirty="0" err="1">
                <a:solidFill>
                  <a:schemeClr val="bg1"/>
                </a:solidFill>
              </a:rPr>
              <a:t>voluptate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velit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cillum</a:t>
            </a:r>
            <a:r>
              <a:rPr lang="en-US" dirty="0">
                <a:solidFill>
                  <a:schemeClr val="bg1"/>
                </a:solidFill>
              </a:rPr>
              <a:t> dolore </a:t>
            </a:r>
            <a:r>
              <a:rPr lang="en-US" dirty="0" err="1">
                <a:solidFill>
                  <a:schemeClr val="bg1"/>
                </a:solidFill>
              </a:rPr>
              <a:t>eu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fugiat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nulla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pariatur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7" name="Нижний колонтитул 4">
            <a:extLst>
              <a:ext uri="{FF2B5EF4-FFF2-40B4-BE49-F238E27FC236}">
                <a16:creationId xmlns:a16="http://schemas.microsoft.com/office/drawing/2014/main" id="{90CB3603-5B62-4B89-B112-45725E554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570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46C5-CB81-133A-7209-67F060B2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72BFB90-CB86-4BDA-B44A-2F7B9E624F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2544916"/>
              </p:ext>
            </p:extLst>
          </p:nvPr>
        </p:nvGraphicFramePr>
        <p:xfrm>
          <a:off x="325822" y="1493673"/>
          <a:ext cx="8739352" cy="4102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8094B4-1A73-4BA3-9A0B-C9BA5EE0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991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35766-B485-1B60-B913-C79592F3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Прямоугольник: усеченные верхние углы 36">
            <a:extLst>
              <a:ext uri="{FF2B5EF4-FFF2-40B4-BE49-F238E27FC236}">
                <a16:creationId xmlns:a16="http://schemas.microsoft.com/office/drawing/2014/main" id="{7CEDBC31-5CBA-6E15-031F-A823D63359C5}"/>
              </a:ext>
            </a:extLst>
          </p:cNvPr>
          <p:cNvSpPr/>
          <p:nvPr/>
        </p:nvSpPr>
        <p:spPr>
          <a:xfrm>
            <a:off x="1584662" y="2380357"/>
            <a:ext cx="1456887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усеченные верхние углы 30">
            <a:extLst>
              <a:ext uri="{FF2B5EF4-FFF2-40B4-BE49-F238E27FC236}">
                <a16:creationId xmlns:a16="http://schemas.microsoft.com/office/drawing/2014/main" id="{38EB648B-F5D7-2677-31C6-6B0C18A155F8}"/>
              </a:ext>
            </a:extLst>
          </p:cNvPr>
          <p:cNvSpPr/>
          <p:nvPr/>
        </p:nvSpPr>
        <p:spPr>
          <a:xfrm>
            <a:off x="4459834" y="2380357"/>
            <a:ext cx="1453991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усеченные верхние углы 24">
            <a:extLst>
              <a:ext uri="{FF2B5EF4-FFF2-40B4-BE49-F238E27FC236}">
                <a16:creationId xmlns:a16="http://schemas.microsoft.com/office/drawing/2014/main" id="{7AC34EA3-0E11-5930-3BD7-1F9BD019581A}"/>
              </a:ext>
            </a:extLst>
          </p:cNvPr>
          <p:cNvSpPr/>
          <p:nvPr/>
        </p:nvSpPr>
        <p:spPr>
          <a:xfrm>
            <a:off x="7109595" y="2385981"/>
            <a:ext cx="1462499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усеченные верхние углы 18">
            <a:extLst>
              <a:ext uri="{FF2B5EF4-FFF2-40B4-BE49-F238E27FC236}">
                <a16:creationId xmlns:a16="http://schemas.microsoft.com/office/drawing/2014/main" id="{0397A4A1-4346-4A43-5F89-57795A94ECB6}"/>
              </a:ext>
            </a:extLst>
          </p:cNvPr>
          <p:cNvSpPr/>
          <p:nvPr/>
        </p:nvSpPr>
        <p:spPr>
          <a:xfrm>
            <a:off x="9702251" y="2385983"/>
            <a:ext cx="1453500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ED6EEE53-7C7D-0A87-C3C5-C9F7CDD53FC6}"/>
              </a:ext>
            </a:extLst>
          </p:cNvPr>
          <p:cNvSpPr/>
          <p:nvPr/>
        </p:nvSpPr>
        <p:spPr>
          <a:xfrm>
            <a:off x="0" y="2654083"/>
            <a:ext cx="12087251" cy="1622860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bg1"/>
          </a:solidFill>
          <a:ln w="107950">
            <a:noFill/>
          </a:ln>
          <a:effectLst>
            <a:outerShdw blurRad="635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49841235-6D2D-8871-D9FF-8CDBF9691060}"/>
              </a:ext>
            </a:extLst>
          </p:cNvPr>
          <p:cNvSpPr/>
          <p:nvPr/>
        </p:nvSpPr>
        <p:spPr>
          <a:xfrm>
            <a:off x="754451" y="2696790"/>
            <a:ext cx="10515600" cy="1537447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bg1"/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0" name="Полилиния: фигура 14">
            <a:extLst>
              <a:ext uri="{FF2B5EF4-FFF2-40B4-BE49-F238E27FC236}">
                <a16:creationId xmlns:a16="http://schemas.microsoft.com/office/drawing/2014/main" id="{715FA5D7-A2B3-8A4A-5166-431DD6A6B908}"/>
              </a:ext>
            </a:extLst>
          </p:cNvPr>
          <p:cNvSpPr/>
          <p:nvPr/>
        </p:nvSpPr>
        <p:spPr>
          <a:xfrm rot="5400000">
            <a:off x="9270399" y="3216987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1" name="Прямоугольник 19">
            <a:extLst>
              <a:ext uri="{FF2B5EF4-FFF2-40B4-BE49-F238E27FC236}">
                <a16:creationId xmlns:a16="http://schemas.microsoft.com/office/drawing/2014/main" id="{C024D95A-7D90-2019-190B-E0EFAC88303C}"/>
              </a:ext>
            </a:extLst>
          </p:cNvPr>
          <p:cNvSpPr/>
          <p:nvPr/>
        </p:nvSpPr>
        <p:spPr>
          <a:xfrm>
            <a:off x="8283965" y="3490419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12" name="Прямоугольник 20">
            <a:extLst>
              <a:ext uri="{FF2B5EF4-FFF2-40B4-BE49-F238E27FC236}">
                <a16:creationId xmlns:a16="http://schemas.microsoft.com/office/drawing/2014/main" id="{1AF7889A-96A3-D35A-7966-32BCD4F1A87A}"/>
              </a:ext>
            </a:extLst>
          </p:cNvPr>
          <p:cNvSpPr/>
          <p:nvPr/>
        </p:nvSpPr>
        <p:spPr>
          <a:xfrm>
            <a:off x="8418965" y="3188653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13" name="Прямоугольник 21">
            <a:extLst>
              <a:ext uri="{FF2B5EF4-FFF2-40B4-BE49-F238E27FC236}">
                <a16:creationId xmlns:a16="http://schemas.microsoft.com/office/drawing/2014/main" id="{B88663E6-FD87-D547-B341-E502844CC655}"/>
              </a:ext>
            </a:extLst>
          </p:cNvPr>
          <p:cNvSpPr/>
          <p:nvPr/>
        </p:nvSpPr>
        <p:spPr>
          <a:xfrm rot="16200000">
            <a:off x="9440852" y="3234680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1</a:t>
            </a:r>
          </a:p>
        </p:txBody>
      </p:sp>
      <p:pic>
        <p:nvPicPr>
          <p:cNvPr id="14" name="Рисунок 23">
            <a:extLst>
              <a:ext uri="{FF2B5EF4-FFF2-40B4-BE49-F238E27FC236}">
                <a16:creationId xmlns:a16="http://schemas.microsoft.com/office/drawing/2014/main" id="{74CA7642-48AA-798C-CF66-6315BBFC6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1419" y="2791554"/>
            <a:ext cx="404429" cy="404429"/>
          </a:xfrm>
          <a:prstGeom prst="rect">
            <a:avLst/>
          </a:prstGeom>
        </p:spPr>
      </p:pic>
      <p:sp>
        <p:nvSpPr>
          <p:cNvPr id="15" name="Полилиния: фигура 25">
            <a:extLst>
              <a:ext uri="{FF2B5EF4-FFF2-40B4-BE49-F238E27FC236}">
                <a16:creationId xmlns:a16="http://schemas.microsoft.com/office/drawing/2014/main" id="{379CA9EC-1B4B-8E04-6DD2-BF7472D5D881}"/>
              </a:ext>
            </a:extLst>
          </p:cNvPr>
          <p:cNvSpPr/>
          <p:nvPr/>
        </p:nvSpPr>
        <p:spPr>
          <a:xfrm rot="5400000">
            <a:off x="6677744" y="3216985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6" name="Прямоугольник 26">
            <a:extLst>
              <a:ext uri="{FF2B5EF4-FFF2-40B4-BE49-F238E27FC236}">
                <a16:creationId xmlns:a16="http://schemas.microsoft.com/office/drawing/2014/main" id="{B1288AD3-9BA6-3213-67F9-FA3413E1320E}"/>
              </a:ext>
            </a:extLst>
          </p:cNvPr>
          <p:cNvSpPr/>
          <p:nvPr/>
        </p:nvSpPr>
        <p:spPr>
          <a:xfrm>
            <a:off x="5691310" y="3490417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17" name="Прямоугольник 27">
            <a:extLst>
              <a:ext uri="{FF2B5EF4-FFF2-40B4-BE49-F238E27FC236}">
                <a16:creationId xmlns:a16="http://schemas.microsoft.com/office/drawing/2014/main" id="{5BAA8C13-B757-728A-1C5E-9865FB98E9EF}"/>
              </a:ext>
            </a:extLst>
          </p:cNvPr>
          <p:cNvSpPr/>
          <p:nvPr/>
        </p:nvSpPr>
        <p:spPr>
          <a:xfrm>
            <a:off x="5826310" y="3188651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18" name="Прямоугольник 28">
            <a:extLst>
              <a:ext uri="{FF2B5EF4-FFF2-40B4-BE49-F238E27FC236}">
                <a16:creationId xmlns:a16="http://schemas.microsoft.com/office/drawing/2014/main" id="{2368654A-7453-9DC4-426F-007781EC2A6F}"/>
              </a:ext>
            </a:extLst>
          </p:cNvPr>
          <p:cNvSpPr/>
          <p:nvPr/>
        </p:nvSpPr>
        <p:spPr>
          <a:xfrm rot="16200000">
            <a:off x="6848197" y="3234678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2</a:t>
            </a:r>
          </a:p>
        </p:txBody>
      </p:sp>
      <p:pic>
        <p:nvPicPr>
          <p:cNvPr id="19" name="Рисунок 29">
            <a:extLst>
              <a:ext uri="{FF2B5EF4-FFF2-40B4-BE49-F238E27FC236}">
                <a16:creationId xmlns:a16="http://schemas.microsoft.com/office/drawing/2014/main" id="{61A32693-11AA-5282-5795-505020DE3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398764" y="2791552"/>
            <a:ext cx="404429" cy="404429"/>
          </a:xfrm>
          <a:prstGeom prst="rect">
            <a:avLst/>
          </a:prstGeom>
        </p:spPr>
      </p:pic>
      <p:sp>
        <p:nvSpPr>
          <p:cNvPr id="20" name="Полилиния: фигура 31">
            <a:extLst>
              <a:ext uri="{FF2B5EF4-FFF2-40B4-BE49-F238E27FC236}">
                <a16:creationId xmlns:a16="http://schemas.microsoft.com/office/drawing/2014/main" id="{53297310-633C-8A97-5F44-1F227409FBAD}"/>
              </a:ext>
            </a:extLst>
          </p:cNvPr>
          <p:cNvSpPr/>
          <p:nvPr/>
        </p:nvSpPr>
        <p:spPr>
          <a:xfrm rot="5400000">
            <a:off x="4027983" y="3211361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21" name="Прямоугольник 32">
            <a:extLst>
              <a:ext uri="{FF2B5EF4-FFF2-40B4-BE49-F238E27FC236}">
                <a16:creationId xmlns:a16="http://schemas.microsoft.com/office/drawing/2014/main" id="{EC919BE2-D167-FB50-63A9-C1D30A403706}"/>
              </a:ext>
            </a:extLst>
          </p:cNvPr>
          <p:cNvSpPr/>
          <p:nvPr/>
        </p:nvSpPr>
        <p:spPr>
          <a:xfrm>
            <a:off x="3041549" y="3484793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22" name="Прямоугольник 33">
            <a:extLst>
              <a:ext uri="{FF2B5EF4-FFF2-40B4-BE49-F238E27FC236}">
                <a16:creationId xmlns:a16="http://schemas.microsoft.com/office/drawing/2014/main" id="{F643B6B7-A77E-D208-64EC-34E6C0D763C1}"/>
              </a:ext>
            </a:extLst>
          </p:cNvPr>
          <p:cNvSpPr/>
          <p:nvPr/>
        </p:nvSpPr>
        <p:spPr>
          <a:xfrm>
            <a:off x="3176549" y="3183027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23" name="Прямоугольник 34">
            <a:extLst>
              <a:ext uri="{FF2B5EF4-FFF2-40B4-BE49-F238E27FC236}">
                <a16:creationId xmlns:a16="http://schemas.microsoft.com/office/drawing/2014/main" id="{DD0A7D0B-6370-A4CD-83BC-9F1C8BC41A27}"/>
              </a:ext>
            </a:extLst>
          </p:cNvPr>
          <p:cNvSpPr/>
          <p:nvPr/>
        </p:nvSpPr>
        <p:spPr>
          <a:xfrm rot="16200000">
            <a:off x="4198436" y="3229054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3</a:t>
            </a:r>
          </a:p>
        </p:txBody>
      </p:sp>
      <p:pic>
        <p:nvPicPr>
          <p:cNvPr id="24" name="Рисунок 35">
            <a:extLst>
              <a:ext uri="{FF2B5EF4-FFF2-40B4-BE49-F238E27FC236}">
                <a16:creationId xmlns:a16="http://schemas.microsoft.com/office/drawing/2014/main" id="{754EAEAA-A0A2-233D-0022-91226F7AB7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49003" y="2785928"/>
            <a:ext cx="404429" cy="404429"/>
          </a:xfrm>
          <a:prstGeom prst="rect">
            <a:avLst/>
          </a:prstGeom>
        </p:spPr>
      </p:pic>
      <p:sp>
        <p:nvSpPr>
          <p:cNvPr id="25" name="Полилиния: фигура 37">
            <a:extLst>
              <a:ext uri="{FF2B5EF4-FFF2-40B4-BE49-F238E27FC236}">
                <a16:creationId xmlns:a16="http://schemas.microsoft.com/office/drawing/2014/main" id="{AA572C92-C4A7-AFEF-AB71-4042F02F814C}"/>
              </a:ext>
            </a:extLst>
          </p:cNvPr>
          <p:cNvSpPr/>
          <p:nvPr/>
        </p:nvSpPr>
        <p:spPr>
          <a:xfrm rot="5400000">
            <a:off x="1152811" y="3211361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26" name="Прямоугольник 38">
            <a:extLst>
              <a:ext uri="{FF2B5EF4-FFF2-40B4-BE49-F238E27FC236}">
                <a16:creationId xmlns:a16="http://schemas.microsoft.com/office/drawing/2014/main" id="{B9A6B602-2D15-744A-E372-F199C77D8547}"/>
              </a:ext>
            </a:extLst>
          </p:cNvPr>
          <p:cNvSpPr/>
          <p:nvPr/>
        </p:nvSpPr>
        <p:spPr>
          <a:xfrm>
            <a:off x="102833" y="3484793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27" name="Прямоугольник 39">
            <a:extLst>
              <a:ext uri="{FF2B5EF4-FFF2-40B4-BE49-F238E27FC236}">
                <a16:creationId xmlns:a16="http://schemas.microsoft.com/office/drawing/2014/main" id="{CA40606D-D342-EF4E-DAE4-CE365E1450C0}"/>
              </a:ext>
            </a:extLst>
          </p:cNvPr>
          <p:cNvSpPr/>
          <p:nvPr/>
        </p:nvSpPr>
        <p:spPr>
          <a:xfrm>
            <a:off x="301377" y="3183027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28" name="Прямоугольник 40">
            <a:extLst>
              <a:ext uri="{FF2B5EF4-FFF2-40B4-BE49-F238E27FC236}">
                <a16:creationId xmlns:a16="http://schemas.microsoft.com/office/drawing/2014/main" id="{B1BC3377-F1C7-5B9D-A102-EDFA669A0517}"/>
              </a:ext>
            </a:extLst>
          </p:cNvPr>
          <p:cNvSpPr/>
          <p:nvPr/>
        </p:nvSpPr>
        <p:spPr>
          <a:xfrm rot="16200000">
            <a:off x="1323264" y="3229054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4</a:t>
            </a:r>
          </a:p>
        </p:txBody>
      </p:sp>
      <p:pic>
        <p:nvPicPr>
          <p:cNvPr id="29" name="Рисунок 41">
            <a:extLst>
              <a:ext uri="{FF2B5EF4-FFF2-40B4-BE49-F238E27FC236}">
                <a16:creationId xmlns:a16="http://schemas.microsoft.com/office/drawing/2014/main" id="{8129ACDA-812E-5752-B3CC-1DABBA0AB9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73831" y="2785928"/>
            <a:ext cx="404429" cy="404429"/>
          </a:xfrm>
          <a:prstGeom prst="rect">
            <a:avLst/>
          </a:prstGeom>
        </p:spPr>
      </p:pic>
      <p:sp>
        <p:nvSpPr>
          <p:cNvPr id="30" name="Нижний колонтитул 4">
            <a:extLst>
              <a:ext uri="{FF2B5EF4-FFF2-40B4-BE49-F238E27FC236}">
                <a16:creationId xmlns:a16="http://schemas.microsoft.com/office/drawing/2014/main" id="{95DC84D5-AAF8-4F02-AAE2-DF89E88B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198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2246-65A4-6BA6-3CC1-27670157B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Объект 5">
            <a:extLst>
              <a:ext uri="{FF2B5EF4-FFF2-40B4-BE49-F238E27FC236}">
                <a16:creationId xmlns:a16="http://schemas.microsoft.com/office/drawing/2014/main" id="{F21D19EC-C5BA-A120-E691-0352A41437F3}"/>
              </a:ext>
            </a:extLst>
          </p:cNvPr>
          <p:cNvSpPr txBox="1">
            <a:spLocks/>
          </p:cNvSpPr>
          <p:nvPr/>
        </p:nvSpPr>
        <p:spPr>
          <a:xfrm>
            <a:off x="177910" y="2073161"/>
            <a:ext cx="9743090" cy="207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3800" dirty="0"/>
              <a:t>987 654 321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A9173-5823-C061-4060-FE0F29D08263}"/>
              </a:ext>
            </a:extLst>
          </p:cNvPr>
          <p:cNvSpPr txBox="1"/>
          <p:nvPr/>
        </p:nvSpPr>
        <p:spPr>
          <a:xfrm>
            <a:off x="177909" y="4295406"/>
            <a:ext cx="92070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Lorem ipsum dolor sit </a:t>
            </a:r>
            <a:r>
              <a:rPr lang="en-US" sz="2000" dirty="0" err="1"/>
              <a:t>amet</a:t>
            </a:r>
            <a:r>
              <a:rPr lang="en-US" sz="2000" dirty="0"/>
              <a:t>, </a:t>
            </a:r>
            <a:r>
              <a:rPr lang="en-US" sz="2000" dirty="0" err="1"/>
              <a:t>consectetur</a:t>
            </a:r>
            <a:r>
              <a:rPr lang="en-US" sz="2000" dirty="0"/>
              <a:t> </a:t>
            </a:r>
            <a:r>
              <a:rPr lang="en-US" sz="2000" dirty="0" err="1"/>
              <a:t>adipiscing</a:t>
            </a:r>
            <a:r>
              <a:rPr lang="en-US" sz="2000" dirty="0"/>
              <a:t> </a:t>
            </a:r>
            <a:r>
              <a:rPr lang="en-US" sz="2000" dirty="0" err="1"/>
              <a:t>elit</a:t>
            </a:r>
            <a:r>
              <a:rPr lang="en-US" sz="2000" dirty="0"/>
              <a:t>, sed do </a:t>
            </a:r>
            <a:r>
              <a:rPr lang="en-US" sz="2000" dirty="0" err="1"/>
              <a:t>eiusmod</a:t>
            </a:r>
            <a:r>
              <a:rPr lang="en-US" sz="2000" dirty="0"/>
              <a:t> </a:t>
            </a:r>
            <a:r>
              <a:rPr lang="en-US" sz="2000" dirty="0" err="1"/>
              <a:t>tempor</a:t>
            </a:r>
            <a:r>
              <a:rPr lang="en-US" sz="2000" dirty="0"/>
              <a:t> </a:t>
            </a:r>
            <a:r>
              <a:rPr lang="en-US" sz="2000" dirty="0" err="1"/>
              <a:t>incididunt</a:t>
            </a:r>
            <a:r>
              <a:rPr lang="en-US" sz="2000" dirty="0"/>
              <a:t> </a:t>
            </a:r>
            <a:r>
              <a:rPr lang="en-US" sz="2000" dirty="0" err="1"/>
              <a:t>ut</a:t>
            </a:r>
            <a:r>
              <a:rPr lang="en-US" sz="2000" dirty="0"/>
              <a:t> </a:t>
            </a:r>
            <a:r>
              <a:rPr lang="en-US" sz="2000" dirty="0" err="1"/>
              <a:t>labore</a:t>
            </a:r>
            <a:r>
              <a:rPr lang="en-US" sz="2000" dirty="0"/>
              <a:t> et dolore magna </a:t>
            </a:r>
            <a:r>
              <a:rPr lang="en-US" sz="2000" dirty="0" err="1"/>
              <a:t>aliqua</a:t>
            </a:r>
            <a:r>
              <a:rPr lang="en-US" sz="2000" dirty="0"/>
              <a:t>. </a:t>
            </a:r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E433F0A5-6B82-4C8C-ACD6-880D6520F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706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44B5C-654E-4EFA-75E7-5F090565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graphicFrame>
        <p:nvGraphicFramePr>
          <p:cNvPr id="8" name="Таблица 10">
            <a:extLst>
              <a:ext uri="{FF2B5EF4-FFF2-40B4-BE49-F238E27FC236}">
                <a16:creationId xmlns:a16="http://schemas.microsoft.com/office/drawing/2014/main" id="{3BA5646E-11C3-3436-4AB6-EF10748F3F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7652691"/>
              </p:ext>
            </p:extLst>
          </p:nvPr>
        </p:nvGraphicFramePr>
        <p:xfrm>
          <a:off x="325822" y="1799790"/>
          <a:ext cx="9317420" cy="3604713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329355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2329355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2329355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2329355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Вставьте 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233698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167924"/>
                  </a:ext>
                </a:extLst>
              </a:tr>
              <a:tr h="51495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06.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962612"/>
                  </a:ext>
                </a:extLst>
              </a:tr>
            </a:tbl>
          </a:graphicData>
        </a:graphic>
      </p:graphicFrame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08CD8B-54E9-4D85-9B58-B56787675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312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38A50-9F6D-D3A5-080B-73B5E7F9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2C0186D-5A7B-7047-E1F1-18F81C4D1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1582" y="2059348"/>
            <a:ext cx="5619750" cy="34819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</a:p>
        </p:txBody>
      </p:sp>
      <p:pic>
        <p:nvPicPr>
          <p:cNvPr id="6" name="Рисунок 4" descr="Линейчатая диаграмма">
            <a:extLst>
              <a:ext uri="{FF2B5EF4-FFF2-40B4-BE49-F238E27FC236}">
                <a16:creationId xmlns:a16="http://schemas.microsoft.com/office/drawing/2014/main" id="{AEC3691F-D0FA-9EB1-F6E8-F08238A4B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8677" y="2247885"/>
            <a:ext cx="2761575" cy="2761575"/>
          </a:xfrm>
          <a:prstGeom prst="rect">
            <a:avLst/>
          </a:prstGeom>
        </p:spPr>
      </p:pic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E7539751-EEB3-46E7-A5F0-477744358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931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EEA4-E604-4AE4-79AF-B005D9809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РЕСУРСЫ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AE947-E493-AC52-E5FF-AA7F3CC4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Бесплатные шаблоны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454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CF524301-0F29-8713-43B3-29D2BC0D466D}"/>
              </a:ext>
            </a:extLst>
          </p:cNvPr>
          <p:cNvSpPr txBox="1">
            <a:spLocks/>
          </p:cNvSpPr>
          <p:nvPr/>
        </p:nvSpPr>
        <p:spPr>
          <a:xfrm>
            <a:off x="2789384" y="1548148"/>
            <a:ext cx="6613234" cy="1150267"/>
          </a:xfrm>
          <a:prstGeom prst="rect">
            <a:avLst/>
          </a:prstGeom>
          <a:effectLst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/>
              <a:t>СПАСИБО</a:t>
            </a:r>
          </a:p>
        </p:txBody>
      </p:sp>
      <p:sp>
        <p:nvSpPr>
          <p:cNvPr id="9" name="Текст 11">
            <a:extLst>
              <a:ext uri="{FF2B5EF4-FFF2-40B4-BE49-F238E27FC236}">
                <a16:creationId xmlns:a16="http://schemas.microsoft.com/office/drawing/2014/main" id="{B9D6F153-234F-17BA-0F09-95BD5CC37120}"/>
              </a:ext>
            </a:extLst>
          </p:cNvPr>
          <p:cNvSpPr txBox="1">
            <a:spLocks/>
          </p:cNvSpPr>
          <p:nvPr/>
        </p:nvSpPr>
        <p:spPr>
          <a:xfrm>
            <a:off x="2608499" y="2882976"/>
            <a:ext cx="6975002" cy="17057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/>
              <a:t>Lorem ipsum dolor sit </a:t>
            </a:r>
            <a:r>
              <a:rPr lang="en-US" sz="1600" dirty="0" err="1"/>
              <a:t>amet</a:t>
            </a:r>
            <a:r>
              <a:rPr lang="en-US" sz="1600" dirty="0"/>
              <a:t>, </a:t>
            </a:r>
            <a:r>
              <a:rPr lang="en-US" sz="1600" dirty="0" err="1"/>
              <a:t>consectetur</a:t>
            </a:r>
            <a:r>
              <a:rPr lang="en-US" sz="1600" dirty="0"/>
              <a:t> </a:t>
            </a:r>
            <a:r>
              <a:rPr lang="en-US" sz="1600" dirty="0" err="1"/>
              <a:t>adipiscing</a:t>
            </a:r>
            <a:r>
              <a:rPr lang="en-US" sz="1600" dirty="0"/>
              <a:t> </a:t>
            </a:r>
            <a:r>
              <a:rPr lang="en-US" sz="1600" dirty="0" err="1"/>
              <a:t>elit</a:t>
            </a:r>
            <a:r>
              <a:rPr lang="en-US" sz="1600" dirty="0"/>
              <a:t>, sed do </a:t>
            </a:r>
            <a:r>
              <a:rPr lang="en-US" sz="1600" dirty="0" err="1"/>
              <a:t>eiusmod</a:t>
            </a:r>
            <a:r>
              <a:rPr lang="en-US" sz="1600" dirty="0"/>
              <a:t> </a:t>
            </a:r>
            <a:r>
              <a:rPr lang="en-US" sz="1600" dirty="0" err="1"/>
              <a:t>tempor</a:t>
            </a:r>
            <a:r>
              <a:rPr lang="en-US" sz="1600" dirty="0"/>
              <a:t> </a:t>
            </a:r>
            <a:r>
              <a:rPr lang="en-US" sz="1600" dirty="0" err="1"/>
              <a:t>incididunt</a:t>
            </a:r>
            <a:r>
              <a:rPr lang="en-US" sz="1600" dirty="0"/>
              <a:t> </a:t>
            </a:r>
            <a:r>
              <a:rPr lang="en-US" sz="1600" dirty="0" err="1"/>
              <a:t>ut</a:t>
            </a:r>
            <a:r>
              <a:rPr lang="en-US" sz="1600" dirty="0"/>
              <a:t> </a:t>
            </a:r>
            <a:r>
              <a:rPr lang="en-US" sz="1600" dirty="0" err="1"/>
              <a:t>labore</a:t>
            </a:r>
            <a:r>
              <a:rPr lang="en-US" sz="1600" dirty="0"/>
              <a:t> et dolore magna </a:t>
            </a:r>
            <a:r>
              <a:rPr lang="en-US" sz="1600" dirty="0" err="1"/>
              <a:t>aliqua</a:t>
            </a:r>
            <a:r>
              <a:rPr lang="en-US" sz="1600" dirty="0"/>
              <a:t>. </a:t>
            </a:r>
            <a:endParaRPr lang="ru-RU" sz="1600" dirty="0"/>
          </a:p>
          <a:p>
            <a:pPr marL="0" indent="0" algn="ctr">
              <a:buNone/>
            </a:pPr>
            <a:r>
              <a:rPr lang="en-US" sz="1600" dirty="0"/>
              <a:t>Ut </a:t>
            </a:r>
            <a:r>
              <a:rPr lang="en-US" sz="1600" dirty="0" err="1"/>
              <a:t>enim</a:t>
            </a:r>
            <a:r>
              <a:rPr lang="en-US" sz="1600" dirty="0"/>
              <a:t> ad minim </a:t>
            </a:r>
            <a:r>
              <a:rPr lang="en-US" sz="1600" dirty="0" err="1"/>
              <a:t>veniam</a:t>
            </a:r>
            <a:r>
              <a:rPr lang="en-US" sz="1600" dirty="0"/>
              <a:t>, </a:t>
            </a:r>
            <a:r>
              <a:rPr lang="en-US" sz="1600" dirty="0" err="1"/>
              <a:t>quis</a:t>
            </a:r>
            <a:r>
              <a:rPr lang="en-US" sz="1600" dirty="0"/>
              <a:t> </a:t>
            </a:r>
            <a:r>
              <a:rPr lang="en-US" sz="1600" dirty="0" err="1"/>
              <a:t>nostrud</a:t>
            </a:r>
            <a:r>
              <a:rPr lang="en-US" sz="1600" dirty="0"/>
              <a:t> exercitation </a:t>
            </a:r>
            <a:r>
              <a:rPr lang="en-US" sz="1600" dirty="0" err="1"/>
              <a:t>ullamco</a:t>
            </a:r>
            <a:r>
              <a:rPr lang="en-US" sz="1600" dirty="0"/>
              <a:t> </a:t>
            </a:r>
            <a:r>
              <a:rPr lang="en-US" sz="1600" dirty="0" err="1"/>
              <a:t>laboris</a:t>
            </a:r>
            <a:r>
              <a:rPr lang="en-US" sz="1600" dirty="0"/>
              <a:t> nisi </a:t>
            </a:r>
            <a:r>
              <a:rPr lang="en-US" sz="1600" dirty="0" err="1"/>
              <a:t>ut</a:t>
            </a:r>
            <a:r>
              <a:rPr lang="en-US" sz="1600" dirty="0"/>
              <a:t> </a:t>
            </a:r>
            <a:r>
              <a:rPr lang="en-US" sz="1600" dirty="0" err="1"/>
              <a:t>aliquip</a:t>
            </a:r>
            <a:r>
              <a:rPr lang="en-US" sz="1600" dirty="0"/>
              <a:t> ex </a:t>
            </a:r>
            <a:r>
              <a:rPr lang="en-US" sz="1600" dirty="0" err="1"/>
              <a:t>ea</a:t>
            </a:r>
            <a:r>
              <a:rPr lang="en-US" sz="1600" dirty="0"/>
              <a:t> </a:t>
            </a:r>
            <a:r>
              <a:rPr lang="en-US" sz="1600" dirty="0" err="1"/>
              <a:t>commodo</a:t>
            </a:r>
            <a:r>
              <a:rPr lang="en-US" sz="1600" dirty="0"/>
              <a:t> </a:t>
            </a:r>
            <a:r>
              <a:rPr lang="en-US" sz="1600" dirty="0" err="1"/>
              <a:t>consequat</a:t>
            </a:r>
            <a:r>
              <a:rPr lang="en-US" sz="1600" dirty="0"/>
              <a:t>. 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70915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Синий и зеленый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1198</TotalTime>
  <Words>601</Words>
  <Application>Microsoft Office PowerPoint</Application>
  <PresentationFormat>Широкоэкранный</PresentationFormat>
  <Paragraphs>83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Вставьте заголовок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РЕСУРСЫ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Экология города, шаблон презентации с сайта presentation-creation.ru</dc:title>
  <dc:creator>User Obstinate</dc:creator>
  <cp:lastModifiedBy>User Obstinate</cp:lastModifiedBy>
  <cp:revision>93</cp:revision>
  <dcterms:created xsi:type="dcterms:W3CDTF">2023-08-23T11:31:43Z</dcterms:created>
  <dcterms:modified xsi:type="dcterms:W3CDTF">2026-07-18T18:45:53Z</dcterms:modified>
</cp:coreProperties>
</file>